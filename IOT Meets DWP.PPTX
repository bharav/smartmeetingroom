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2.xml" ContentType="application/vnd.openxmlformats-officedocument.theme+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3.xml" ContentType="application/vnd.openxmlformats-officedocument.theme+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4241" r:id="rId4"/>
    <p:sldMasterId id="2147484458" r:id="rId5"/>
    <p:sldMasterId id="2147484479" r:id="rId6"/>
    <p:sldMasterId id="2147484488" r:id="rId7"/>
  </p:sldMasterIdLst>
  <p:notesMasterIdLst>
    <p:notesMasterId r:id="rId15"/>
  </p:notesMasterIdLst>
  <p:handoutMasterIdLst>
    <p:handoutMasterId r:id="rId16"/>
  </p:handoutMasterIdLst>
  <p:sldIdLst>
    <p:sldId id="301" r:id="rId8"/>
    <p:sldId id="388" r:id="rId9"/>
    <p:sldId id="393" r:id="rId10"/>
    <p:sldId id="391" r:id="rId11"/>
    <p:sldId id="392" r:id="rId12"/>
    <p:sldId id="395" r:id="rId13"/>
    <p:sldId id="374" r:id="rId14"/>
  </p:sldIdLst>
  <p:sldSz cx="9144000" cy="5143500" type="screen16x9"/>
  <p:notesSz cx="7010400" cy="9296400"/>
  <p:custDataLst>
    <p:tags r:id="rId17"/>
  </p:custDataLst>
  <p:defaultTextStyle>
    <a:defPPr>
      <a:defRPr lang="en-US"/>
    </a:defPPr>
    <a:lvl1pPr algn="l" rtl="0" fontAlgn="base">
      <a:spcBef>
        <a:spcPct val="0"/>
      </a:spcBef>
      <a:spcAft>
        <a:spcPct val="0"/>
      </a:spcAft>
      <a:defRPr sz="2400" kern="1200">
        <a:solidFill>
          <a:schemeClr val="tx1"/>
        </a:solidFill>
        <a:latin typeface="Arial" charset="0"/>
        <a:ea typeface="+mn-ea"/>
        <a:cs typeface="+mn-cs"/>
      </a:defRPr>
    </a:lvl1pPr>
    <a:lvl2pPr marL="457200" algn="l" rtl="0" fontAlgn="base">
      <a:spcBef>
        <a:spcPct val="0"/>
      </a:spcBef>
      <a:spcAft>
        <a:spcPct val="0"/>
      </a:spcAft>
      <a:defRPr sz="2400" kern="1200">
        <a:solidFill>
          <a:schemeClr val="tx1"/>
        </a:solidFill>
        <a:latin typeface="Arial" charset="0"/>
        <a:ea typeface="+mn-ea"/>
        <a:cs typeface="+mn-cs"/>
      </a:defRPr>
    </a:lvl2pPr>
    <a:lvl3pPr marL="914400" algn="l" rtl="0" fontAlgn="base">
      <a:spcBef>
        <a:spcPct val="0"/>
      </a:spcBef>
      <a:spcAft>
        <a:spcPct val="0"/>
      </a:spcAft>
      <a:defRPr sz="2400" kern="1200">
        <a:solidFill>
          <a:schemeClr val="tx1"/>
        </a:solidFill>
        <a:latin typeface="Arial" charset="0"/>
        <a:ea typeface="+mn-ea"/>
        <a:cs typeface="+mn-cs"/>
      </a:defRPr>
    </a:lvl3pPr>
    <a:lvl4pPr marL="1371600" algn="l" rtl="0" fontAlgn="base">
      <a:spcBef>
        <a:spcPct val="0"/>
      </a:spcBef>
      <a:spcAft>
        <a:spcPct val="0"/>
      </a:spcAft>
      <a:defRPr sz="2400" kern="1200">
        <a:solidFill>
          <a:schemeClr val="tx1"/>
        </a:solidFill>
        <a:latin typeface="Arial" charset="0"/>
        <a:ea typeface="+mn-ea"/>
        <a:cs typeface="+mn-cs"/>
      </a:defRPr>
    </a:lvl4pPr>
    <a:lvl5pPr marL="1828800" algn="l" rtl="0" fontAlgn="base">
      <a:spcBef>
        <a:spcPct val="0"/>
      </a:spcBef>
      <a:spcAft>
        <a:spcPct val="0"/>
      </a:spcAft>
      <a:defRPr sz="2400" kern="1200">
        <a:solidFill>
          <a:schemeClr val="tx1"/>
        </a:solidFill>
        <a:latin typeface="Arial" charset="0"/>
        <a:ea typeface="+mn-ea"/>
        <a:cs typeface="+mn-cs"/>
      </a:defRPr>
    </a:lvl5pPr>
    <a:lvl6pPr marL="2286000" algn="l" defTabSz="914400" rtl="0" eaLnBrk="1" latinLnBrk="0" hangingPunct="1">
      <a:defRPr sz="2400" kern="1200">
        <a:solidFill>
          <a:schemeClr val="tx1"/>
        </a:solidFill>
        <a:latin typeface="Arial" charset="0"/>
        <a:ea typeface="+mn-ea"/>
        <a:cs typeface="+mn-cs"/>
      </a:defRPr>
    </a:lvl6pPr>
    <a:lvl7pPr marL="2743200" algn="l" defTabSz="914400" rtl="0" eaLnBrk="1" latinLnBrk="0" hangingPunct="1">
      <a:defRPr sz="2400" kern="1200">
        <a:solidFill>
          <a:schemeClr val="tx1"/>
        </a:solidFill>
        <a:latin typeface="Arial" charset="0"/>
        <a:ea typeface="+mn-ea"/>
        <a:cs typeface="+mn-cs"/>
      </a:defRPr>
    </a:lvl7pPr>
    <a:lvl8pPr marL="3200400" algn="l" defTabSz="914400" rtl="0" eaLnBrk="1" latinLnBrk="0" hangingPunct="1">
      <a:defRPr sz="2400" kern="1200">
        <a:solidFill>
          <a:schemeClr val="tx1"/>
        </a:solidFill>
        <a:latin typeface="Arial" charset="0"/>
        <a:ea typeface="+mn-ea"/>
        <a:cs typeface="+mn-cs"/>
      </a:defRPr>
    </a:lvl8pPr>
    <a:lvl9pPr marL="3657600" algn="l" defTabSz="914400" rtl="0" eaLnBrk="1" latinLnBrk="0" hangingPunct="1">
      <a:defRPr sz="2400"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3072">
          <p15:clr>
            <a:srgbClr val="A4A3A4"/>
          </p15:clr>
        </p15:guide>
        <p15:guide id="2" pos="5577">
          <p15:clr>
            <a:srgbClr val="A4A3A4"/>
          </p15:clr>
        </p15:guide>
        <p15:guide id="3" pos="180">
          <p15:clr>
            <a:srgbClr val="A4A3A4"/>
          </p15:clr>
        </p15:guide>
        <p15:guide id="4" orient="horz" pos="3154">
          <p15:clr>
            <a:srgbClr val="A4A3A4"/>
          </p15:clr>
        </p15:guide>
        <p15:guide id="5" pos="174">
          <p15:clr>
            <a:srgbClr val="A4A3A4"/>
          </p15:clr>
        </p15:guide>
      </p15:sldGuideLst>
    </p:ext>
    <p:ext uri="{2D200454-40CA-4A62-9FC3-DE9A4176ACB9}">
      <p15:notesGuideLst xmlns:p15="http://schemas.microsoft.com/office/powerpoint/2012/main">
        <p15:guide id="1" orient="horz" pos="2928">
          <p15:clr>
            <a:srgbClr val="A4A3A4"/>
          </p15:clr>
        </p15:guide>
        <p15:guide id="2" pos="2208">
          <p15:clr>
            <a:srgbClr val="A4A3A4"/>
          </p15:clr>
        </p15:guide>
        <p15:guide id="3" orient="horz" pos="2640">
          <p15:clr>
            <a:srgbClr val="A4A3A4"/>
          </p15:clr>
        </p15:guide>
        <p15:guide id="4" pos="412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loop="1"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444444"/>
    <a:srgbClr val="808080"/>
    <a:srgbClr val="FFAF00"/>
    <a:srgbClr val="3DC6EF"/>
    <a:srgbClr val="6EA204"/>
    <a:srgbClr val="6E2585"/>
    <a:srgbClr val="3D6AE6"/>
    <a:srgbClr val="0085C3"/>
    <a:srgbClr val="AAAAA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6296" autoAdjust="0"/>
  </p:normalViewPr>
  <p:slideViewPr>
    <p:cSldViewPr snapToGrid="0">
      <p:cViewPr>
        <p:scale>
          <a:sx n="71" d="100"/>
          <a:sy n="71" d="100"/>
        </p:scale>
        <p:origin x="72" y="292"/>
      </p:cViewPr>
      <p:guideLst>
        <p:guide orient="horz" pos="3072"/>
        <p:guide pos="5577"/>
        <p:guide pos="180"/>
        <p:guide orient="horz" pos="3154"/>
        <p:guide pos="174"/>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137" d="100"/>
          <a:sy n="137" d="100"/>
        </p:scale>
        <p:origin x="-6224" y="-104"/>
      </p:cViewPr>
      <p:guideLst>
        <p:guide orient="horz" pos="2928"/>
        <p:guide pos="2208"/>
        <p:guide orient="horz" pos="2640"/>
        <p:guide pos="4128"/>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slide" Target="slides/slide6.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Master" Target="slideMasters/slideMaster4.xml"/><Relationship Id="rId12" Type="http://schemas.openxmlformats.org/officeDocument/2006/relationships/slide" Target="slides/slide5.xml"/><Relationship Id="rId17" Type="http://schemas.openxmlformats.org/officeDocument/2006/relationships/tags" Target="tags/tag1.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5" Type="http://schemas.openxmlformats.org/officeDocument/2006/relationships/slideMaster" Target="slideMasters/slideMaster2.xml"/><Relationship Id="rId15" Type="http://schemas.openxmlformats.org/officeDocument/2006/relationships/notesMaster" Target="notesMasters/notesMaster1.xml"/><Relationship Id="rId10" Type="http://schemas.openxmlformats.org/officeDocument/2006/relationships/slide" Target="slides/slide3.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4" name="fl" descr="                              Dell - Internal Use - Confidential&#10;"/>
          <p:cNvSpPr txBox="1"/>
          <p:nvPr/>
        </p:nvSpPr>
        <p:spPr>
          <a:xfrm>
            <a:off x="781241" y="8758238"/>
            <a:ext cx="899247" cy="84639"/>
          </a:xfrm>
          <a:prstGeom prst="rect">
            <a:avLst/>
          </a:prstGeom>
          <a:noFill/>
        </p:spPr>
        <p:txBody>
          <a:bodyPr vert="horz" wrap="none" lIns="0" tIns="0" rIns="0" bIns="0" rtlCol="0" anchor="ctr" anchorCtr="0">
            <a:spAutoFit/>
          </a:bodyPr>
          <a:lstStyle/>
          <a:p>
            <a:pPr marL="0" marR="0" indent="0" algn="l" defTabSz="914400" rtl="0" eaLnBrk="1" fontAlgn="base" latinLnBrk="0" hangingPunct="1">
              <a:lnSpc>
                <a:spcPct val="90000"/>
              </a:lnSpc>
              <a:spcBef>
                <a:spcPts val="100"/>
              </a:spcBef>
              <a:spcAft>
                <a:spcPts val="100"/>
              </a:spcAft>
              <a:buClrTx/>
              <a:buSzTx/>
              <a:buFontTx/>
              <a:buNone/>
              <a:tabLst/>
              <a:defRPr/>
            </a:pPr>
            <a:r>
              <a:rPr lang="en-US" sz="600" b="0" i="0" u="none" baseline="0" dirty="0">
                <a:solidFill>
                  <a:srgbClr val="444444"/>
                </a:solidFill>
                <a:latin typeface="+mn-lt"/>
              </a:rPr>
              <a:t>© Copyright 2016 Dell Inc.</a:t>
            </a:r>
          </a:p>
        </p:txBody>
      </p:sp>
      <p:sp>
        <p:nvSpPr>
          <p:cNvPr id="5" name="TextBox 4"/>
          <p:cNvSpPr txBox="1"/>
          <p:nvPr/>
        </p:nvSpPr>
        <p:spPr>
          <a:xfrm>
            <a:off x="481013" y="8758238"/>
            <a:ext cx="94039" cy="84639"/>
          </a:xfrm>
          <a:prstGeom prst="rect">
            <a:avLst/>
          </a:prstGeom>
        </p:spPr>
        <p:txBody>
          <a:bodyPr vert="horz" wrap="none" lIns="0" tIns="0" rIns="0" bIns="0" rtlCol="0" anchor="ctr" anchorCtr="0">
            <a:spAutoFit/>
          </a:bodyPr>
          <a:lstStyle/>
          <a:p>
            <a:pPr algn="l" rtl="0" fontAlgn="base">
              <a:lnSpc>
                <a:spcPct val="90000"/>
              </a:lnSpc>
              <a:spcBef>
                <a:spcPct val="0"/>
              </a:spcBef>
              <a:spcAft>
                <a:spcPct val="0"/>
              </a:spcAft>
              <a:buClr>
                <a:schemeClr val="bg1"/>
              </a:buClr>
            </a:pPr>
            <a:fld id="{58EC7406-F4CC-4ABF-902E-2AF4E70E5C0F}" type="slidenum">
              <a:rPr lang="en-US" sz="600" b="0" kern="1200" smtClean="0">
                <a:solidFill>
                  <a:srgbClr val="444444"/>
                </a:solidFill>
                <a:latin typeface="+mn-lt"/>
                <a:ea typeface="+mn-ea"/>
                <a:cs typeface="+mn-cs"/>
              </a:rPr>
              <a:pPr algn="l" rtl="0" fontAlgn="base">
                <a:lnSpc>
                  <a:spcPct val="90000"/>
                </a:lnSpc>
                <a:spcBef>
                  <a:spcPct val="0"/>
                </a:spcBef>
                <a:spcAft>
                  <a:spcPct val="0"/>
                </a:spcAft>
                <a:buClr>
                  <a:schemeClr val="bg1"/>
                </a:buClr>
              </a:pPr>
              <a:t>‹#›</a:t>
            </a:fld>
            <a:endParaRPr lang="en-US" sz="600" b="0" kern="1200" dirty="0" err="1">
              <a:solidFill>
                <a:srgbClr val="444444"/>
              </a:solidFill>
              <a:latin typeface="+mn-lt"/>
              <a:ea typeface="+mn-ea"/>
              <a:cs typeface="+mn-cs"/>
            </a:endParaRPr>
          </a:p>
        </p:txBody>
      </p:sp>
    </p:spTree>
    <p:extLst>
      <p:ext uri="{BB962C8B-B14F-4D97-AF65-F5344CB8AC3E}">
        <p14:creationId xmlns:p14="http://schemas.microsoft.com/office/powerpoint/2010/main" val="3202683488"/>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6628" name="Rectangle 4"/>
          <p:cNvSpPr>
            <a:spLocks noGrp="1" noRot="1" noChangeAspect="1" noChangeArrowheads="1" noTextEdit="1"/>
          </p:cNvSpPr>
          <p:nvPr>
            <p:ph type="sldImg" idx="2"/>
          </p:nvPr>
        </p:nvSpPr>
        <p:spPr bwMode="auto">
          <a:xfrm>
            <a:off x="457200" y="384175"/>
            <a:ext cx="6096000" cy="3430212"/>
          </a:xfrm>
          <a:prstGeom prst="rect">
            <a:avLst/>
          </a:prstGeom>
          <a:noFill/>
          <a:ln w="9525">
            <a:solidFill>
              <a:srgbClr val="000000"/>
            </a:solidFill>
            <a:miter lim="800000"/>
            <a:headEnd/>
            <a:tailEnd/>
          </a:ln>
        </p:spPr>
        <p:txBody>
          <a:bodyPr/>
          <a:lstStyle/>
          <a:p>
            <a:endParaRPr lang="en-US" dirty="0"/>
          </a:p>
        </p:txBody>
      </p:sp>
      <p:sp>
        <p:nvSpPr>
          <p:cNvPr id="71685" name="Rectangle 5"/>
          <p:cNvSpPr>
            <a:spLocks noGrp="1" noChangeArrowheads="1"/>
          </p:cNvSpPr>
          <p:nvPr>
            <p:ph type="body" sz="quarter" idx="3"/>
          </p:nvPr>
        </p:nvSpPr>
        <p:spPr bwMode="auto">
          <a:xfrm>
            <a:off x="457200" y="4191000"/>
            <a:ext cx="6096000" cy="4587305"/>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6" name="fl" descr="                              Dell - Internal Use - Confidential&#10;"/>
          <p:cNvSpPr txBox="1"/>
          <p:nvPr/>
        </p:nvSpPr>
        <p:spPr>
          <a:xfrm>
            <a:off x="762000" y="8991600"/>
            <a:ext cx="899247" cy="84639"/>
          </a:xfrm>
          <a:prstGeom prst="rect">
            <a:avLst/>
          </a:prstGeom>
          <a:noFill/>
        </p:spPr>
        <p:txBody>
          <a:bodyPr vert="horz" wrap="none" lIns="0" tIns="0" rIns="0" bIns="0" rtlCol="0" anchor="ctr" anchorCtr="0">
            <a:spAutoFit/>
          </a:bodyPr>
          <a:lstStyle/>
          <a:p>
            <a:pPr marL="0" marR="0" indent="0" algn="l" defTabSz="914400" rtl="0" eaLnBrk="1" fontAlgn="base" latinLnBrk="0" hangingPunct="1">
              <a:lnSpc>
                <a:spcPct val="90000"/>
              </a:lnSpc>
              <a:spcBef>
                <a:spcPts val="100"/>
              </a:spcBef>
              <a:spcAft>
                <a:spcPts val="100"/>
              </a:spcAft>
              <a:buClrTx/>
              <a:buSzTx/>
              <a:buFontTx/>
              <a:buNone/>
              <a:tabLst/>
              <a:defRPr/>
            </a:pPr>
            <a:r>
              <a:rPr lang="en-US" sz="600" b="0" i="0" u="none" baseline="0" dirty="0">
                <a:solidFill>
                  <a:srgbClr val="444444"/>
                </a:solidFill>
                <a:latin typeface="+mn-lt"/>
              </a:rPr>
              <a:t>© Copyright 2016 Dell Inc.</a:t>
            </a:r>
          </a:p>
        </p:txBody>
      </p:sp>
      <p:sp>
        <p:nvSpPr>
          <p:cNvPr id="7" name="TextBox 6"/>
          <p:cNvSpPr txBox="1"/>
          <p:nvPr/>
        </p:nvSpPr>
        <p:spPr>
          <a:xfrm>
            <a:off x="461772" y="8991600"/>
            <a:ext cx="94039" cy="84639"/>
          </a:xfrm>
          <a:prstGeom prst="rect">
            <a:avLst/>
          </a:prstGeom>
        </p:spPr>
        <p:txBody>
          <a:bodyPr vert="horz" wrap="none" lIns="0" tIns="0" rIns="0" bIns="0" rtlCol="0" anchor="ctr" anchorCtr="0">
            <a:spAutoFit/>
          </a:bodyPr>
          <a:lstStyle/>
          <a:p>
            <a:pPr algn="l" rtl="0" fontAlgn="base">
              <a:lnSpc>
                <a:spcPct val="90000"/>
              </a:lnSpc>
              <a:spcBef>
                <a:spcPct val="0"/>
              </a:spcBef>
              <a:spcAft>
                <a:spcPct val="0"/>
              </a:spcAft>
              <a:buClr>
                <a:schemeClr val="bg1"/>
              </a:buClr>
            </a:pPr>
            <a:fld id="{58EC7406-F4CC-4ABF-902E-2AF4E70E5C0F}" type="slidenum">
              <a:rPr lang="en-US" sz="600" b="0" kern="1200" smtClean="0">
                <a:solidFill>
                  <a:srgbClr val="444444"/>
                </a:solidFill>
                <a:latin typeface="+mn-lt"/>
                <a:ea typeface="+mn-ea"/>
                <a:cs typeface="+mn-cs"/>
              </a:rPr>
              <a:pPr algn="l" rtl="0" fontAlgn="base">
                <a:lnSpc>
                  <a:spcPct val="90000"/>
                </a:lnSpc>
                <a:spcBef>
                  <a:spcPct val="0"/>
                </a:spcBef>
                <a:spcAft>
                  <a:spcPct val="0"/>
                </a:spcAft>
                <a:buClr>
                  <a:schemeClr val="bg1"/>
                </a:buClr>
              </a:pPr>
              <a:t>‹#›</a:t>
            </a:fld>
            <a:endParaRPr lang="en-US" sz="600" b="0" kern="1200" dirty="0" err="1">
              <a:solidFill>
                <a:srgbClr val="444444"/>
              </a:solidFill>
              <a:latin typeface="+mn-lt"/>
              <a:ea typeface="+mn-ea"/>
              <a:cs typeface="+mn-cs"/>
            </a:endParaRPr>
          </a:p>
        </p:txBody>
      </p:sp>
    </p:spTree>
    <p:extLst>
      <p:ext uri="{BB962C8B-B14F-4D97-AF65-F5344CB8AC3E}">
        <p14:creationId xmlns:p14="http://schemas.microsoft.com/office/powerpoint/2010/main" val="857168872"/>
      </p:ext>
    </p:extLst>
  </p:cSld>
  <p:clrMap bg1="lt1" tx1="dk1" bg2="lt2" tx2="dk2" accent1="accent1" accent2="accent2" accent3="accent3" accent4="accent4" accent5="accent5" accent6="accent6" hlink="hlink" folHlink="folHlink"/>
  <p:hf hdr="0" ftr="0"/>
  <p:notesStyle>
    <a:lvl1pPr algn="l" rtl="0" eaLnBrk="0" fontAlgn="base" hangingPunct="0">
      <a:spcBef>
        <a:spcPct val="30000"/>
      </a:spcBef>
      <a:spcAft>
        <a:spcPct val="0"/>
      </a:spcAft>
      <a:defRPr sz="1200" kern="1200">
        <a:solidFill>
          <a:schemeClr val="tx1"/>
        </a:solidFill>
        <a:latin typeface="Arial"/>
        <a:ea typeface="+mn-ea"/>
        <a:cs typeface="+mn-cs"/>
      </a:defRPr>
    </a:lvl1pPr>
    <a:lvl2pPr marL="457200" algn="l" rtl="0" eaLnBrk="0" fontAlgn="base" hangingPunct="0">
      <a:spcBef>
        <a:spcPct val="30000"/>
      </a:spcBef>
      <a:spcAft>
        <a:spcPct val="0"/>
      </a:spcAft>
      <a:defRPr sz="1200" kern="1200">
        <a:solidFill>
          <a:schemeClr val="tx1"/>
        </a:solidFill>
        <a:latin typeface="Arial"/>
        <a:ea typeface="+mn-ea"/>
        <a:cs typeface="+mn-cs"/>
      </a:defRPr>
    </a:lvl2pPr>
    <a:lvl3pPr marL="914400" algn="l" rtl="0" eaLnBrk="0" fontAlgn="base" hangingPunct="0">
      <a:spcBef>
        <a:spcPct val="30000"/>
      </a:spcBef>
      <a:spcAft>
        <a:spcPct val="0"/>
      </a:spcAft>
      <a:defRPr sz="1200" kern="1200">
        <a:solidFill>
          <a:schemeClr val="tx1"/>
        </a:solidFill>
        <a:latin typeface="Arial"/>
        <a:ea typeface="+mn-ea"/>
        <a:cs typeface="+mn-cs"/>
      </a:defRPr>
    </a:lvl3pPr>
    <a:lvl4pPr marL="1371600" algn="l" rtl="0" eaLnBrk="0" fontAlgn="base" hangingPunct="0">
      <a:spcBef>
        <a:spcPct val="30000"/>
      </a:spcBef>
      <a:spcAft>
        <a:spcPct val="0"/>
      </a:spcAft>
      <a:defRPr sz="1200" kern="1200">
        <a:solidFill>
          <a:schemeClr val="tx1"/>
        </a:solidFill>
        <a:latin typeface="Arial"/>
        <a:ea typeface="+mn-ea"/>
        <a:cs typeface="+mn-cs"/>
      </a:defRPr>
    </a:lvl4pPr>
    <a:lvl5pPr marL="1828800" algn="l" rtl="0" eaLnBrk="0" fontAlgn="base" hangingPunct="0">
      <a:spcBef>
        <a:spcPct val="30000"/>
      </a:spcBef>
      <a:spcAft>
        <a:spcPct val="0"/>
      </a:spcAft>
      <a:defRPr sz="1200" kern="1200">
        <a:solidFill>
          <a:schemeClr val="tx1"/>
        </a:solidFill>
        <a:latin typeface="Arial"/>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84175"/>
            <a:ext cx="6096000" cy="3430588"/>
          </a:xfrm>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21503"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2013 Microsoft Corporation. All rights reserved. Microsoft, Windows, and other product names are or may be registered trademarks and/or trademarks in the U.S. and/or other countries. 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64CFA94A-519F-445C-B30C-9E76FA6A2031}" type="datetime8">
              <a:rPr lang="en-US" smtClean="0"/>
              <a:t>1/30/2017 10:37 AM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2</a:t>
            </a:fld>
            <a:endParaRPr lang="en-US" dirty="0"/>
          </a:p>
        </p:txBody>
      </p:sp>
    </p:spTree>
    <p:extLst>
      <p:ext uri="{BB962C8B-B14F-4D97-AF65-F5344CB8AC3E}">
        <p14:creationId xmlns:p14="http://schemas.microsoft.com/office/powerpoint/2010/main" val="39712965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84175"/>
            <a:ext cx="6096000" cy="3430588"/>
          </a:xfrm>
        </p:spPr>
      </p:sp>
      <p:sp>
        <p:nvSpPr>
          <p:cNvPr id="3" name="Notes Placeholder 2"/>
          <p:cNvSpPr>
            <a:spLocks noGrp="1"/>
          </p:cNvSpPr>
          <p:nvPr>
            <p:ph type="body" idx="1"/>
          </p:nvPr>
        </p:nvSpPr>
        <p:spPr/>
        <p:txBody>
          <a:bodyPr/>
          <a:lstStyle/>
          <a:p>
            <a:r>
              <a:rPr lang="en-US" dirty="0"/>
              <a:t>Anyone</a:t>
            </a:r>
            <a:r>
              <a:rPr lang="en-US" baseline="0" dirty="0"/>
              <a:t> that is not connected somehow?</a:t>
            </a:r>
            <a:endParaRPr lang="en-US" dirty="0"/>
          </a:p>
        </p:txBody>
      </p:sp>
      <p:sp>
        <p:nvSpPr>
          <p:cNvPr id="4" name="Slide Number Placeholder 3"/>
          <p:cNvSpPr>
            <a:spLocks noGrp="1"/>
          </p:cNvSpPr>
          <p:nvPr>
            <p:ph type="sldNum" sz="quarter" idx="10"/>
          </p:nvPr>
        </p:nvSpPr>
        <p:spPr/>
        <p:txBody>
          <a:bodyPr/>
          <a:lstStyle/>
          <a:p>
            <a:fld id="{49DF9387-4DF6-41B2-BC33-97FCCE6FABB5}" type="slidenum">
              <a:rPr lang="nl-NL" smtClean="0"/>
              <a:t>3</a:t>
            </a:fld>
            <a:endParaRPr lang="nl-NL"/>
          </a:p>
        </p:txBody>
      </p:sp>
    </p:spTree>
    <p:extLst>
      <p:ext uri="{BB962C8B-B14F-4D97-AF65-F5344CB8AC3E}">
        <p14:creationId xmlns:p14="http://schemas.microsoft.com/office/powerpoint/2010/main" val="15619451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84175"/>
            <a:ext cx="6096000" cy="3430588"/>
          </a:xfrm>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Segoe UI" pitchFamily="34" charset="0"/>
                <a:ea typeface="+mn-ea"/>
                <a:cs typeface="+mn-cs"/>
              </a:rPr>
              <a:t>WinHEC 2015</a:t>
            </a: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11"/>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2015 Microsoft Corporation. All rights reserved. MICROSOFT MAKES NO WARRANTIES, EXPRESS, IMPLIED OR STATUTORY, AS TO THE INFORMATION IN THIS PRESENTATION.</a:t>
            </a:r>
            <a:endPar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38EEC551-8CDA-4EB6-89BB-2A86C9F091C8}"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1/30/2017 10:34 AM</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7351811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ysClr val="windowText" lastClr="000000"/>
                </a:solidFill>
                <a:effectLst/>
                <a:uLnTx/>
                <a:uFillTx/>
                <a:latin typeface="Segoe UI" pitchFamily="34" charset="0"/>
                <a:ea typeface="+mn-ea"/>
                <a:cs typeface="+mn-cs"/>
              </a:rPr>
              <a:t>Microsoft Worldwide Partner Conference 2016</a:t>
            </a:r>
          </a:p>
        </p:txBody>
      </p:sp>
      <p:sp>
        <p:nvSpPr>
          <p:cNvPr id="5" name="Footer Placeholder 4"/>
          <p:cNvSpPr>
            <a:spLocks noGrp="1"/>
          </p:cNvSpPr>
          <p:nvPr>
            <p:ph type="ftr" sz="quarter" idx="11"/>
          </p:nvPr>
        </p:nvSpPr>
        <p:spPr/>
        <p:txBody>
          <a:bodyPr/>
          <a:lstStyle/>
          <a:p>
            <a:pPr marL="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2016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8EEC551-8CDA-4EB6-89BB-2A86C9F091C8}" type="datetime8">
              <a:rPr kumimoji="0" lang="en-US" sz="1800" b="0" i="0" u="none" strike="noStrike" kern="0" cap="none" spc="0" normalizeH="0" baseline="0" noProof="0" smtClean="0">
                <a:ln>
                  <a:noFill/>
                </a:ln>
                <a:solidFill>
                  <a:sysClr val="windowText" lastClr="000000"/>
                </a:solidFill>
                <a:effectLst/>
                <a:uLnTx/>
                <a:uFillTx/>
                <a:latin typeface="Segoe UI"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1/30/2017 10:34 AM</a:t>
            </a:fld>
            <a:endParaRPr kumimoji="0" lang="en-US" sz="1800" b="0" i="0" u="none" strike="noStrike" kern="0" cap="none" spc="0" normalizeH="0" baseline="0" noProof="0" dirty="0">
              <a:ln>
                <a:noFill/>
              </a:ln>
              <a:solidFill>
                <a:sysClr val="windowText" lastClr="000000"/>
              </a:solidFill>
              <a:effectLst/>
              <a:uLnTx/>
              <a:uFillTx/>
              <a:latin typeface="Segoe UI" pitchFamily="34" charset="0"/>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800" b="0" i="0" u="none" strike="noStrike" kern="0" cap="none" spc="0" normalizeH="0" baseline="0" noProof="0" smtClean="0">
                <a:ln>
                  <a:noFill/>
                </a:ln>
                <a:solidFill>
                  <a:sysClr val="windowText" lastClr="000000"/>
                </a:solidFill>
                <a:effectLst/>
                <a:uLnTx/>
                <a:uFillTx/>
                <a:latin typeface="Segoe UI"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800" b="0" i="0" u="none" strike="noStrike" kern="0" cap="none" spc="0" normalizeH="0" baseline="0" noProof="0" dirty="0">
              <a:ln>
                <a:noFill/>
              </a:ln>
              <a:solidFill>
                <a:sysClr val="windowText" lastClr="000000"/>
              </a:solidFill>
              <a:effectLst/>
              <a:uLnTx/>
              <a:uFillTx/>
              <a:latin typeface="Segoe UI" pitchFamily="34" charset="0"/>
              <a:ea typeface="+mn-ea"/>
              <a:cs typeface="+mn-cs"/>
            </a:endParaRPr>
          </a:p>
        </p:txBody>
      </p:sp>
    </p:spTree>
    <p:extLst>
      <p:ext uri="{BB962C8B-B14F-4D97-AF65-F5344CB8AC3E}">
        <p14:creationId xmlns:p14="http://schemas.microsoft.com/office/powerpoint/2010/main" val="31891184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84175"/>
            <a:ext cx="6096000" cy="3430588"/>
          </a:xfrm>
        </p:spPr>
      </p:sp>
      <p:sp>
        <p:nvSpPr>
          <p:cNvPr id="3" name="Notes Placeholder 2"/>
          <p:cNvSpPr>
            <a:spLocks noGrp="1"/>
          </p:cNvSpPr>
          <p:nvPr>
            <p:ph type="body" idx="1"/>
          </p:nvPr>
        </p:nvSpPr>
        <p:spPr/>
        <p:txBody>
          <a:bodyPr/>
          <a:lstStyle/>
          <a:p>
            <a:r>
              <a:rPr lang="nl-NL" dirty="0"/>
              <a:t>Walkthrough...</a:t>
            </a:r>
          </a:p>
        </p:txBody>
      </p:sp>
      <p:sp>
        <p:nvSpPr>
          <p:cNvPr id="4" name="Slide Number Placeholder 3"/>
          <p:cNvSpPr>
            <a:spLocks noGrp="1"/>
          </p:cNvSpPr>
          <p:nvPr>
            <p:ph type="sldNum" sz="quarter" idx="10"/>
          </p:nvPr>
        </p:nvSpPr>
        <p:spPr/>
        <p:txBody>
          <a:bodyPr/>
          <a:lstStyle/>
          <a:p>
            <a:fld id="{49DF9387-4DF6-41B2-BC33-97FCCE6FABB5}" type="slidenum">
              <a:rPr lang="nl-NL" smtClean="0"/>
              <a:t>6</a:t>
            </a:fld>
            <a:endParaRPr lang="nl-NL"/>
          </a:p>
        </p:txBody>
      </p:sp>
    </p:spTree>
    <p:extLst>
      <p:ext uri="{BB962C8B-B14F-4D97-AF65-F5344CB8AC3E}">
        <p14:creationId xmlns:p14="http://schemas.microsoft.com/office/powerpoint/2010/main" val="74284935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_Image 1">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60846" cy="5152976"/>
          </a:xfrm>
          <a:prstGeom prst="rect">
            <a:avLst/>
          </a:prstGeom>
        </p:spPr>
      </p:pic>
      <p:sp>
        <p:nvSpPr>
          <p:cNvPr id="9" name="Title Placeholder 21"/>
          <p:cNvSpPr>
            <a:spLocks noGrp="1"/>
          </p:cNvSpPr>
          <p:nvPr>
            <p:ph type="ctrTitle" hasCustomPrompt="1"/>
          </p:nvPr>
        </p:nvSpPr>
        <p:spPr>
          <a:xfrm>
            <a:off x="274319" y="290332"/>
            <a:ext cx="5200791" cy="1661993"/>
          </a:xfrm>
          <a:prstGeom prst="rect">
            <a:avLst/>
          </a:prstGeom>
        </p:spPr>
        <p:txBody>
          <a:bodyPr wrap="square" lIns="0" rIns="0" anchor="b" anchorCtr="0">
            <a:normAutofit/>
          </a:bodyPr>
          <a:lstStyle>
            <a:lvl1pPr algn="l">
              <a:lnSpc>
                <a:spcPct val="100000"/>
              </a:lnSpc>
              <a:spcAft>
                <a:spcPts val="0"/>
              </a:spcAft>
              <a:defRPr sz="5400" b="0" i="0" smtClean="0">
                <a:solidFill>
                  <a:schemeClr val="tx2"/>
                </a:solidFill>
                <a:latin typeface="Arial" panose="020B0604020202020204" pitchFamily="34" charset="0"/>
                <a:ea typeface="Arial" panose="020B0604020202020204" pitchFamily="34" charset="0"/>
                <a:cs typeface="Arial" panose="020B0604020202020204" pitchFamily="34" charset="0"/>
              </a:defRPr>
            </a:lvl1pPr>
          </a:lstStyle>
          <a:p>
            <a:r>
              <a:rPr lang="en-US" dirty="0"/>
              <a:t>Click to edit</a:t>
            </a:r>
            <a:br>
              <a:rPr lang="en-US" dirty="0"/>
            </a:br>
            <a:r>
              <a:rPr lang="en-US" dirty="0"/>
              <a:t>title slide</a:t>
            </a:r>
          </a:p>
        </p:txBody>
      </p:sp>
      <p:sp>
        <p:nvSpPr>
          <p:cNvPr id="8" name="Text Placeholder 12"/>
          <p:cNvSpPr>
            <a:spLocks noGrp="1"/>
          </p:cNvSpPr>
          <p:nvPr>
            <p:ph type="subTitle" idx="1" hasCustomPrompt="1"/>
          </p:nvPr>
        </p:nvSpPr>
        <p:spPr>
          <a:xfrm>
            <a:off x="274320" y="2252133"/>
            <a:ext cx="5200791" cy="307777"/>
          </a:xfrm>
          <a:prstGeom prst="rect">
            <a:avLst/>
          </a:prstGeom>
        </p:spPr>
        <p:txBody>
          <a:bodyPr wrap="square" lIns="0" tIns="0" rIns="0" bIns="0" anchor="t" anchorCtr="0">
            <a:spAutoFit/>
          </a:bodyPr>
          <a:lstStyle>
            <a:lvl1pPr marL="0" indent="0" algn="l">
              <a:buFont typeface="Wingdings" pitchFamily="2" charset="2"/>
              <a:buNone/>
              <a:defRPr sz="2000" b="1" i="0" smtClean="0">
                <a:solidFill>
                  <a:schemeClr val="tx2"/>
                </a:solidFill>
                <a:latin typeface="Arial" panose="020B0604020202020204" pitchFamily="34" charset="0"/>
                <a:ea typeface="Arial" panose="020B0604020202020204" pitchFamily="34" charset="0"/>
                <a:cs typeface="Arial" panose="020B0604020202020204" pitchFamily="34" charset="0"/>
              </a:defRPr>
            </a:lvl1pPr>
          </a:lstStyle>
          <a:p>
            <a:r>
              <a:rPr lang="en-US" dirty="0"/>
              <a:t>Click to edit master subtitle style</a:t>
            </a:r>
          </a:p>
        </p:txBody>
      </p:sp>
      <p:pic>
        <p:nvPicPr>
          <p:cNvPr id="10" name="Picture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080133" y="4374069"/>
            <a:ext cx="1630654" cy="290800"/>
          </a:xfrm>
          <a:prstGeom prst="rect">
            <a:avLst/>
          </a:prstGeom>
        </p:spPr>
      </p:pic>
    </p:spTree>
    <p:extLst>
      <p:ext uri="{BB962C8B-B14F-4D97-AF65-F5344CB8AC3E}">
        <p14:creationId xmlns:p14="http://schemas.microsoft.com/office/powerpoint/2010/main" val="3987587708"/>
      </p:ext>
    </p:extLst>
  </p:cSld>
  <p:clrMapOvr>
    <a:masterClrMapping/>
  </p:clrMapOvr>
  <p:transition spd="med">
    <p:wipe dir="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_Image 2">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60844" cy="5152975"/>
          </a:xfrm>
          <a:prstGeom prst="rect">
            <a:avLst/>
          </a:prstGeom>
        </p:spPr>
      </p:pic>
      <p:sp>
        <p:nvSpPr>
          <p:cNvPr id="9" name="Title Placeholder 21"/>
          <p:cNvSpPr>
            <a:spLocks noGrp="1"/>
          </p:cNvSpPr>
          <p:nvPr>
            <p:ph type="ctrTitle" hasCustomPrompt="1"/>
          </p:nvPr>
        </p:nvSpPr>
        <p:spPr>
          <a:xfrm>
            <a:off x="274320" y="289726"/>
            <a:ext cx="5200791" cy="1661993"/>
          </a:xfrm>
          <a:prstGeom prst="rect">
            <a:avLst/>
          </a:prstGeom>
        </p:spPr>
        <p:txBody>
          <a:bodyPr wrap="square" lIns="0" rIns="0" anchor="b" anchorCtr="0">
            <a:normAutofit/>
          </a:bodyPr>
          <a:lstStyle>
            <a:lvl1pPr>
              <a:defRPr lang="en-US" sz="5400" i="0" dirty="0" smtClean="0">
                <a:solidFill>
                  <a:schemeClr val="tx2"/>
                </a:solidFill>
                <a:latin typeface="Arial" panose="020B0604020202020204" pitchFamily="34" charset="0"/>
                <a:ea typeface="Arial" panose="020B0604020202020204" pitchFamily="34" charset="0"/>
                <a:cs typeface="Arial" panose="020B0604020202020204" pitchFamily="34" charset="0"/>
              </a:defRPr>
            </a:lvl1pPr>
          </a:lstStyle>
          <a:p>
            <a:pPr lvl="0">
              <a:lnSpc>
                <a:spcPct val="100000"/>
              </a:lnSpc>
              <a:spcAft>
                <a:spcPts val="0"/>
              </a:spcAft>
            </a:pPr>
            <a:r>
              <a:rPr lang="en-US" dirty="0"/>
              <a:t>Click to edit</a:t>
            </a:r>
            <a:br>
              <a:rPr lang="en-US" dirty="0"/>
            </a:br>
            <a:r>
              <a:rPr lang="en-US" dirty="0"/>
              <a:t>title slide</a:t>
            </a:r>
          </a:p>
        </p:txBody>
      </p:sp>
      <p:sp>
        <p:nvSpPr>
          <p:cNvPr id="8" name="Text Placeholder 12"/>
          <p:cNvSpPr>
            <a:spLocks noGrp="1"/>
          </p:cNvSpPr>
          <p:nvPr>
            <p:ph type="subTitle" idx="1" hasCustomPrompt="1"/>
          </p:nvPr>
        </p:nvSpPr>
        <p:spPr>
          <a:xfrm>
            <a:off x="274320" y="2252133"/>
            <a:ext cx="5200791" cy="307777"/>
          </a:xfrm>
          <a:prstGeom prst="rect">
            <a:avLst/>
          </a:prstGeom>
        </p:spPr>
        <p:txBody>
          <a:bodyPr wrap="square" lIns="0" tIns="0" rIns="0" bIns="0" anchor="t" anchorCtr="0">
            <a:spAutoFit/>
          </a:bodyPr>
          <a:lstStyle>
            <a:lvl1pPr marL="0" indent="0" algn="l">
              <a:buFont typeface="Wingdings" pitchFamily="2" charset="2"/>
              <a:buNone/>
              <a:defRPr sz="2000" b="1" i="0" smtClean="0">
                <a:solidFill>
                  <a:schemeClr val="tx2"/>
                </a:solidFill>
                <a:latin typeface="Arial" panose="020B0604020202020204" pitchFamily="34" charset="0"/>
                <a:ea typeface="Arial" panose="020B0604020202020204" pitchFamily="34" charset="0"/>
                <a:cs typeface="Arial" panose="020B0604020202020204" pitchFamily="34" charset="0"/>
              </a:defRPr>
            </a:lvl1pPr>
          </a:lstStyle>
          <a:p>
            <a:r>
              <a:rPr lang="en-US" dirty="0"/>
              <a:t>Click to edit master subtitle style</a:t>
            </a:r>
          </a:p>
        </p:txBody>
      </p:sp>
      <p:pic>
        <p:nvPicPr>
          <p:cNvPr id="6" name="Picture 5"/>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080133" y="4374069"/>
            <a:ext cx="1630654" cy="290800"/>
          </a:xfrm>
          <a:prstGeom prst="rect">
            <a:avLst/>
          </a:prstGeom>
        </p:spPr>
      </p:pic>
    </p:spTree>
    <p:extLst>
      <p:ext uri="{BB962C8B-B14F-4D97-AF65-F5344CB8AC3E}">
        <p14:creationId xmlns:p14="http://schemas.microsoft.com/office/powerpoint/2010/main" val="417532562"/>
      </p:ext>
    </p:extLst>
  </p:cSld>
  <p:clrMapOvr>
    <a:masterClrMapping/>
  </p:clrMapOvr>
  <p:transition spd="med">
    <p:wipe dir="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_Image 3">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60844" cy="5152975"/>
          </a:xfrm>
          <a:prstGeom prst="rect">
            <a:avLst/>
          </a:prstGeom>
        </p:spPr>
      </p:pic>
      <p:sp>
        <p:nvSpPr>
          <p:cNvPr id="9" name="Title Placeholder 21"/>
          <p:cNvSpPr>
            <a:spLocks noGrp="1"/>
          </p:cNvSpPr>
          <p:nvPr>
            <p:ph type="ctrTitle" hasCustomPrompt="1"/>
          </p:nvPr>
        </p:nvSpPr>
        <p:spPr>
          <a:xfrm>
            <a:off x="274319" y="288114"/>
            <a:ext cx="5200791" cy="1661993"/>
          </a:xfrm>
          <a:prstGeom prst="rect">
            <a:avLst/>
          </a:prstGeom>
        </p:spPr>
        <p:txBody>
          <a:bodyPr wrap="square" lIns="0" rIns="0" anchor="b" anchorCtr="0">
            <a:normAutofit/>
          </a:bodyPr>
          <a:lstStyle>
            <a:lvl1pPr algn="l">
              <a:lnSpc>
                <a:spcPct val="100000"/>
              </a:lnSpc>
              <a:spcAft>
                <a:spcPts val="0"/>
              </a:spcAft>
              <a:defRPr sz="5400" b="0" i="0" smtClean="0">
                <a:solidFill>
                  <a:schemeClr val="tx2"/>
                </a:solidFill>
                <a:latin typeface="Arial" panose="020B0604020202020204" pitchFamily="34" charset="0"/>
                <a:ea typeface="Arial" panose="020B0604020202020204" pitchFamily="34" charset="0"/>
                <a:cs typeface="Arial" panose="020B0604020202020204" pitchFamily="34" charset="0"/>
              </a:defRPr>
            </a:lvl1pPr>
          </a:lstStyle>
          <a:p>
            <a:r>
              <a:rPr lang="en-US" dirty="0"/>
              <a:t>Click to edit</a:t>
            </a:r>
            <a:br>
              <a:rPr lang="en-US" dirty="0"/>
            </a:br>
            <a:r>
              <a:rPr lang="en-US" dirty="0"/>
              <a:t>title slide</a:t>
            </a:r>
          </a:p>
        </p:txBody>
      </p:sp>
      <p:sp>
        <p:nvSpPr>
          <p:cNvPr id="8" name="Text Placeholder 12"/>
          <p:cNvSpPr>
            <a:spLocks noGrp="1"/>
          </p:cNvSpPr>
          <p:nvPr>
            <p:ph type="subTitle" idx="1" hasCustomPrompt="1"/>
          </p:nvPr>
        </p:nvSpPr>
        <p:spPr>
          <a:xfrm>
            <a:off x="274320" y="2252133"/>
            <a:ext cx="5200791" cy="307777"/>
          </a:xfrm>
          <a:prstGeom prst="rect">
            <a:avLst/>
          </a:prstGeom>
        </p:spPr>
        <p:txBody>
          <a:bodyPr wrap="square" lIns="0" tIns="0" rIns="0" bIns="0" anchor="t" anchorCtr="0">
            <a:spAutoFit/>
          </a:bodyPr>
          <a:lstStyle>
            <a:lvl1pPr marL="0" indent="0" algn="l">
              <a:buFont typeface="Wingdings" pitchFamily="2" charset="2"/>
              <a:buNone/>
              <a:defRPr sz="2000" b="1" i="0" smtClean="0">
                <a:solidFill>
                  <a:schemeClr val="tx2"/>
                </a:solidFill>
                <a:latin typeface="Arial" panose="020B0604020202020204" pitchFamily="34" charset="0"/>
                <a:ea typeface="Arial" panose="020B0604020202020204" pitchFamily="34" charset="0"/>
                <a:cs typeface="Arial" panose="020B0604020202020204" pitchFamily="34" charset="0"/>
              </a:defRPr>
            </a:lvl1pPr>
          </a:lstStyle>
          <a:p>
            <a:r>
              <a:rPr lang="en-US" dirty="0"/>
              <a:t>Click to edit master subtitle style</a:t>
            </a:r>
          </a:p>
        </p:txBody>
      </p:sp>
      <p:pic>
        <p:nvPicPr>
          <p:cNvPr id="6" name="Picture 5"/>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080133" y="4374069"/>
            <a:ext cx="1630654" cy="290800"/>
          </a:xfrm>
          <a:prstGeom prst="rect">
            <a:avLst/>
          </a:prstGeom>
        </p:spPr>
      </p:pic>
    </p:spTree>
    <p:extLst>
      <p:ext uri="{BB962C8B-B14F-4D97-AF65-F5344CB8AC3E}">
        <p14:creationId xmlns:p14="http://schemas.microsoft.com/office/powerpoint/2010/main" val="1282294959"/>
      </p:ext>
    </p:extLst>
  </p:cSld>
  <p:clrMapOvr>
    <a:masterClrMapping/>
  </p:clrMapOvr>
  <p:transition spd="med">
    <p:wipe dir="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slide_Black">
    <p:bg>
      <p:bgPr>
        <a:solidFill>
          <a:schemeClr val="bg2"/>
        </a:solidFill>
        <a:effectLst/>
      </p:bgPr>
    </p:bg>
    <p:spTree>
      <p:nvGrpSpPr>
        <p:cNvPr id="1" name=""/>
        <p:cNvGrpSpPr/>
        <p:nvPr/>
      </p:nvGrpSpPr>
      <p:grpSpPr>
        <a:xfrm>
          <a:off x="0" y="0"/>
          <a:ext cx="0" cy="0"/>
          <a:chOff x="0" y="0"/>
          <a:chExt cx="0" cy="0"/>
        </a:xfrm>
      </p:grpSpPr>
      <p:sp>
        <p:nvSpPr>
          <p:cNvPr id="361476" name="Title Placeholder 21"/>
          <p:cNvSpPr>
            <a:spLocks noGrp="1"/>
          </p:cNvSpPr>
          <p:nvPr>
            <p:ph type="ctrTitle" hasCustomPrompt="1"/>
          </p:nvPr>
        </p:nvSpPr>
        <p:spPr>
          <a:xfrm>
            <a:off x="274320" y="289291"/>
            <a:ext cx="5200791" cy="1661993"/>
          </a:xfrm>
          <a:prstGeom prst="rect">
            <a:avLst/>
          </a:prstGeom>
        </p:spPr>
        <p:txBody>
          <a:bodyPr wrap="square" lIns="0" rIns="0" anchor="b" anchorCtr="0">
            <a:normAutofit/>
          </a:bodyPr>
          <a:lstStyle>
            <a:lvl1pPr algn="l">
              <a:lnSpc>
                <a:spcPct val="100000"/>
              </a:lnSpc>
              <a:spcAft>
                <a:spcPts val="0"/>
              </a:spcAft>
              <a:defRPr sz="5400" b="0" i="0" smtClean="0">
                <a:solidFill>
                  <a:schemeClr val="tx2"/>
                </a:solidFill>
                <a:latin typeface="+mn-lt"/>
                <a:ea typeface="Arial" panose="020B0604020202020204" pitchFamily="34" charset="0"/>
                <a:cs typeface="Arial" panose="020B0604020202020204" pitchFamily="34" charset="0"/>
              </a:defRPr>
            </a:lvl1pPr>
          </a:lstStyle>
          <a:p>
            <a:r>
              <a:rPr lang="en-US" dirty="0"/>
              <a:t>Click to edit</a:t>
            </a:r>
            <a:br>
              <a:rPr lang="en-US" dirty="0"/>
            </a:br>
            <a:r>
              <a:rPr lang="en-US" dirty="0"/>
              <a:t>title slide</a:t>
            </a:r>
          </a:p>
        </p:txBody>
      </p:sp>
      <p:sp>
        <p:nvSpPr>
          <p:cNvPr id="361477" name="Text Placeholder 12"/>
          <p:cNvSpPr>
            <a:spLocks noGrp="1"/>
          </p:cNvSpPr>
          <p:nvPr>
            <p:ph type="subTitle" idx="1" hasCustomPrompt="1"/>
          </p:nvPr>
        </p:nvSpPr>
        <p:spPr>
          <a:xfrm>
            <a:off x="274320" y="2252133"/>
            <a:ext cx="5200791" cy="307777"/>
          </a:xfrm>
          <a:prstGeom prst="rect">
            <a:avLst/>
          </a:prstGeom>
        </p:spPr>
        <p:txBody>
          <a:bodyPr wrap="square" lIns="0" tIns="0" rIns="0" bIns="0" anchor="t" anchorCtr="0">
            <a:spAutoFit/>
          </a:bodyPr>
          <a:lstStyle>
            <a:lvl1pPr marL="0" indent="0" algn="l">
              <a:buFont typeface="Wingdings" pitchFamily="2" charset="2"/>
              <a:buNone/>
              <a:defRPr sz="2000" b="1" i="0" smtClean="0">
                <a:solidFill>
                  <a:schemeClr val="tx2"/>
                </a:solidFill>
                <a:latin typeface="+mn-lt"/>
                <a:ea typeface="Arial" panose="020B0604020202020204" pitchFamily="34" charset="0"/>
                <a:cs typeface="Arial" panose="020B0604020202020204" pitchFamily="34" charset="0"/>
              </a:defRPr>
            </a:lvl1pPr>
          </a:lstStyle>
          <a:p>
            <a:r>
              <a:rPr lang="en-US" dirty="0"/>
              <a:t>Click to edit master subtitle style</a:t>
            </a:r>
          </a:p>
        </p:txBody>
      </p:sp>
      <p:pic>
        <p:nvPicPr>
          <p:cNvPr id="6" name="Picture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080133" y="4374069"/>
            <a:ext cx="1630654" cy="290800"/>
          </a:xfrm>
          <a:prstGeom prst="rect">
            <a:avLst/>
          </a:prstGeom>
        </p:spPr>
      </p:pic>
    </p:spTree>
    <p:extLst>
      <p:ext uri="{BB962C8B-B14F-4D97-AF65-F5344CB8AC3E}">
        <p14:creationId xmlns:p14="http://schemas.microsoft.com/office/powerpoint/2010/main" val="2539566763"/>
      </p:ext>
    </p:extLst>
  </p:cSld>
  <p:clrMapOvr>
    <a:masterClrMapping/>
  </p:clrMapOvr>
  <p:transition spd="med">
    <p:wipe dir="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Title slide_Carbon">
    <p:bg>
      <p:bgPr>
        <a:solidFill>
          <a:schemeClr val="tx1"/>
        </a:solidFill>
        <a:effectLst/>
      </p:bgPr>
    </p:bg>
    <p:spTree>
      <p:nvGrpSpPr>
        <p:cNvPr id="1" name=""/>
        <p:cNvGrpSpPr/>
        <p:nvPr/>
      </p:nvGrpSpPr>
      <p:grpSpPr>
        <a:xfrm>
          <a:off x="0" y="0"/>
          <a:ext cx="0" cy="0"/>
          <a:chOff x="0" y="0"/>
          <a:chExt cx="0" cy="0"/>
        </a:xfrm>
      </p:grpSpPr>
      <p:sp>
        <p:nvSpPr>
          <p:cNvPr id="361476" name="Title Placeholder 21"/>
          <p:cNvSpPr>
            <a:spLocks noGrp="1"/>
          </p:cNvSpPr>
          <p:nvPr>
            <p:ph type="ctrTitle" hasCustomPrompt="1"/>
          </p:nvPr>
        </p:nvSpPr>
        <p:spPr>
          <a:xfrm>
            <a:off x="274320" y="294162"/>
            <a:ext cx="5200791" cy="1661993"/>
          </a:xfrm>
          <a:prstGeom prst="rect">
            <a:avLst/>
          </a:prstGeom>
        </p:spPr>
        <p:txBody>
          <a:bodyPr wrap="square" lIns="0" rIns="0" anchor="b" anchorCtr="0">
            <a:normAutofit/>
          </a:bodyPr>
          <a:lstStyle>
            <a:lvl1pPr algn="l">
              <a:lnSpc>
                <a:spcPct val="100000"/>
              </a:lnSpc>
              <a:spcAft>
                <a:spcPts val="0"/>
              </a:spcAft>
              <a:defRPr sz="5400" b="0" i="0" smtClean="0">
                <a:solidFill>
                  <a:schemeClr val="tx2"/>
                </a:solidFill>
                <a:latin typeface="+mn-lt"/>
                <a:ea typeface="Arial" panose="020B0604020202020204" pitchFamily="34" charset="0"/>
                <a:cs typeface="Arial" panose="020B0604020202020204" pitchFamily="34" charset="0"/>
              </a:defRPr>
            </a:lvl1pPr>
          </a:lstStyle>
          <a:p>
            <a:r>
              <a:rPr lang="en-US" dirty="0"/>
              <a:t>Click to edit</a:t>
            </a:r>
            <a:br>
              <a:rPr lang="en-US" dirty="0"/>
            </a:br>
            <a:r>
              <a:rPr lang="en-US" dirty="0"/>
              <a:t>title slide</a:t>
            </a:r>
          </a:p>
        </p:txBody>
      </p:sp>
      <p:sp>
        <p:nvSpPr>
          <p:cNvPr id="361477" name="Text Placeholder 12"/>
          <p:cNvSpPr>
            <a:spLocks noGrp="1"/>
          </p:cNvSpPr>
          <p:nvPr>
            <p:ph type="subTitle" idx="1" hasCustomPrompt="1"/>
          </p:nvPr>
        </p:nvSpPr>
        <p:spPr>
          <a:xfrm>
            <a:off x="274320" y="2252133"/>
            <a:ext cx="5200791" cy="307777"/>
          </a:xfrm>
          <a:prstGeom prst="rect">
            <a:avLst/>
          </a:prstGeom>
        </p:spPr>
        <p:txBody>
          <a:bodyPr wrap="square" lIns="0" tIns="0" rIns="0" bIns="0" anchor="t" anchorCtr="0">
            <a:spAutoFit/>
          </a:bodyPr>
          <a:lstStyle>
            <a:lvl1pPr marL="0" indent="0" algn="l">
              <a:buFont typeface="Wingdings" pitchFamily="2" charset="2"/>
              <a:buNone/>
              <a:defRPr sz="2000" b="1" i="0" smtClean="0">
                <a:solidFill>
                  <a:schemeClr val="tx2"/>
                </a:solidFill>
                <a:latin typeface="+mn-lt"/>
                <a:ea typeface="Arial" panose="020B0604020202020204" pitchFamily="34" charset="0"/>
                <a:cs typeface="Arial" panose="020B0604020202020204" pitchFamily="34" charset="0"/>
              </a:defRPr>
            </a:lvl1pPr>
          </a:lstStyle>
          <a:p>
            <a:r>
              <a:rPr lang="en-US" dirty="0"/>
              <a:t>Click to edit master subtitle style</a:t>
            </a:r>
          </a:p>
        </p:txBody>
      </p:sp>
      <p:pic>
        <p:nvPicPr>
          <p:cNvPr id="6" name="Picture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080133" y="4374069"/>
            <a:ext cx="1630654" cy="290800"/>
          </a:xfrm>
          <a:prstGeom prst="rect">
            <a:avLst/>
          </a:prstGeom>
        </p:spPr>
      </p:pic>
    </p:spTree>
    <p:extLst>
      <p:ext uri="{BB962C8B-B14F-4D97-AF65-F5344CB8AC3E}">
        <p14:creationId xmlns:p14="http://schemas.microsoft.com/office/powerpoint/2010/main" val="270118694"/>
      </p:ext>
    </p:extLst>
  </p:cSld>
  <p:clrMapOvr>
    <a:masterClrMapping/>
  </p:clrMapOvr>
  <p:transition spd="med">
    <p:wipe dir="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Title slide_Blue">
    <p:bg>
      <p:bgPr>
        <a:solidFill>
          <a:schemeClr val="bg1"/>
        </a:solidFill>
        <a:effectLst/>
      </p:bgPr>
    </p:bg>
    <p:spTree>
      <p:nvGrpSpPr>
        <p:cNvPr id="1" name=""/>
        <p:cNvGrpSpPr/>
        <p:nvPr/>
      </p:nvGrpSpPr>
      <p:grpSpPr>
        <a:xfrm>
          <a:off x="0" y="0"/>
          <a:ext cx="0" cy="0"/>
          <a:chOff x="0" y="0"/>
          <a:chExt cx="0" cy="0"/>
        </a:xfrm>
      </p:grpSpPr>
      <p:sp>
        <p:nvSpPr>
          <p:cNvPr id="361476" name="Title Placeholder 21"/>
          <p:cNvSpPr>
            <a:spLocks noGrp="1"/>
          </p:cNvSpPr>
          <p:nvPr>
            <p:ph type="ctrTitle" hasCustomPrompt="1"/>
          </p:nvPr>
        </p:nvSpPr>
        <p:spPr>
          <a:xfrm>
            <a:off x="274320" y="294162"/>
            <a:ext cx="5200791" cy="1661993"/>
          </a:xfrm>
          <a:prstGeom prst="rect">
            <a:avLst/>
          </a:prstGeom>
        </p:spPr>
        <p:txBody>
          <a:bodyPr wrap="square" lIns="0" rIns="0" anchor="b" anchorCtr="0">
            <a:normAutofit/>
          </a:bodyPr>
          <a:lstStyle>
            <a:lvl1pPr algn="l">
              <a:lnSpc>
                <a:spcPct val="100000"/>
              </a:lnSpc>
              <a:spcAft>
                <a:spcPts val="0"/>
              </a:spcAft>
              <a:defRPr sz="5400" b="0" i="0" smtClean="0">
                <a:solidFill>
                  <a:schemeClr val="tx2"/>
                </a:solidFill>
                <a:latin typeface="+mn-lt"/>
                <a:ea typeface="Arial" panose="020B0604020202020204" pitchFamily="34" charset="0"/>
                <a:cs typeface="Arial" panose="020B0604020202020204" pitchFamily="34" charset="0"/>
              </a:defRPr>
            </a:lvl1pPr>
          </a:lstStyle>
          <a:p>
            <a:r>
              <a:rPr lang="en-US" dirty="0"/>
              <a:t>Click to edit</a:t>
            </a:r>
            <a:br>
              <a:rPr lang="en-US" dirty="0"/>
            </a:br>
            <a:r>
              <a:rPr lang="en-US" dirty="0"/>
              <a:t>title slide</a:t>
            </a:r>
          </a:p>
        </p:txBody>
      </p:sp>
      <p:sp>
        <p:nvSpPr>
          <p:cNvPr id="361477" name="Text Placeholder 12"/>
          <p:cNvSpPr>
            <a:spLocks noGrp="1"/>
          </p:cNvSpPr>
          <p:nvPr>
            <p:ph type="subTitle" idx="1" hasCustomPrompt="1"/>
          </p:nvPr>
        </p:nvSpPr>
        <p:spPr>
          <a:xfrm>
            <a:off x="274320" y="2252133"/>
            <a:ext cx="5200791" cy="307777"/>
          </a:xfrm>
          <a:prstGeom prst="rect">
            <a:avLst/>
          </a:prstGeom>
        </p:spPr>
        <p:txBody>
          <a:bodyPr wrap="square" lIns="0" tIns="0" rIns="0" bIns="0" anchor="t" anchorCtr="0">
            <a:spAutoFit/>
          </a:bodyPr>
          <a:lstStyle>
            <a:lvl1pPr marL="0" indent="0" algn="l">
              <a:buFont typeface="Wingdings" pitchFamily="2" charset="2"/>
              <a:buNone/>
              <a:defRPr sz="2000" b="1" i="0" smtClean="0">
                <a:solidFill>
                  <a:schemeClr val="tx2"/>
                </a:solidFill>
                <a:latin typeface="+mn-lt"/>
                <a:ea typeface="Arial" panose="020B0604020202020204" pitchFamily="34" charset="0"/>
                <a:cs typeface="Arial" panose="020B0604020202020204" pitchFamily="34" charset="0"/>
              </a:defRPr>
            </a:lvl1pPr>
          </a:lstStyle>
          <a:p>
            <a:r>
              <a:rPr lang="en-US" dirty="0"/>
              <a:t>Click to edit master subtitle style</a:t>
            </a:r>
          </a:p>
        </p:txBody>
      </p:sp>
      <p:pic>
        <p:nvPicPr>
          <p:cNvPr id="6" name="Picture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080133" y="4374069"/>
            <a:ext cx="1630654" cy="290800"/>
          </a:xfrm>
          <a:prstGeom prst="rect">
            <a:avLst/>
          </a:prstGeom>
        </p:spPr>
      </p:pic>
    </p:spTree>
    <p:extLst>
      <p:ext uri="{BB962C8B-B14F-4D97-AF65-F5344CB8AC3E}">
        <p14:creationId xmlns:p14="http://schemas.microsoft.com/office/powerpoint/2010/main" val="888849704"/>
      </p:ext>
    </p:extLst>
  </p:cSld>
  <p:clrMapOvr>
    <a:masterClrMapping/>
  </p:clrMapOvr>
  <p:transition spd="med">
    <p:wipe dir="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Content_body copy">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319" y="271886"/>
            <a:ext cx="7955280" cy="640080"/>
          </a:xfrm>
          <a:prstGeom prst="rect">
            <a:avLst/>
          </a:prstGeom>
        </p:spPr>
        <p:txBody>
          <a:bodyPr lIns="0" rIns="0"/>
          <a:lstStyle>
            <a:lvl1pPr>
              <a:defRPr baseline="0">
                <a:solidFill>
                  <a:srgbClr val="007DB8"/>
                </a:solidFill>
                <a:latin typeface="Arial" panose="020B0604020202020204" pitchFamily="34" charset="0"/>
                <a:ea typeface="Arial"/>
                <a:cs typeface="Arial" panose="020B0604020202020204" pitchFamily="34" charset="0"/>
              </a:defRPr>
            </a:lvl1pPr>
          </a:lstStyle>
          <a:p>
            <a:r>
              <a:rPr lang="en-US" dirty="0"/>
              <a:t>Click to edit content page title</a:t>
            </a:r>
          </a:p>
        </p:txBody>
      </p:sp>
      <p:sp>
        <p:nvSpPr>
          <p:cNvPr id="4" name="Content Placeholder 4"/>
          <p:cNvSpPr>
            <a:spLocks noGrp="1"/>
          </p:cNvSpPr>
          <p:nvPr>
            <p:ph sz="quarter" idx="10"/>
          </p:nvPr>
        </p:nvSpPr>
        <p:spPr>
          <a:xfrm>
            <a:off x="271463" y="1277938"/>
            <a:ext cx="7958137" cy="3192461"/>
          </a:xfrm>
          <a:prstGeom prst="rect">
            <a:avLst/>
          </a:prstGeom>
        </p:spPr>
        <p:txBody>
          <a:bodyPr vert="horz" lIns="0" tIns="0" rIns="0" bIns="0"/>
          <a:lstStyle>
            <a:lvl1pPr marL="0" indent="0">
              <a:lnSpc>
                <a:spcPct val="100000"/>
              </a:lnSpc>
              <a:spcBef>
                <a:spcPts val="1200"/>
              </a:spcBef>
              <a:spcAft>
                <a:spcPts val="0"/>
              </a:spcAft>
              <a:buClr>
                <a:srgbClr val="808080"/>
              </a:buClr>
              <a:buNone/>
              <a:defRPr>
                <a:latin typeface="+mn-lt"/>
                <a:ea typeface="Arial"/>
              </a:defRPr>
            </a:lvl1pPr>
            <a:lvl2pPr marL="341312" indent="0">
              <a:lnSpc>
                <a:spcPct val="100000"/>
              </a:lnSpc>
              <a:spcBef>
                <a:spcPts val="300"/>
              </a:spcBef>
              <a:spcAft>
                <a:spcPts val="0"/>
              </a:spcAft>
              <a:buClr>
                <a:srgbClr val="808080"/>
              </a:buClr>
              <a:buNone/>
              <a:defRPr>
                <a:latin typeface="+mn-lt"/>
                <a:ea typeface="Arial"/>
              </a:defRPr>
            </a:lvl2pPr>
            <a:lvl3pPr marL="688975" indent="0">
              <a:lnSpc>
                <a:spcPct val="100000"/>
              </a:lnSpc>
              <a:spcBef>
                <a:spcPts val="300"/>
              </a:spcBef>
              <a:spcAft>
                <a:spcPts val="0"/>
              </a:spcAft>
              <a:buClr>
                <a:srgbClr val="808080"/>
              </a:buClr>
              <a:buNone/>
              <a:defRPr>
                <a:latin typeface="+mn-lt"/>
                <a:ea typeface="Arial"/>
              </a:defRPr>
            </a:lvl3pPr>
            <a:lvl4pPr marL="1258888" indent="-230188">
              <a:lnSpc>
                <a:spcPct val="100000"/>
              </a:lnSpc>
              <a:spcBef>
                <a:spcPts val="300"/>
              </a:spcBef>
              <a:spcAft>
                <a:spcPts val="0"/>
              </a:spcAft>
              <a:buClr>
                <a:srgbClr val="808080"/>
              </a:buClr>
              <a:defRPr>
                <a:latin typeface="+mn-lt"/>
              </a:defRPr>
            </a:lvl4pPr>
            <a:lvl5pPr>
              <a:lnSpc>
                <a:spcPct val="100000"/>
              </a:lnSpc>
              <a:spcBef>
                <a:spcPts val="300"/>
              </a:spcBef>
              <a:spcAft>
                <a:spcPts val="0"/>
              </a:spcAft>
              <a:buClr>
                <a:srgbClr val="808080"/>
              </a:buClr>
              <a:defRPr sz="1000">
                <a:latin typeface="+mn-lt"/>
              </a:defRPr>
            </a:lvl5pPr>
          </a:lstStyle>
          <a:p>
            <a:pPr lvl="0"/>
            <a:r>
              <a:rPr lang="en-US"/>
              <a:t>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304426066"/>
      </p:ext>
    </p:extLst>
  </p:cSld>
  <p:clrMapOvr>
    <a:masterClrMapping/>
  </p:clrMapOvr>
  <p:transition spd="med">
    <p:wipe dir="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Content_Bulleted body copy">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319" y="271886"/>
            <a:ext cx="7955280" cy="640080"/>
          </a:xfrm>
          <a:prstGeom prst="rect">
            <a:avLst/>
          </a:prstGeom>
        </p:spPr>
        <p:txBody>
          <a:bodyPr lIns="0" rIns="0"/>
          <a:lstStyle>
            <a:lvl1pPr>
              <a:defRPr baseline="0">
                <a:solidFill>
                  <a:srgbClr val="007DB8"/>
                </a:solidFill>
                <a:latin typeface="Arial" panose="020B0604020202020204" pitchFamily="34" charset="0"/>
                <a:ea typeface="Arial"/>
                <a:cs typeface="Arial" panose="020B0604020202020204" pitchFamily="34" charset="0"/>
              </a:defRPr>
            </a:lvl1pPr>
          </a:lstStyle>
          <a:p>
            <a:r>
              <a:rPr lang="en-US" dirty="0"/>
              <a:t>Click to edit content page title</a:t>
            </a:r>
          </a:p>
        </p:txBody>
      </p:sp>
      <p:sp>
        <p:nvSpPr>
          <p:cNvPr id="5" name="Content Placeholder 4"/>
          <p:cNvSpPr>
            <a:spLocks noGrp="1"/>
          </p:cNvSpPr>
          <p:nvPr>
            <p:ph sz="quarter" idx="10"/>
          </p:nvPr>
        </p:nvSpPr>
        <p:spPr>
          <a:xfrm>
            <a:off x="271463" y="1277938"/>
            <a:ext cx="7958137" cy="3192461"/>
          </a:xfrm>
          <a:prstGeom prst="rect">
            <a:avLst/>
          </a:prstGeom>
        </p:spPr>
        <p:txBody>
          <a:bodyPr vert="horz" lIns="0" tIns="0" rIns="0" bIns="0"/>
          <a:lstStyle>
            <a:lvl1pPr>
              <a:lnSpc>
                <a:spcPct val="100000"/>
              </a:lnSpc>
              <a:spcBef>
                <a:spcPts val="1200"/>
              </a:spcBef>
              <a:spcAft>
                <a:spcPts val="0"/>
              </a:spcAft>
              <a:buClr>
                <a:srgbClr val="808080"/>
              </a:buClr>
              <a:defRPr>
                <a:latin typeface="+mn-lt"/>
                <a:ea typeface="Arial"/>
              </a:defRPr>
            </a:lvl1pPr>
            <a:lvl2pPr>
              <a:lnSpc>
                <a:spcPct val="100000"/>
              </a:lnSpc>
              <a:spcBef>
                <a:spcPts val="300"/>
              </a:spcBef>
              <a:spcAft>
                <a:spcPts val="0"/>
              </a:spcAft>
              <a:buClr>
                <a:srgbClr val="808080"/>
              </a:buClr>
              <a:defRPr>
                <a:latin typeface="+mn-lt"/>
                <a:ea typeface="Arial"/>
              </a:defRPr>
            </a:lvl2pPr>
            <a:lvl3pPr marL="858838" indent="-169863">
              <a:lnSpc>
                <a:spcPct val="100000"/>
              </a:lnSpc>
              <a:spcBef>
                <a:spcPts val="300"/>
              </a:spcBef>
              <a:spcAft>
                <a:spcPts val="0"/>
              </a:spcAft>
              <a:buClr>
                <a:srgbClr val="808080"/>
              </a:buClr>
              <a:defRPr>
                <a:latin typeface="+mn-lt"/>
                <a:ea typeface="Arial"/>
              </a:defRPr>
            </a:lvl3pPr>
            <a:lvl4pPr marL="1258888" indent="-230188">
              <a:lnSpc>
                <a:spcPct val="100000"/>
              </a:lnSpc>
              <a:spcBef>
                <a:spcPts val="300"/>
              </a:spcBef>
              <a:spcAft>
                <a:spcPts val="0"/>
              </a:spcAft>
              <a:buClr>
                <a:srgbClr val="808080"/>
              </a:buClr>
              <a:defRPr>
                <a:latin typeface="+mn-lt"/>
              </a:defRPr>
            </a:lvl4pPr>
            <a:lvl5pPr>
              <a:lnSpc>
                <a:spcPct val="100000"/>
              </a:lnSpc>
              <a:spcBef>
                <a:spcPts val="300"/>
              </a:spcBef>
              <a:spcAft>
                <a:spcPts val="0"/>
              </a:spcAft>
              <a:buClr>
                <a:srgbClr val="808080"/>
              </a:buClr>
              <a:defRPr sz="1000">
                <a:latin typeface="+mn-lt"/>
              </a:defRPr>
            </a:lvl5pPr>
          </a:lstStyle>
          <a:p>
            <a:pPr lvl="0"/>
            <a:r>
              <a:rPr lang="en-US"/>
              <a:t>Edit Master text styles</a:t>
            </a:r>
          </a:p>
          <a:p>
            <a:pPr lvl="1"/>
            <a:r>
              <a:rPr lang="en-US"/>
              <a:t>Second level</a:t>
            </a:r>
          </a:p>
          <a:p>
            <a:pPr lvl="2"/>
            <a:r>
              <a:rPr lang="en-US"/>
              <a:t>Third level</a:t>
            </a:r>
          </a:p>
        </p:txBody>
      </p:sp>
    </p:spTree>
    <p:extLst>
      <p:ext uri="{BB962C8B-B14F-4D97-AF65-F5344CB8AC3E}">
        <p14:creationId xmlns:p14="http://schemas.microsoft.com/office/powerpoint/2010/main" val="433455114"/>
      </p:ext>
    </p:extLst>
  </p:cSld>
  <p:clrMapOvr>
    <a:masterClrMapping/>
  </p:clrMapOvr>
  <p:transition spd="med">
    <p:wipe dir="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Content with subhead">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319" y="271885"/>
            <a:ext cx="7955280" cy="640080"/>
          </a:xfrm>
          <a:prstGeom prst="rect">
            <a:avLst/>
          </a:prstGeom>
        </p:spPr>
        <p:txBody>
          <a:bodyPr lIns="0" rIns="0">
            <a:normAutofit/>
          </a:bodyPr>
          <a:lstStyle>
            <a:lvl1pPr>
              <a:defRPr baseline="0">
                <a:solidFill>
                  <a:srgbClr val="007DB8"/>
                </a:solidFill>
                <a:latin typeface="Arial" panose="020B0604020202020204" pitchFamily="34" charset="0"/>
                <a:ea typeface="Arial"/>
                <a:cs typeface="Arial" panose="020B0604020202020204" pitchFamily="34" charset="0"/>
              </a:defRPr>
            </a:lvl1pPr>
          </a:lstStyle>
          <a:p>
            <a:r>
              <a:rPr lang="en-US" dirty="0"/>
              <a:t>Click to edit content page title </a:t>
            </a:r>
          </a:p>
        </p:txBody>
      </p:sp>
      <p:sp>
        <p:nvSpPr>
          <p:cNvPr id="5" name="Text Placeholder 12"/>
          <p:cNvSpPr>
            <a:spLocks noGrp="1"/>
          </p:cNvSpPr>
          <p:nvPr>
            <p:ph type="subTitle" idx="11" hasCustomPrompt="1"/>
          </p:nvPr>
        </p:nvSpPr>
        <p:spPr>
          <a:xfrm>
            <a:off x="266700" y="1057766"/>
            <a:ext cx="7960422" cy="313267"/>
          </a:xfrm>
          <a:prstGeom prst="rect">
            <a:avLst/>
          </a:prstGeom>
        </p:spPr>
        <p:txBody>
          <a:bodyPr lIns="0" rIns="0" anchor="t" anchorCtr="0"/>
          <a:lstStyle>
            <a:lvl1pPr marL="228600" indent="-228600">
              <a:buNone/>
              <a:defRPr lang="en-US" b="1" dirty="0" smtClean="0">
                <a:latin typeface="Arial" panose="020B0604020202020204" pitchFamily="34" charset="0"/>
                <a:ea typeface="Arial"/>
                <a:cs typeface="Arial" panose="020B0604020202020204" pitchFamily="34" charset="0"/>
              </a:defRPr>
            </a:lvl1pPr>
          </a:lstStyle>
          <a:p>
            <a:pPr marL="0" lvl="0" indent="0"/>
            <a:r>
              <a:rPr lang="en-US" dirty="0"/>
              <a:t>Click to edit master subtitle style</a:t>
            </a:r>
          </a:p>
        </p:txBody>
      </p:sp>
      <p:sp>
        <p:nvSpPr>
          <p:cNvPr id="8" name="Content Placeholder 4"/>
          <p:cNvSpPr>
            <a:spLocks noGrp="1"/>
          </p:cNvSpPr>
          <p:nvPr>
            <p:ph sz="quarter" idx="10"/>
          </p:nvPr>
        </p:nvSpPr>
        <p:spPr>
          <a:xfrm>
            <a:off x="271463" y="1541463"/>
            <a:ext cx="7958137" cy="2928937"/>
          </a:xfrm>
          <a:prstGeom prst="rect">
            <a:avLst/>
          </a:prstGeom>
        </p:spPr>
        <p:txBody>
          <a:bodyPr vert="horz" lIns="0" tIns="0" rIns="0" bIns="0"/>
          <a:lstStyle>
            <a:lvl1pPr>
              <a:lnSpc>
                <a:spcPct val="100000"/>
              </a:lnSpc>
              <a:spcBef>
                <a:spcPts val="1200"/>
              </a:spcBef>
              <a:spcAft>
                <a:spcPts val="0"/>
              </a:spcAft>
              <a:buClr>
                <a:srgbClr val="808080"/>
              </a:buClr>
              <a:defRPr>
                <a:latin typeface="+mn-lt"/>
                <a:ea typeface="Arial"/>
              </a:defRPr>
            </a:lvl1pPr>
            <a:lvl2pPr>
              <a:lnSpc>
                <a:spcPct val="100000"/>
              </a:lnSpc>
              <a:spcBef>
                <a:spcPts val="300"/>
              </a:spcBef>
              <a:spcAft>
                <a:spcPts val="0"/>
              </a:spcAft>
              <a:buClr>
                <a:srgbClr val="808080"/>
              </a:buClr>
              <a:defRPr>
                <a:latin typeface="+mn-lt"/>
                <a:ea typeface="Arial"/>
              </a:defRPr>
            </a:lvl2pPr>
            <a:lvl3pPr marL="858838" indent="-169863">
              <a:lnSpc>
                <a:spcPct val="100000"/>
              </a:lnSpc>
              <a:spcBef>
                <a:spcPts val="300"/>
              </a:spcBef>
              <a:spcAft>
                <a:spcPts val="0"/>
              </a:spcAft>
              <a:buClr>
                <a:srgbClr val="808080"/>
              </a:buClr>
              <a:defRPr>
                <a:latin typeface="+mn-lt"/>
                <a:ea typeface="Arial"/>
              </a:defRPr>
            </a:lvl3pPr>
            <a:lvl4pPr marL="1258888" indent="-230188">
              <a:lnSpc>
                <a:spcPct val="100000"/>
              </a:lnSpc>
              <a:spcBef>
                <a:spcPts val="300"/>
              </a:spcBef>
              <a:spcAft>
                <a:spcPts val="0"/>
              </a:spcAft>
              <a:buClr>
                <a:srgbClr val="808080"/>
              </a:buClr>
              <a:defRPr>
                <a:latin typeface="+mn-lt"/>
              </a:defRPr>
            </a:lvl4pPr>
            <a:lvl5pPr>
              <a:lnSpc>
                <a:spcPct val="100000"/>
              </a:lnSpc>
              <a:spcBef>
                <a:spcPts val="300"/>
              </a:spcBef>
              <a:spcAft>
                <a:spcPts val="0"/>
              </a:spcAft>
              <a:buClr>
                <a:srgbClr val="808080"/>
              </a:buClr>
              <a:defRPr sz="1000">
                <a:latin typeface="+mn-lt"/>
              </a:defRPr>
            </a:lvl5pPr>
          </a:lstStyle>
          <a:p>
            <a:pPr lvl="0"/>
            <a:r>
              <a:rPr lang="en-US"/>
              <a:t>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200452233"/>
      </p:ext>
    </p:extLst>
  </p:cSld>
  <p:clrMapOvr>
    <a:masterClrMapping/>
  </p:clrMapOvr>
  <p:transition spd="med">
    <p:wipe dir="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_and_Subhead_Only">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319" y="271885"/>
            <a:ext cx="7955280" cy="640080"/>
          </a:xfrm>
          <a:prstGeom prst="rect">
            <a:avLst/>
          </a:prstGeom>
        </p:spPr>
        <p:txBody>
          <a:bodyPr lIns="0" rIns="0">
            <a:normAutofit/>
          </a:bodyPr>
          <a:lstStyle>
            <a:lvl1pPr>
              <a:defRPr baseline="0">
                <a:solidFill>
                  <a:srgbClr val="007DB8"/>
                </a:solidFill>
                <a:latin typeface="Arial" panose="020B0604020202020204" pitchFamily="34" charset="0"/>
                <a:ea typeface="Arial"/>
                <a:cs typeface="Arial" panose="020B0604020202020204" pitchFamily="34" charset="0"/>
              </a:defRPr>
            </a:lvl1pPr>
          </a:lstStyle>
          <a:p>
            <a:r>
              <a:rPr lang="en-US" dirty="0"/>
              <a:t>Click to edit content page title </a:t>
            </a:r>
          </a:p>
        </p:txBody>
      </p:sp>
      <p:sp>
        <p:nvSpPr>
          <p:cNvPr id="5" name="Text Placeholder 12"/>
          <p:cNvSpPr>
            <a:spLocks noGrp="1"/>
          </p:cNvSpPr>
          <p:nvPr>
            <p:ph type="subTitle" idx="11" hasCustomPrompt="1"/>
          </p:nvPr>
        </p:nvSpPr>
        <p:spPr>
          <a:xfrm>
            <a:off x="274319" y="911965"/>
            <a:ext cx="7960422" cy="313267"/>
          </a:xfrm>
          <a:prstGeom prst="rect">
            <a:avLst/>
          </a:prstGeom>
        </p:spPr>
        <p:txBody>
          <a:bodyPr lIns="0" rIns="0" anchor="t" anchorCtr="0"/>
          <a:lstStyle>
            <a:lvl1pPr marL="228600" indent="-228600">
              <a:buNone/>
              <a:defRPr lang="en-US" b="1" dirty="0" smtClean="0">
                <a:latin typeface="Arial" panose="020B0604020202020204" pitchFamily="34" charset="0"/>
                <a:ea typeface="Arial"/>
                <a:cs typeface="Arial" panose="020B0604020202020204" pitchFamily="34" charset="0"/>
              </a:defRPr>
            </a:lvl1pPr>
          </a:lstStyle>
          <a:p>
            <a:pPr marL="0" lvl="0" indent="0"/>
            <a:r>
              <a:rPr lang="en-US" dirty="0"/>
              <a:t>Click to edit master subtitle style</a:t>
            </a:r>
          </a:p>
        </p:txBody>
      </p:sp>
    </p:spTree>
    <p:extLst>
      <p:ext uri="{BB962C8B-B14F-4D97-AF65-F5344CB8AC3E}">
        <p14:creationId xmlns:p14="http://schemas.microsoft.com/office/powerpoint/2010/main" val="2353295905"/>
      </p:ext>
    </p:extLst>
  </p:cSld>
  <p:clrMapOvr>
    <a:masterClrMapping/>
  </p:clrMapOvr>
  <p:transition spd="med">
    <p:wipe dir="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Content two column ">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319" y="271886"/>
            <a:ext cx="7955280" cy="640080"/>
          </a:xfrm>
          <a:prstGeom prst="rect">
            <a:avLst/>
          </a:prstGeom>
        </p:spPr>
        <p:txBody>
          <a:bodyPr lIns="0" rIns="0"/>
          <a:lstStyle>
            <a:lvl1pPr>
              <a:defRPr>
                <a:solidFill>
                  <a:srgbClr val="007DB8"/>
                </a:solidFill>
                <a:latin typeface="Arial" panose="020B0604020202020204" pitchFamily="34" charset="0"/>
                <a:ea typeface="Arial"/>
                <a:cs typeface="Arial" panose="020B0604020202020204" pitchFamily="34" charset="0"/>
              </a:defRPr>
            </a:lvl1pPr>
          </a:lstStyle>
          <a:p>
            <a:r>
              <a:rPr lang="en-US" dirty="0"/>
              <a:t>Click to edit content page title </a:t>
            </a:r>
          </a:p>
        </p:txBody>
      </p:sp>
      <p:sp>
        <p:nvSpPr>
          <p:cNvPr id="5" name="Content Placeholder 4"/>
          <p:cNvSpPr>
            <a:spLocks noGrp="1"/>
          </p:cNvSpPr>
          <p:nvPr>
            <p:ph sz="quarter" idx="10"/>
          </p:nvPr>
        </p:nvSpPr>
        <p:spPr>
          <a:xfrm>
            <a:off x="271463" y="1277938"/>
            <a:ext cx="3843337" cy="3192461"/>
          </a:xfrm>
          <a:prstGeom prst="rect">
            <a:avLst/>
          </a:prstGeom>
        </p:spPr>
        <p:txBody>
          <a:bodyPr vert="horz" lIns="0" tIns="0" rIns="0" bIns="0"/>
          <a:lstStyle>
            <a:lvl1pPr>
              <a:lnSpc>
                <a:spcPct val="100000"/>
              </a:lnSpc>
              <a:spcBef>
                <a:spcPts val="1200"/>
              </a:spcBef>
              <a:spcAft>
                <a:spcPts val="0"/>
              </a:spcAft>
              <a:buClr>
                <a:srgbClr val="808080"/>
              </a:buClr>
              <a:defRPr>
                <a:latin typeface="+mn-lt"/>
                <a:ea typeface="Arial"/>
              </a:defRPr>
            </a:lvl1pPr>
            <a:lvl2pPr>
              <a:lnSpc>
                <a:spcPct val="100000"/>
              </a:lnSpc>
              <a:spcBef>
                <a:spcPts val="300"/>
              </a:spcBef>
              <a:spcAft>
                <a:spcPts val="0"/>
              </a:spcAft>
              <a:buClr>
                <a:srgbClr val="808080"/>
              </a:buClr>
              <a:defRPr>
                <a:latin typeface="+mn-lt"/>
                <a:ea typeface="Arial"/>
              </a:defRPr>
            </a:lvl2pPr>
            <a:lvl3pPr marL="858838" indent="-169863">
              <a:lnSpc>
                <a:spcPct val="100000"/>
              </a:lnSpc>
              <a:spcBef>
                <a:spcPts val="300"/>
              </a:spcBef>
              <a:spcAft>
                <a:spcPts val="0"/>
              </a:spcAft>
              <a:buClr>
                <a:srgbClr val="808080"/>
              </a:buClr>
              <a:defRPr>
                <a:latin typeface="+mn-lt"/>
                <a:ea typeface="Arial"/>
              </a:defRPr>
            </a:lvl3pPr>
            <a:lvl4pPr marL="1258888" indent="-230188">
              <a:lnSpc>
                <a:spcPct val="100000"/>
              </a:lnSpc>
              <a:spcBef>
                <a:spcPts val="300"/>
              </a:spcBef>
              <a:spcAft>
                <a:spcPts val="0"/>
              </a:spcAft>
              <a:buClr>
                <a:srgbClr val="808080"/>
              </a:buClr>
              <a:defRPr>
                <a:latin typeface="+mn-lt"/>
              </a:defRPr>
            </a:lvl4pPr>
            <a:lvl5pPr>
              <a:lnSpc>
                <a:spcPct val="100000"/>
              </a:lnSpc>
              <a:spcBef>
                <a:spcPts val="300"/>
              </a:spcBef>
              <a:spcAft>
                <a:spcPts val="0"/>
              </a:spcAft>
              <a:buClr>
                <a:srgbClr val="808080"/>
              </a:buClr>
              <a:defRPr sz="1000">
                <a:latin typeface="+mn-lt"/>
              </a:defRPr>
            </a:lvl5pPr>
          </a:lstStyle>
          <a:p>
            <a:pPr lvl="0"/>
            <a:r>
              <a:rPr lang="en-US"/>
              <a:t>Edit Master text styles</a:t>
            </a:r>
          </a:p>
          <a:p>
            <a:pPr lvl="1"/>
            <a:r>
              <a:rPr lang="en-US"/>
              <a:t>Second level</a:t>
            </a:r>
          </a:p>
          <a:p>
            <a:pPr lvl="2"/>
            <a:r>
              <a:rPr lang="en-US"/>
              <a:t>Third level</a:t>
            </a:r>
          </a:p>
        </p:txBody>
      </p:sp>
      <p:sp>
        <p:nvSpPr>
          <p:cNvPr id="8" name="Content Placeholder 4"/>
          <p:cNvSpPr>
            <a:spLocks noGrp="1"/>
          </p:cNvSpPr>
          <p:nvPr>
            <p:ph sz="quarter" idx="11"/>
          </p:nvPr>
        </p:nvSpPr>
        <p:spPr>
          <a:xfrm>
            <a:off x="4376738" y="1277938"/>
            <a:ext cx="3852862" cy="3192461"/>
          </a:xfrm>
          <a:prstGeom prst="rect">
            <a:avLst/>
          </a:prstGeom>
        </p:spPr>
        <p:txBody>
          <a:bodyPr vert="horz" lIns="0" tIns="0" rIns="0" bIns="0"/>
          <a:lstStyle>
            <a:lvl1pPr>
              <a:lnSpc>
                <a:spcPct val="100000"/>
              </a:lnSpc>
              <a:spcBef>
                <a:spcPts val="1200"/>
              </a:spcBef>
              <a:spcAft>
                <a:spcPts val="0"/>
              </a:spcAft>
              <a:buClr>
                <a:srgbClr val="808080"/>
              </a:buClr>
              <a:defRPr>
                <a:latin typeface="+mn-lt"/>
                <a:ea typeface="Arial"/>
              </a:defRPr>
            </a:lvl1pPr>
            <a:lvl2pPr>
              <a:lnSpc>
                <a:spcPct val="100000"/>
              </a:lnSpc>
              <a:spcBef>
                <a:spcPts val="300"/>
              </a:spcBef>
              <a:spcAft>
                <a:spcPts val="0"/>
              </a:spcAft>
              <a:buClr>
                <a:srgbClr val="808080"/>
              </a:buClr>
              <a:defRPr>
                <a:latin typeface="+mn-lt"/>
                <a:ea typeface="Arial"/>
              </a:defRPr>
            </a:lvl2pPr>
            <a:lvl3pPr marL="858838" indent="-169863">
              <a:lnSpc>
                <a:spcPct val="100000"/>
              </a:lnSpc>
              <a:spcBef>
                <a:spcPts val="300"/>
              </a:spcBef>
              <a:spcAft>
                <a:spcPts val="0"/>
              </a:spcAft>
              <a:buClr>
                <a:srgbClr val="808080"/>
              </a:buClr>
              <a:defRPr>
                <a:latin typeface="+mn-lt"/>
                <a:ea typeface="Arial"/>
              </a:defRPr>
            </a:lvl3pPr>
            <a:lvl4pPr marL="1258888" indent="-230188">
              <a:lnSpc>
                <a:spcPct val="100000"/>
              </a:lnSpc>
              <a:spcBef>
                <a:spcPts val="300"/>
              </a:spcBef>
              <a:spcAft>
                <a:spcPts val="0"/>
              </a:spcAft>
              <a:buClr>
                <a:srgbClr val="808080"/>
              </a:buClr>
              <a:defRPr>
                <a:latin typeface="+mn-lt"/>
              </a:defRPr>
            </a:lvl4pPr>
            <a:lvl5pPr>
              <a:lnSpc>
                <a:spcPct val="100000"/>
              </a:lnSpc>
              <a:spcBef>
                <a:spcPts val="300"/>
              </a:spcBef>
              <a:spcAft>
                <a:spcPts val="0"/>
              </a:spcAft>
              <a:buClr>
                <a:srgbClr val="808080"/>
              </a:buClr>
              <a:defRPr sz="1000">
                <a:latin typeface="+mn-lt"/>
              </a:defRPr>
            </a:lvl5pPr>
          </a:lstStyle>
          <a:p>
            <a:pPr lvl="0"/>
            <a:r>
              <a:rPr lang="en-US"/>
              <a:t>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087162477"/>
      </p:ext>
    </p:extLst>
  </p:cSld>
  <p:clrMapOvr>
    <a:masterClrMapping/>
  </p:clrMapOvr>
  <p:transition spd="med">
    <p:wipe dir="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Content left margin ">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273050" y="271463"/>
            <a:ext cx="4295219" cy="814832"/>
          </a:xfrm>
          <a:prstGeom prst="rect">
            <a:avLst/>
          </a:prstGeom>
        </p:spPr>
        <p:txBody>
          <a:bodyPr lIns="0" rIns="0"/>
          <a:lstStyle>
            <a:lvl1pPr>
              <a:defRPr>
                <a:solidFill>
                  <a:srgbClr val="007DB8"/>
                </a:solidFill>
                <a:latin typeface="Arial" panose="020B0604020202020204" pitchFamily="34" charset="0"/>
                <a:ea typeface="Arial"/>
                <a:cs typeface="Arial" panose="020B0604020202020204" pitchFamily="34" charset="0"/>
              </a:defRPr>
            </a:lvl1pPr>
          </a:lstStyle>
          <a:p>
            <a:r>
              <a:rPr lang="en-US" dirty="0"/>
              <a:t>Click to edit content page title</a:t>
            </a:r>
          </a:p>
        </p:txBody>
      </p:sp>
      <p:sp>
        <p:nvSpPr>
          <p:cNvPr id="4" name="Content Placeholder 4"/>
          <p:cNvSpPr>
            <a:spLocks noGrp="1"/>
          </p:cNvSpPr>
          <p:nvPr>
            <p:ph sz="quarter" idx="10"/>
          </p:nvPr>
        </p:nvSpPr>
        <p:spPr>
          <a:xfrm>
            <a:off x="271464" y="1277938"/>
            <a:ext cx="4291012" cy="3192461"/>
          </a:xfrm>
          <a:prstGeom prst="rect">
            <a:avLst/>
          </a:prstGeom>
        </p:spPr>
        <p:txBody>
          <a:bodyPr vert="horz" lIns="0" tIns="0" rIns="0" bIns="0"/>
          <a:lstStyle>
            <a:lvl1pPr>
              <a:lnSpc>
                <a:spcPct val="100000"/>
              </a:lnSpc>
              <a:spcBef>
                <a:spcPts val="1200"/>
              </a:spcBef>
              <a:spcAft>
                <a:spcPts val="0"/>
              </a:spcAft>
              <a:buClr>
                <a:srgbClr val="808080"/>
              </a:buClr>
              <a:defRPr>
                <a:latin typeface="+mn-lt"/>
                <a:ea typeface="Arial"/>
              </a:defRPr>
            </a:lvl1pPr>
            <a:lvl2pPr>
              <a:lnSpc>
                <a:spcPct val="100000"/>
              </a:lnSpc>
              <a:spcBef>
                <a:spcPts val="300"/>
              </a:spcBef>
              <a:spcAft>
                <a:spcPts val="0"/>
              </a:spcAft>
              <a:buClr>
                <a:srgbClr val="808080"/>
              </a:buClr>
              <a:defRPr>
                <a:latin typeface="+mn-lt"/>
                <a:ea typeface="Arial"/>
              </a:defRPr>
            </a:lvl2pPr>
            <a:lvl3pPr marL="858838" indent="-169863">
              <a:lnSpc>
                <a:spcPct val="100000"/>
              </a:lnSpc>
              <a:spcBef>
                <a:spcPts val="300"/>
              </a:spcBef>
              <a:spcAft>
                <a:spcPts val="0"/>
              </a:spcAft>
              <a:buClr>
                <a:srgbClr val="808080"/>
              </a:buClr>
              <a:defRPr>
                <a:latin typeface="+mn-lt"/>
                <a:ea typeface="Arial"/>
              </a:defRPr>
            </a:lvl3pPr>
            <a:lvl4pPr marL="1258888" indent="-230188">
              <a:lnSpc>
                <a:spcPct val="100000"/>
              </a:lnSpc>
              <a:spcBef>
                <a:spcPts val="300"/>
              </a:spcBef>
              <a:spcAft>
                <a:spcPts val="0"/>
              </a:spcAft>
              <a:buClr>
                <a:srgbClr val="808080"/>
              </a:buClr>
              <a:defRPr>
                <a:latin typeface="+mn-lt"/>
              </a:defRPr>
            </a:lvl4pPr>
            <a:lvl5pPr>
              <a:lnSpc>
                <a:spcPct val="100000"/>
              </a:lnSpc>
              <a:spcBef>
                <a:spcPts val="300"/>
              </a:spcBef>
              <a:spcAft>
                <a:spcPts val="0"/>
              </a:spcAft>
              <a:buClr>
                <a:srgbClr val="808080"/>
              </a:buClr>
              <a:defRPr sz="1000">
                <a:latin typeface="+mn-lt"/>
              </a:defRPr>
            </a:lvl5pPr>
          </a:lstStyle>
          <a:p>
            <a:pPr lvl="0"/>
            <a:r>
              <a:rPr lang="en-US"/>
              <a:t>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048895535"/>
      </p:ext>
    </p:extLst>
  </p:cSld>
  <p:clrMapOvr>
    <a:masterClrMapping/>
  </p:clrMapOvr>
  <p:transition spd="med">
    <p:wipe dir="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Content left margin with subhead">
    <p:spTree>
      <p:nvGrpSpPr>
        <p:cNvPr id="1" name=""/>
        <p:cNvGrpSpPr/>
        <p:nvPr/>
      </p:nvGrpSpPr>
      <p:grpSpPr>
        <a:xfrm>
          <a:off x="0" y="0"/>
          <a:ext cx="0" cy="0"/>
          <a:chOff x="0" y="0"/>
          <a:chExt cx="0" cy="0"/>
        </a:xfrm>
      </p:grpSpPr>
      <p:sp>
        <p:nvSpPr>
          <p:cNvPr id="4" name="Title 1"/>
          <p:cNvSpPr>
            <a:spLocks noGrp="1"/>
          </p:cNvSpPr>
          <p:nvPr>
            <p:ph type="title" hasCustomPrompt="1"/>
          </p:nvPr>
        </p:nvSpPr>
        <p:spPr>
          <a:xfrm>
            <a:off x="273050" y="274056"/>
            <a:ext cx="4865304" cy="486332"/>
          </a:xfrm>
          <a:prstGeom prst="rect">
            <a:avLst/>
          </a:prstGeom>
        </p:spPr>
        <p:txBody>
          <a:bodyPr lIns="0" rIns="0"/>
          <a:lstStyle>
            <a:lvl1pPr>
              <a:defRPr baseline="0">
                <a:latin typeface="Arial" panose="020B0604020202020204" pitchFamily="34" charset="0"/>
                <a:ea typeface="Arial"/>
                <a:cs typeface="Arial" panose="020B0604020202020204" pitchFamily="34" charset="0"/>
              </a:defRPr>
            </a:lvl1pPr>
          </a:lstStyle>
          <a:p>
            <a:r>
              <a:rPr lang="en-US" dirty="0"/>
              <a:t>Click to edit content page title</a:t>
            </a:r>
          </a:p>
        </p:txBody>
      </p:sp>
      <p:sp>
        <p:nvSpPr>
          <p:cNvPr id="7" name="Text Placeholder 12"/>
          <p:cNvSpPr>
            <a:spLocks noGrp="1"/>
          </p:cNvSpPr>
          <p:nvPr>
            <p:ph type="subTitle" idx="11" hasCustomPrompt="1"/>
          </p:nvPr>
        </p:nvSpPr>
        <p:spPr>
          <a:xfrm>
            <a:off x="266700" y="767409"/>
            <a:ext cx="4305300" cy="313267"/>
          </a:xfrm>
          <a:prstGeom prst="rect">
            <a:avLst/>
          </a:prstGeom>
        </p:spPr>
        <p:txBody>
          <a:bodyPr lIns="0" rIns="0" anchor="t" anchorCtr="0"/>
          <a:lstStyle>
            <a:lvl1pPr marL="228600" indent="-228600">
              <a:buNone/>
              <a:defRPr lang="en-US" b="1" dirty="0" smtClean="0">
                <a:latin typeface="Arial" panose="020B0604020202020204" pitchFamily="34" charset="0"/>
                <a:ea typeface="Arial"/>
                <a:cs typeface="Arial" panose="020B0604020202020204" pitchFamily="34" charset="0"/>
              </a:defRPr>
            </a:lvl1pPr>
          </a:lstStyle>
          <a:p>
            <a:pPr marL="0" lvl="0" indent="0"/>
            <a:r>
              <a:rPr lang="en-US" dirty="0"/>
              <a:t>Click to edit master subtitle style</a:t>
            </a:r>
          </a:p>
        </p:txBody>
      </p:sp>
      <p:sp>
        <p:nvSpPr>
          <p:cNvPr id="5" name="Content Placeholder 4"/>
          <p:cNvSpPr>
            <a:spLocks noGrp="1"/>
          </p:cNvSpPr>
          <p:nvPr>
            <p:ph sz="quarter" idx="10"/>
          </p:nvPr>
        </p:nvSpPr>
        <p:spPr>
          <a:xfrm>
            <a:off x="271464" y="1277938"/>
            <a:ext cx="4291012" cy="3192461"/>
          </a:xfrm>
          <a:prstGeom prst="rect">
            <a:avLst/>
          </a:prstGeom>
        </p:spPr>
        <p:txBody>
          <a:bodyPr vert="horz" lIns="0" tIns="0" rIns="0" bIns="0"/>
          <a:lstStyle>
            <a:lvl1pPr>
              <a:lnSpc>
                <a:spcPct val="100000"/>
              </a:lnSpc>
              <a:spcBef>
                <a:spcPts val="1200"/>
              </a:spcBef>
              <a:spcAft>
                <a:spcPts val="0"/>
              </a:spcAft>
              <a:buClr>
                <a:srgbClr val="808080"/>
              </a:buClr>
              <a:defRPr>
                <a:latin typeface="+mn-lt"/>
                <a:ea typeface="Arial"/>
              </a:defRPr>
            </a:lvl1pPr>
            <a:lvl2pPr>
              <a:lnSpc>
                <a:spcPct val="100000"/>
              </a:lnSpc>
              <a:spcBef>
                <a:spcPts val="300"/>
              </a:spcBef>
              <a:spcAft>
                <a:spcPts val="0"/>
              </a:spcAft>
              <a:buClr>
                <a:srgbClr val="808080"/>
              </a:buClr>
              <a:defRPr>
                <a:latin typeface="+mn-lt"/>
                <a:ea typeface="Arial"/>
              </a:defRPr>
            </a:lvl2pPr>
            <a:lvl3pPr marL="858838" indent="-169863">
              <a:lnSpc>
                <a:spcPct val="100000"/>
              </a:lnSpc>
              <a:spcBef>
                <a:spcPts val="300"/>
              </a:spcBef>
              <a:spcAft>
                <a:spcPts val="0"/>
              </a:spcAft>
              <a:buClr>
                <a:srgbClr val="808080"/>
              </a:buClr>
              <a:defRPr>
                <a:latin typeface="+mn-lt"/>
                <a:ea typeface="Arial"/>
              </a:defRPr>
            </a:lvl3pPr>
            <a:lvl4pPr marL="1258888" indent="-230188">
              <a:lnSpc>
                <a:spcPct val="100000"/>
              </a:lnSpc>
              <a:spcBef>
                <a:spcPts val="300"/>
              </a:spcBef>
              <a:spcAft>
                <a:spcPts val="0"/>
              </a:spcAft>
              <a:buClr>
                <a:srgbClr val="808080"/>
              </a:buClr>
              <a:defRPr>
                <a:latin typeface="+mn-lt"/>
              </a:defRPr>
            </a:lvl4pPr>
            <a:lvl5pPr>
              <a:lnSpc>
                <a:spcPct val="100000"/>
              </a:lnSpc>
              <a:spcBef>
                <a:spcPts val="300"/>
              </a:spcBef>
              <a:spcAft>
                <a:spcPts val="0"/>
              </a:spcAft>
              <a:buClr>
                <a:srgbClr val="808080"/>
              </a:buClr>
              <a:defRPr sz="1000">
                <a:latin typeface="+mn-lt"/>
              </a:defRPr>
            </a:lvl5pPr>
          </a:lstStyle>
          <a:p>
            <a:pPr lvl="0"/>
            <a:r>
              <a:rPr lang="en-US"/>
              <a:t>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633434749"/>
      </p:ext>
    </p:extLst>
  </p:cSld>
  <p:clrMapOvr>
    <a:masterClrMapping/>
  </p:clrMapOvr>
  <p:transition spd="med">
    <p:wipe dir="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Content left margin with subhead and two lines">
    <p:spTree>
      <p:nvGrpSpPr>
        <p:cNvPr id="1" name=""/>
        <p:cNvGrpSpPr/>
        <p:nvPr/>
      </p:nvGrpSpPr>
      <p:grpSpPr>
        <a:xfrm>
          <a:off x="0" y="0"/>
          <a:ext cx="0" cy="0"/>
          <a:chOff x="0" y="0"/>
          <a:chExt cx="0" cy="0"/>
        </a:xfrm>
      </p:grpSpPr>
      <p:sp>
        <p:nvSpPr>
          <p:cNvPr id="4" name="Title 1"/>
          <p:cNvSpPr>
            <a:spLocks noGrp="1"/>
          </p:cNvSpPr>
          <p:nvPr>
            <p:ph type="title" hasCustomPrompt="1"/>
          </p:nvPr>
        </p:nvSpPr>
        <p:spPr>
          <a:xfrm>
            <a:off x="274320" y="274320"/>
            <a:ext cx="4297680" cy="840802"/>
          </a:xfrm>
          <a:prstGeom prst="rect">
            <a:avLst/>
          </a:prstGeom>
        </p:spPr>
        <p:txBody>
          <a:bodyPr lIns="0" rIns="0"/>
          <a:lstStyle>
            <a:lvl1pPr>
              <a:defRPr baseline="0">
                <a:solidFill>
                  <a:srgbClr val="007DB8"/>
                </a:solidFill>
                <a:latin typeface="Arial" panose="020B0604020202020204" pitchFamily="34" charset="0"/>
                <a:ea typeface="Arial"/>
                <a:cs typeface="Arial" panose="020B0604020202020204" pitchFamily="34" charset="0"/>
              </a:defRPr>
            </a:lvl1pPr>
          </a:lstStyle>
          <a:p>
            <a:r>
              <a:rPr lang="en-US" dirty="0"/>
              <a:t>Click to edit content </a:t>
            </a:r>
            <a:br>
              <a:rPr lang="en-US" dirty="0"/>
            </a:br>
            <a:r>
              <a:rPr lang="en-US" dirty="0"/>
              <a:t>page title</a:t>
            </a:r>
          </a:p>
        </p:txBody>
      </p:sp>
      <p:sp>
        <p:nvSpPr>
          <p:cNvPr id="7" name="Text Placeholder 12"/>
          <p:cNvSpPr>
            <a:spLocks noGrp="1"/>
          </p:cNvSpPr>
          <p:nvPr>
            <p:ph type="subTitle" idx="11" hasCustomPrompt="1"/>
          </p:nvPr>
        </p:nvSpPr>
        <p:spPr>
          <a:xfrm>
            <a:off x="266700" y="1113366"/>
            <a:ext cx="4305300" cy="313267"/>
          </a:xfrm>
          <a:prstGeom prst="rect">
            <a:avLst/>
          </a:prstGeom>
        </p:spPr>
        <p:txBody>
          <a:bodyPr lIns="0" rIns="0" anchor="t" anchorCtr="0"/>
          <a:lstStyle>
            <a:lvl1pPr marL="228600" indent="-228600">
              <a:buNone/>
              <a:defRPr lang="en-US" b="1" dirty="0" smtClean="0">
                <a:latin typeface="Arial" panose="020B0604020202020204" pitchFamily="34" charset="0"/>
                <a:ea typeface="Arial"/>
                <a:cs typeface="Arial" panose="020B0604020202020204" pitchFamily="34" charset="0"/>
              </a:defRPr>
            </a:lvl1pPr>
          </a:lstStyle>
          <a:p>
            <a:pPr marL="0" lvl="0" indent="0"/>
            <a:r>
              <a:rPr lang="en-US" dirty="0"/>
              <a:t>Click to edit master subtitle style</a:t>
            </a:r>
          </a:p>
        </p:txBody>
      </p:sp>
      <p:sp>
        <p:nvSpPr>
          <p:cNvPr id="5" name="Content Placeholder 4"/>
          <p:cNvSpPr>
            <a:spLocks noGrp="1"/>
          </p:cNvSpPr>
          <p:nvPr>
            <p:ph sz="quarter" idx="10"/>
          </p:nvPr>
        </p:nvSpPr>
        <p:spPr>
          <a:xfrm>
            <a:off x="271464" y="1541463"/>
            <a:ext cx="4291012" cy="2928937"/>
          </a:xfrm>
          <a:prstGeom prst="rect">
            <a:avLst/>
          </a:prstGeom>
        </p:spPr>
        <p:txBody>
          <a:bodyPr vert="horz" lIns="0" tIns="0" rIns="0" bIns="0"/>
          <a:lstStyle>
            <a:lvl1pPr>
              <a:lnSpc>
                <a:spcPct val="100000"/>
              </a:lnSpc>
              <a:spcBef>
                <a:spcPts val="1200"/>
              </a:spcBef>
              <a:spcAft>
                <a:spcPts val="0"/>
              </a:spcAft>
              <a:buClr>
                <a:srgbClr val="808080"/>
              </a:buClr>
              <a:defRPr>
                <a:latin typeface="+mn-lt"/>
                <a:ea typeface="Arial"/>
              </a:defRPr>
            </a:lvl1pPr>
            <a:lvl2pPr>
              <a:lnSpc>
                <a:spcPct val="100000"/>
              </a:lnSpc>
              <a:spcBef>
                <a:spcPts val="300"/>
              </a:spcBef>
              <a:spcAft>
                <a:spcPts val="0"/>
              </a:spcAft>
              <a:buClr>
                <a:srgbClr val="808080"/>
              </a:buClr>
              <a:defRPr>
                <a:latin typeface="+mn-lt"/>
                <a:ea typeface="Arial"/>
              </a:defRPr>
            </a:lvl2pPr>
            <a:lvl3pPr marL="858838" indent="-169863">
              <a:lnSpc>
                <a:spcPct val="100000"/>
              </a:lnSpc>
              <a:spcBef>
                <a:spcPts val="300"/>
              </a:spcBef>
              <a:spcAft>
                <a:spcPts val="0"/>
              </a:spcAft>
              <a:buClr>
                <a:srgbClr val="808080"/>
              </a:buClr>
              <a:defRPr>
                <a:latin typeface="+mn-lt"/>
                <a:ea typeface="Arial"/>
              </a:defRPr>
            </a:lvl3pPr>
            <a:lvl4pPr marL="1258888" indent="-230188">
              <a:lnSpc>
                <a:spcPct val="100000"/>
              </a:lnSpc>
              <a:spcBef>
                <a:spcPts val="300"/>
              </a:spcBef>
              <a:spcAft>
                <a:spcPts val="0"/>
              </a:spcAft>
              <a:buClr>
                <a:srgbClr val="808080"/>
              </a:buClr>
              <a:defRPr>
                <a:latin typeface="+mn-lt"/>
              </a:defRPr>
            </a:lvl4pPr>
            <a:lvl5pPr>
              <a:lnSpc>
                <a:spcPct val="100000"/>
              </a:lnSpc>
              <a:spcBef>
                <a:spcPts val="300"/>
              </a:spcBef>
              <a:spcAft>
                <a:spcPts val="0"/>
              </a:spcAft>
              <a:buClr>
                <a:srgbClr val="808080"/>
              </a:buClr>
              <a:defRPr sz="1000">
                <a:latin typeface="+mn-lt"/>
              </a:defRPr>
            </a:lvl5pPr>
          </a:lstStyle>
          <a:p>
            <a:pPr lvl="0"/>
            <a:r>
              <a:rPr lang="en-US"/>
              <a:t>Edit Master text styles</a:t>
            </a:r>
          </a:p>
          <a:p>
            <a:pPr lvl="1"/>
            <a:r>
              <a:rPr lang="en-US"/>
              <a:t>Second level</a:t>
            </a:r>
          </a:p>
          <a:p>
            <a:pPr lvl="2"/>
            <a:r>
              <a:rPr lang="en-US"/>
              <a:t>Third level</a:t>
            </a:r>
          </a:p>
        </p:txBody>
      </p:sp>
    </p:spTree>
    <p:extLst>
      <p:ext uri="{BB962C8B-B14F-4D97-AF65-F5344CB8AC3E}">
        <p14:creationId xmlns:p14="http://schemas.microsoft.com/office/powerpoint/2010/main" val="4226963204"/>
      </p:ext>
    </p:extLst>
  </p:cSld>
  <p:clrMapOvr>
    <a:masterClrMapping/>
  </p:clrMapOvr>
  <p:transition spd="med">
    <p:wipe dir="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Header no body copy">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319" y="271886"/>
            <a:ext cx="7955280" cy="472577"/>
          </a:xfrm>
          <a:prstGeom prst="rect">
            <a:avLst/>
          </a:prstGeom>
        </p:spPr>
        <p:txBody>
          <a:bodyPr lIns="0" rIns="0"/>
          <a:lstStyle>
            <a:lvl1pPr>
              <a:defRPr>
                <a:solidFill>
                  <a:srgbClr val="007DB8"/>
                </a:solidFill>
                <a:latin typeface="Arial" panose="020B0604020202020204" pitchFamily="34" charset="0"/>
                <a:ea typeface="Arial"/>
                <a:cs typeface="Arial" panose="020B0604020202020204" pitchFamily="34" charset="0"/>
              </a:defRPr>
            </a:lvl1pPr>
          </a:lstStyle>
          <a:p>
            <a:r>
              <a:rPr lang="en-US" dirty="0"/>
              <a:t>Click to edit content page title</a:t>
            </a:r>
          </a:p>
        </p:txBody>
      </p:sp>
    </p:spTree>
    <p:extLst>
      <p:ext uri="{BB962C8B-B14F-4D97-AF65-F5344CB8AC3E}">
        <p14:creationId xmlns:p14="http://schemas.microsoft.com/office/powerpoint/2010/main" val="796527207"/>
      </p:ext>
    </p:extLst>
  </p:cSld>
  <p:clrMapOvr>
    <a:masterClrMapping/>
  </p:clrMapOvr>
  <p:transition spd="med">
    <p:wipe dir="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772377048"/>
      </p:ext>
    </p:extLst>
  </p:cSld>
  <p:clrMapOvr>
    <a:masterClrMapping/>
  </p:clrMapOvr>
  <p:transition spd="med">
    <p:wipe dir="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Divider_Image 1">
    <p:spTree>
      <p:nvGrpSpPr>
        <p:cNvPr id="1" name=""/>
        <p:cNvGrpSpPr/>
        <p:nvPr/>
      </p:nvGrpSpPr>
      <p:grpSpPr>
        <a:xfrm>
          <a:off x="0" y="0"/>
          <a:ext cx="0" cy="0"/>
          <a:chOff x="0" y="0"/>
          <a:chExt cx="0" cy="0"/>
        </a:xfrm>
      </p:grpSpPr>
      <p:pic>
        <p:nvPicPr>
          <p:cNvPr id="6" name="Picture 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56780" cy="5150688"/>
          </a:xfrm>
          <a:prstGeom prst="rect">
            <a:avLst/>
          </a:prstGeom>
        </p:spPr>
      </p:pic>
      <p:sp>
        <p:nvSpPr>
          <p:cNvPr id="7" name="Title 1"/>
          <p:cNvSpPr>
            <a:spLocks noGrp="1"/>
          </p:cNvSpPr>
          <p:nvPr>
            <p:ph type="title" hasCustomPrompt="1"/>
          </p:nvPr>
        </p:nvSpPr>
        <p:spPr>
          <a:xfrm>
            <a:off x="274320" y="1748271"/>
            <a:ext cx="6850901" cy="1495794"/>
          </a:xfrm>
          <a:prstGeom prst="rect">
            <a:avLst/>
          </a:prstGeom>
        </p:spPr>
        <p:txBody>
          <a:bodyPr lIns="0" rIns="0" anchor="ctr" anchorCtr="0">
            <a:normAutofit/>
          </a:bodyPr>
          <a:lstStyle>
            <a:lvl1pPr>
              <a:defRPr sz="5400" baseline="0">
                <a:solidFill>
                  <a:schemeClr val="tx2"/>
                </a:solidFill>
                <a:latin typeface="Arial" panose="020B0604020202020204" pitchFamily="34" charset="0"/>
                <a:ea typeface="Arial"/>
                <a:cs typeface="Arial" panose="020B0604020202020204" pitchFamily="34" charset="0"/>
              </a:defRPr>
            </a:lvl1pPr>
          </a:lstStyle>
          <a:p>
            <a:r>
              <a:rPr lang="en-US" dirty="0"/>
              <a:t>Click to edit divider slide title  </a:t>
            </a:r>
          </a:p>
        </p:txBody>
      </p:sp>
      <p:pic>
        <p:nvPicPr>
          <p:cNvPr id="8"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200368" y="4838501"/>
            <a:ext cx="675925" cy="120540"/>
          </a:xfrm>
          <a:prstGeom prst="rect">
            <a:avLst/>
          </a:prstGeom>
        </p:spPr>
      </p:pic>
    </p:spTree>
    <p:extLst>
      <p:ext uri="{BB962C8B-B14F-4D97-AF65-F5344CB8AC3E}">
        <p14:creationId xmlns:p14="http://schemas.microsoft.com/office/powerpoint/2010/main" val="239998301"/>
      </p:ext>
    </p:extLst>
  </p:cSld>
  <p:clrMapOvr>
    <a:masterClrMapping/>
  </p:clrMapOvr>
  <p:transition spd="med">
    <p:wipe dir="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Divider_Image 2">
    <p:spTree>
      <p:nvGrpSpPr>
        <p:cNvPr id="1" name=""/>
        <p:cNvGrpSpPr/>
        <p:nvPr/>
      </p:nvGrpSpPr>
      <p:grpSpPr>
        <a:xfrm>
          <a:off x="0" y="0"/>
          <a:ext cx="0" cy="0"/>
          <a:chOff x="0" y="0"/>
          <a:chExt cx="0" cy="0"/>
        </a:xfrm>
      </p:grpSpPr>
      <p:pic>
        <p:nvPicPr>
          <p:cNvPr id="6" name="Picture 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1"/>
            <a:ext cx="9156778" cy="5150688"/>
          </a:xfrm>
          <a:prstGeom prst="rect">
            <a:avLst/>
          </a:prstGeom>
        </p:spPr>
      </p:pic>
      <p:sp>
        <p:nvSpPr>
          <p:cNvPr id="7" name="Title 1"/>
          <p:cNvSpPr>
            <a:spLocks noGrp="1"/>
          </p:cNvSpPr>
          <p:nvPr>
            <p:ph type="title" hasCustomPrompt="1"/>
          </p:nvPr>
        </p:nvSpPr>
        <p:spPr>
          <a:xfrm>
            <a:off x="274320" y="1748271"/>
            <a:ext cx="6850901" cy="1495794"/>
          </a:xfrm>
          <a:prstGeom prst="rect">
            <a:avLst/>
          </a:prstGeom>
        </p:spPr>
        <p:txBody>
          <a:bodyPr lIns="0" rIns="0" anchor="ctr" anchorCtr="0">
            <a:normAutofit/>
          </a:bodyPr>
          <a:lstStyle>
            <a:lvl1pPr>
              <a:defRPr sz="5400" baseline="0">
                <a:solidFill>
                  <a:schemeClr val="tx2"/>
                </a:solidFill>
                <a:latin typeface="Arial" panose="020B0604020202020204" pitchFamily="34" charset="0"/>
                <a:ea typeface="Arial"/>
                <a:cs typeface="Arial" panose="020B0604020202020204" pitchFamily="34" charset="0"/>
              </a:defRPr>
            </a:lvl1pPr>
          </a:lstStyle>
          <a:p>
            <a:r>
              <a:rPr lang="en-US" dirty="0"/>
              <a:t>Click to edit divider slide title  </a:t>
            </a:r>
          </a:p>
        </p:txBody>
      </p:sp>
      <p:pic>
        <p:nvPicPr>
          <p:cNvPr id="5" name="Picture 4"/>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200368" y="4838501"/>
            <a:ext cx="675925" cy="120540"/>
          </a:xfrm>
          <a:prstGeom prst="rect">
            <a:avLst/>
          </a:prstGeom>
        </p:spPr>
      </p:pic>
    </p:spTree>
    <p:extLst>
      <p:ext uri="{BB962C8B-B14F-4D97-AF65-F5344CB8AC3E}">
        <p14:creationId xmlns:p14="http://schemas.microsoft.com/office/powerpoint/2010/main" val="4103083454"/>
      </p:ext>
    </p:extLst>
  </p:cSld>
  <p:clrMapOvr>
    <a:masterClrMapping/>
  </p:clrMapOvr>
  <p:transition spd="med">
    <p:wipe dir="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Divider_Image 3">
    <p:spTree>
      <p:nvGrpSpPr>
        <p:cNvPr id="1" name=""/>
        <p:cNvGrpSpPr/>
        <p:nvPr/>
      </p:nvGrpSpPr>
      <p:grpSpPr>
        <a:xfrm>
          <a:off x="0" y="0"/>
          <a:ext cx="0" cy="0"/>
          <a:chOff x="0" y="0"/>
          <a:chExt cx="0" cy="0"/>
        </a:xfrm>
      </p:grpSpPr>
      <p:pic>
        <p:nvPicPr>
          <p:cNvPr id="6" name="Picture 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1"/>
            <a:ext cx="9156778" cy="5150688"/>
          </a:xfrm>
          <a:prstGeom prst="rect">
            <a:avLst/>
          </a:prstGeom>
        </p:spPr>
      </p:pic>
      <p:sp>
        <p:nvSpPr>
          <p:cNvPr id="7" name="Title 1"/>
          <p:cNvSpPr>
            <a:spLocks noGrp="1"/>
          </p:cNvSpPr>
          <p:nvPr>
            <p:ph type="title" hasCustomPrompt="1"/>
          </p:nvPr>
        </p:nvSpPr>
        <p:spPr>
          <a:xfrm>
            <a:off x="274320" y="1748271"/>
            <a:ext cx="6850901" cy="1495794"/>
          </a:xfrm>
          <a:prstGeom prst="rect">
            <a:avLst/>
          </a:prstGeom>
        </p:spPr>
        <p:txBody>
          <a:bodyPr lIns="0" rIns="0" anchor="ctr" anchorCtr="0">
            <a:normAutofit/>
          </a:bodyPr>
          <a:lstStyle>
            <a:lvl1pPr>
              <a:defRPr sz="5400" baseline="0">
                <a:solidFill>
                  <a:schemeClr val="tx2"/>
                </a:solidFill>
                <a:latin typeface="Arial" panose="020B0604020202020204" pitchFamily="34" charset="0"/>
                <a:ea typeface="Arial"/>
                <a:cs typeface="Arial" panose="020B0604020202020204" pitchFamily="34" charset="0"/>
              </a:defRPr>
            </a:lvl1pPr>
          </a:lstStyle>
          <a:p>
            <a:r>
              <a:rPr lang="en-US" dirty="0"/>
              <a:t>Click to edit divider slide title  </a:t>
            </a:r>
          </a:p>
        </p:txBody>
      </p:sp>
      <p:pic>
        <p:nvPicPr>
          <p:cNvPr id="8"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200368" y="4838501"/>
            <a:ext cx="675925" cy="120540"/>
          </a:xfrm>
          <a:prstGeom prst="rect">
            <a:avLst/>
          </a:prstGeom>
        </p:spPr>
      </p:pic>
    </p:spTree>
    <p:extLst>
      <p:ext uri="{BB962C8B-B14F-4D97-AF65-F5344CB8AC3E}">
        <p14:creationId xmlns:p14="http://schemas.microsoft.com/office/powerpoint/2010/main" val="92179296"/>
      </p:ext>
    </p:extLst>
  </p:cSld>
  <p:clrMapOvr>
    <a:masterClrMapping/>
  </p:clrMapOvr>
  <p:transition spd="med">
    <p:wipe dir="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Divider_Black">
    <p:bg>
      <p:bgPr>
        <a:solidFill>
          <a:schemeClr val="bg2"/>
        </a:solidFill>
        <a:effectLst/>
      </p:bgPr>
    </p:bg>
    <p:spTree>
      <p:nvGrpSpPr>
        <p:cNvPr id="1" name=""/>
        <p:cNvGrpSpPr/>
        <p:nvPr/>
      </p:nvGrpSpPr>
      <p:grpSpPr>
        <a:xfrm>
          <a:off x="0" y="0"/>
          <a:ext cx="0" cy="0"/>
          <a:chOff x="0" y="0"/>
          <a:chExt cx="0" cy="0"/>
        </a:xfrm>
      </p:grpSpPr>
      <p:sp>
        <p:nvSpPr>
          <p:cNvPr id="4" name="Title 1"/>
          <p:cNvSpPr>
            <a:spLocks noGrp="1"/>
          </p:cNvSpPr>
          <p:nvPr>
            <p:ph type="title" hasCustomPrompt="1"/>
          </p:nvPr>
        </p:nvSpPr>
        <p:spPr>
          <a:xfrm>
            <a:off x="274320" y="1748271"/>
            <a:ext cx="6850901" cy="1495794"/>
          </a:xfrm>
          <a:prstGeom prst="rect">
            <a:avLst/>
          </a:prstGeom>
        </p:spPr>
        <p:txBody>
          <a:bodyPr lIns="0" rIns="0" anchor="ctr" anchorCtr="0">
            <a:normAutofit/>
          </a:bodyPr>
          <a:lstStyle>
            <a:lvl1pPr>
              <a:defRPr sz="5400" baseline="0">
                <a:solidFill>
                  <a:schemeClr val="tx2"/>
                </a:solidFill>
                <a:ea typeface="Arial"/>
              </a:defRPr>
            </a:lvl1pPr>
          </a:lstStyle>
          <a:p>
            <a:r>
              <a:rPr lang="en-US" dirty="0"/>
              <a:t>Click to edit divider slide title  </a:t>
            </a:r>
          </a:p>
        </p:txBody>
      </p:sp>
      <p:pic>
        <p:nvPicPr>
          <p:cNvPr id="5" name="Picture 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200368" y="4838501"/>
            <a:ext cx="675925" cy="120540"/>
          </a:xfrm>
          <a:prstGeom prst="rect">
            <a:avLst/>
          </a:prstGeom>
        </p:spPr>
      </p:pic>
    </p:spTree>
    <p:extLst>
      <p:ext uri="{BB962C8B-B14F-4D97-AF65-F5344CB8AC3E}">
        <p14:creationId xmlns:p14="http://schemas.microsoft.com/office/powerpoint/2010/main" val="1948936941"/>
      </p:ext>
    </p:extLst>
  </p:cSld>
  <p:clrMapOvr>
    <a:masterClrMapping/>
  </p:clrMapOvr>
  <p:transition spd="med">
    <p:wipe dir="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Divider_Carbon">
    <p:bg>
      <p:bgPr>
        <a:solidFill>
          <a:schemeClr val="tx1"/>
        </a:solidFill>
        <a:effectLst/>
      </p:bgPr>
    </p:bg>
    <p:spTree>
      <p:nvGrpSpPr>
        <p:cNvPr id="1" name=""/>
        <p:cNvGrpSpPr/>
        <p:nvPr/>
      </p:nvGrpSpPr>
      <p:grpSpPr>
        <a:xfrm>
          <a:off x="0" y="0"/>
          <a:ext cx="0" cy="0"/>
          <a:chOff x="0" y="0"/>
          <a:chExt cx="0" cy="0"/>
        </a:xfrm>
      </p:grpSpPr>
      <p:sp>
        <p:nvSpPr>
          <p:cNvPr id="4" name="Title 1"/>
          <p:cNvSpPr>
            <a:spLocks noGrp="1"/>
          </p:cNvSpPr>
          <p:nvPr>
            <p:ph type="title" hasCustomPrompt="1"/>
          </p:nvPr>
        </p:nvSpPr>
        <p:spPr>
          <a:xfrm>
            <a:off x="274320" y="1748271"/>
            <a:ext cx="6850901" cy="1495794"/>
          </a:xfrm>
          <a:prstGeom prst="rect">
            <a:avLst/>
          </a:prstGeom>
        </p:spPr>
        <p:txBody>
          <a:bodyPr lIns="0" rIns="0" anchor="ctr" anchorCtr="0">
            <a:normAutofit/>
          </a:bodyPr>
          <a:lstStyle>
            <a:lvl1pPr>
              <a:defRPr sz="5400" baseline="0">
                <a:solidFill>
                  <a:schemeClr val="tx2"/>
                </a:solidFill>
                <a:ea typeface="Arial"/>
              </a:defRPr>
            </a:lvl1pPr>
          </a:lstStyle>
          <a:p>
            <a:r>
              <a:rPr lang="en-US" dirty="0"/>
              <a:t>Click to edit divider slide title </a:t>
            </a:r>
          </a:p>
        </p:txBody>
      </p:sp>
      <p:pic>
        <p:nvPicPr>
          <p:cNvPr id="5" name="Picture 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200368" y="4838501"/>
            <a:ext cx="675925" cy="120540"/>
          </a:xfrm>
          <a:prstGeom prst="rect">
            <a:avLst/>
          </a:prstGeom>
        </p:spPr>
      </p:pic>
    </p:spTree>
    <p:extLst>
      <p:ext uri="{BB962C8B-B14F-4D97-AF65-F5344CB8AC3E}">
        <p14:creationId xmlns:p14="http://schemas.microsoft.com/office/powerpoint/2010/main" val="2532675578"/>
      </p:ext>
    </p:extLst>
  </p:cSld>
  <p:clrMapOvr>
    <a:masterClrMapping/>
  </p:clrMapOvr>
  <p:transition spd="med">
    <p:wipe dir="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Divider_Blue">
    <p:bg>
      <p:bgRef idx="1001">
        <a:schemeClr val="bg2"/>
      </p:bgRef>
    </p:bg>
    <p:spTree>
      <p:nvGrpSpPr>
        <p:cNvPr id="1" name=""/>
        <p:cNvGrpSpPr/>
        <p:nvPr/>
      </p:nvGrpSpPr>
      <p:grpSpPr>
        <a:xfrm>
          <a:off x="0" y="0"/>
          <a:ext cx="0" cy="0"/>
          <a:chOff x="0" y="0"/>
          <a:chExt cx="0" cy="0"/>
        </a:xfrm>
      </p:grpSpPr>
      <p:sp>
        <p:nvSpPr>
          <p:cNvPr id="4" name="Title 1"/>
          <p:cNvSpPr>
            <a:spLocks noGrp="1"/>
          </p:cNvSpPr>
          <p:nvPr>
            <p:ph type="title" hasCustomPrompt="1"/>
          </p:nvPr>
        </p:nvSpPr>
        <p:spPr>
          <a:xfrm>
            <a:off x="274320" y="1748271"/>
            <a:ext cx="6850901" cy="1495794"/>
          </a:xfrm>
          <a:prstGeom prst="rect">
            <a:avLst/>
          </a:prstGeom>
        </p:spPr>
        <p:txBody>
          <a:bodyPr lIns="0" rIns="0" anchor="ctr" anchorCtr="0">
            <a:normAutofit/>
          </a:bodyPr>
          <a:lstStyle>
            <a:lvl1pPr>
              <a:defRPr sz="5400" baseline="0">
                <a:solidFill>
                  <a:schemeClr val="tx2"/>
                </a:solidFill>
                <a:ea typeface="Arial"/>
              </a:defRPr>
            </a:lvl1pPr>
          </a:lstStyle>
          <a:p>
            <a:r>
              <a:rPr lang="en-US" dirty="0"/>
              <a:t>Click to edit divider slide title </a:t>
            </a:r>
          </a:p>
        </p:txBody>
      </p:sp>
      <p:pic>
        <p:nvPicPr>
          <p:cNvPr id="5" name="Picture 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200368" y="4838501"/>
            <a:ext cx="675925" cy="120540"/>
          </a:xfrm>
          <a:prstGeom prst="rect">
            <a:avLst/>
          </a:prstGeom>
        </p:spPr>
      </p:pic>
    </p:spTree>
    <p:extLst>
      <p:ext uri="{BB962C8B-B14F-4D97-AF65-F5344CB8AC3E}">
        <p14:creationId xmlns:p14="http://schemas.microsoft.com/office/powerpoint/2010/main" val="2498619483"/>
      </p:ext>
    </p:extLst>
  </p:cSld>
  <p:clrMapOvr>
    <a:overrideClrMapping bg1="dk1" tx1="lt1" bg2="dk2" tx2="lt2" accent1="accent1" accent2="accent2" accent3="accent3" accent4="accent4" accent5="accent5" accent6="accent6" hlink="hlink" folHlink="folHlink"/>
  </p:clrMapOvr>
  <p:transition spd="med">
    <p:wipe dir="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Divider_Granite">
    <p:bg>
      <p:bgPr>
        <a:solidFill>
          <a:srgbClr val="808080"/>
        </a:solidFill>
        <a:effectLst/>
      </p:bgPr>
    </p:bg>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274320" y="1748271"/>
            <a:ext cx="6850901" cy="1495794"/>
          </a:xfrm>
          <a:prstGeom prst="rect">
            <a:avLst/>
          </a:prstGeom>
        </p:spPr>
        <p:txBody>
          <a:bodyPr lIns="0" rIns="0" anchor="ctr" anchorCtr="0">
            <a:normAutofit/>
          </a:bodyPr>
          <a:lstStyle>
            <a:lvl1pPr>
              <a:defRPr sz="5400" baseline="0">
                <a:solidFill>
                  <a:schemeClr val="tx2"/>
                </a:solidFill>
                <a:latin typeface="Arial" panose="020B0604020202020204" pitchFamily="34" charset="0"/>
                <a:ea typeface="Arial"/>
                <a:cs typeface="Arial" panose="020B0604020202020204" pitchFamily="34" charset="0"/>
              </a:defRPr>
            </a:lvl1pPr>
          </a:lstStyle>
          <a:p>
            <a:r>
              <a:rPr lang="en-US" dirty="0"/>
              <a:t>Click to edit divider slide title  </a:t>
            </a:r>
          </a:p>
        </p:txBody>
      </p:sp>
      <p:pic>
        <p:nvPicPr>
          <p:cNvPr id="3" name="Picture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200368" y="4838501"/>
            <a:ext cx="675925" cy="120540"/>
          </a:xfrm>
          <a:prstGeom prst="rect">
            <a:avLst/>
          </a:prstGeom>
        </p:spPr>
      </p:pic>
    </p:spTree>
    <p:extLst>
      <p:ext uri="{BB962C8B-B14F-4D97-AF65-F5344CB8AC3E}">
        <p14:creationId xmlns:p14="http://schemas.microsoft.com/office/powerpoint/2010/main" val="1497252019"/>
      </p:ext>
    </p:extLst>
  </p:cSld>
  <p:clrMapOvr>
    <a:masterClrMapping/>
  </p:clrMapOvr>
  <p:transition spd="med">
    <p:wipe dir="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Logo slide_Black">
    <p:bg>
      <p:bgPr>
        <a:solidFill>
          <a:schemeClr val="bg2"/>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029161" y="2257138"/>
            <a:ext cx="3046048" cy="543212"/>
          </a:xfrm>
          <a:prstGeom prst="rect">
            <a:avLst/>
          </a:prstGeom>
        </p:spPr>
      </p:pic>
    </p:spTree>
    <p:extLst>
      <p:ext uri="{BB962C8B-B14F-4D97-AF65-F5344CB8AC3E}">
        <p14:creationId xmlns:p14="http://schemas.microsoft.com/office/powerpoint/2010/main" val="826040191"/>
      </p:ext>
    </p:extLst>
  </p:cSld>
  <p:clrMapOvr>
    <a:masterClrMapping/>
  </p:clrMapOvr>
  <p:transition spd="med">
    <p:wipe dir="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Logo slide Carbon">
    <p:bg>
      <p:bgPr>
        <a:solidFill>
          <a:schemeClr val="tx1"/>
        </a:solidFill>
        <a:effectLst/>
      </p:bgPr>
    </p:bg>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029161" y="2257138"/>
            <a:ext cx="3046048" cy="543212"/>
          </a:xfrm>
          <a:prstGeom prst="rect">
            <a:avLst/>
          </a:prstGeom>
        </p:spPr>
      </p:pic>
    </p:spTree>
    <p:extLst>
      <p:ext uri="{BB962C8B-B14F-4D97-AF65-F5344CB8AC3E}">
        <p14:creationId xmlns:p14="http://schemas.microsoft.com/office/powerpoint/2010/main" val="1869552161"/>
      </p:ext>
    </p:extLst>
  </p:cSld>
  <p:clrMapOvr>
    <a:masterClrMapping/>
  </p:clrMapOvr>
  <p:transition spd="med">
    <p:wipe dir="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Logo slide Blue">
    <p:bg>
      <p:bgRef idx="1001">
        <a:schemeClr val="bg2"/>
      </p:bgRef>
    </p:bg>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029161" y="2257138"/>
            <a:ext cx="3046048" cy="543212"/>
          </a:xfrm>
          <a:prstGeom prst="rect">
            <a:avLst/>
          </a:prstGeom>
        </p:spPr>
      </p:pic>
    </p:spTree>
    <p:extLst>
      <p:ext uri="{BB962C8B-B14F-4D97-AF65-F5344CB8AC3E}">
        <p14:creationId xmlns:p14="http://schemas.microsoft.com/office/powerpoint/2010/main" val="2470023807"/>
      </p:ext>
    </p:extLst>
  </p:cSld>
  <p:clrMapOvr>
    <a:overrideClrMapping bg1="dk1" tx1="lt1" bg2="dk2" tx2="lt2" accent1="accent1" accent2="accent2" accent3="accent3" accent4="accent4" accent5="accent5" accent6="accent6" hlink="hlink" folHlink="folHlink"/>
  </p:clrMapOvr>
  <p:transition spd="med">
    <p:wipe dir="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Logo slide Granite">
    <p:bg>
      <p:bgPr>
        <a:solidFill>
          <a:srgbClr val="808080"/>
        </a:solidFill>
        <a:effectLst/>
      </p:bgPr>
    </p:bg>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029161" y="2257138"/>
            <a:ext cx="3046048" cy="543212"/>
          </a:xfrm>
          <a:prstGeom prst="rect">
            <a:avLst/>
          </a:prstGeom>
        </p:spPr>
      </p:pic>
    </p:spTree>
    <p:extLst>
      <p:ext uri="{BB962C8B-B14F-4D97-AF65-F5344CB8AC3E}">
        <p14:creationId xmlns:p14="http://schemas.microsoft.com/office/powerpoint/2010/main" val="3266358696"/>
      </p:ext>
    </p:extLst>
  </p:cSld>
  <p:clrMapOvr>
    <a:masterClrMapping/>
  </p:clrMapOvr>
  <p:transition spd="med">
    <p:wipe dir="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5" name="Content Placeholder 4"/>
          <p:cNvSpPr>
            <a:spLocks noGrp="1"/>
          </p:cNvSpPr>
          <p:nvPr>
            <p:ph sz="quarter" idx="10"/>
          </p:nvPr>
        </p:nvSpPr>
        <p:spPr>
          <a:xfrm>
            <a:off x="379413" y="990600"/>
            <a:ext cx="8458200" cy="3429000"/>
          </a:xfrm>
          <a:prstGeom prst="rect">
            <a:avLst/>
          </a:prstGeom>
        </p:spPr>
        <p:txBody>
          <a:bodyPr vert="horz" lIns="0" tIns="0" rIns="0" bIns="0"/>
          <a:lstStyle>
            <a:lvl1pPr marL="228600" indent="-228600">
              <a:spcBef>
                <a:spcPts val="1200"/>
              </a:spcBef>
              <a:buClr>
                <a:schemeClr val="tx2"/>
              </a:buClr>
              <a:defRPr sz="2400">
                <a:solidFill>
                  <a:schemeClr val="bg2"/>
                </a:solidFill>
                <a:latin typeface="+mn-lt"/>
              </a:defRPr>
            </a:lvl1pPr>
            <a:lvl2pPr>
              <a:spcBef>
                <a:spcPts val="300"/>
              </a:spcBef>
              <a:buClr>
                <a:schemeClr val="tx2"/>
              </a:buClr>
              <a:defRPr sz="2000">
                <a:solidFill>
                  <a:schemeClr val="bg2"/>
                </a:solidFill>
                <a:latin typeface="+mn-lt"/>
              </a:defRPr>
            </a:lvl2pPr>
            <a:lvl3pPr marL="1084263" indent="-169863">
              <a:spcBef>
                <a:spcPts val="300"/>
              </a:spcBef>
              <a:buClr>
                <a:schemeClr val="tx2"/>
              </a:buClr>
              <a:defRPr sz="1600">
                <a:solidFill>
                  <a:schemeClr val="bg2"/>
                </a:solidFill>
                <a:latin typeface="+mn-lt"/>
              </a:defRPr>
            </a:lvl3pPr>
            <a:lvl4pPr marL="1430338" indent="-168275">
              <a:spcBef>
                <a:spcPts val="300"/>
              </a:spcBef>
              <a:buClr>
                <a:schemeClr val="tx2"/>
              </a:buClr>
              <a:defRPr sz="1200">
                <a:solidFill>
                  <a:schemeClr val="bg2"/>
                </a:solidFill>
                <a:latin typeface="+mn-lt"/>
              </a:defRPr>
            </a:lvl4pPr>
            <a:lvl5pPr marL="1770063" indent="-169863">
              <a:spcBef>
                <a:spcPts val="300"/>
              </a:spcBef>
              <a:buClr>
                <a:schemeClr val="tx2"/>
              </a:buClr>
              <a:buFont typeface="Arial"/>
              <a:buChar char="•"/>
              <a:defRPr sz="1100">
                <a:solidFill>
                  <a:schemeClr val="bg2"/>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ctrTitle" hasCustomPrompt="1"/>
          </p:nvPr>
        </p:nvSpPr>
        <p:spPr>
          <a:xfrm>
            <a:off x="379413" y="228600"/>
            <a:ext cx="8458200" cy="428625"/>
          </a:xfrm>
          <a:prstGeom prst="rect">
            <a:avLst/>
          </a:prstGeom>
        </p:spPr>
        <p:txBody>
          <a:bodyPr lIns="0" tIns="0" rIns="0" bIns="0" anchor="t" anchorCtr="0"/>
          <a:lstStyle>
            <a:lvl1pPr algn="l">
              <a:lnSpc>
                <a:spcPct val="100000"/>
              </a:lnSpc>
              <a:defRPr sz="2800" cap="all" baseline="0">
                <a:solidFill>
                  <a:schemeClr val="tx2"/>
                </a:solidFill>
                <a:latin typeface="+mj-lt"/>
                <a:cs typeface="Verdana"/>
              </a:defRPr>
            </a:lvl1pPr>
          </a:lstStyle>
          <a:p>
            <a:r>
              <a:rPr lang="en-US" dirty="0"/>
              <a:t>CLICK TO EDIT MASTER TITLE STYLE</a:t>
            </a:r>
          </a:p>
        </p:txBody>
      </p:sp>
    </p:spTree>
    <p:extLst>
      <p:ext uri="{BB962C8B-B14F-4D97-AF65-F5344CB8AC3E}">
        <p14:creationId xmlns:p14="http://schemas.microsoft.com/office/powerpoint/2010/main" val="33600427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Tree>
    <p:extLst>
      <p:ext uri="{BB962C8B-B14F-4D97-AF65-F5344CB8AC3E}">
        <p14:creationId xmlns:p14="http://schemas.microsoft.com/office/powerpoint/2010/main" val="2191844031"/>
      </p:ext>
    </p:extLst>
  </p:cSld>
  <p:clrMapOvr>
    <a:masterClrMapping/>
  </p:clrMapOvr>
  <p:transition>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ver Layout 1">
    <p:spTree>
      <p:nvGrpSpPr>
        <p:cNvPr id="1" name=""/>
        <p:cNvGrpSpPr/>
        <p:nvPr/>
      </p:nvGrpSpPr>
      <p:grpSpPr>
        <a:xfrm>
          <a:off x="0" y="0"/>
          <a:ext cx="0" cy="0"/>
          <a:chOff x="0" y="0"/>
          <a:chExt cx="0" cy="0"/>
        </a:xfrm>
      </p:grpSpPr>
      <p:sp>
        <p:nvSpPr>
          <p:cNvPr id="8" name="Title 1"/>
          <p:cNvSpPr>
            <a:spLocks noGrp="1"/>
          </p:cNvSpPr>
          <p:nvPr>
            <p:ph type="ctrTitle" hasCustomPrompt="1"/>
          </p:nvPr>
        </p:nvSpPr>
        <p:spPr>
          <a:xfrm>
            <a:off x="379413" y="3886200"/>
            <a:ext cx="8383588" cy="413989"/>
          </a:xfrm>
          <a:prstGeom prst="rect">
            <a:avLst/>
          </a:prstGeom>
        </p:spPr>
        <p:txBody>
          <a:bodyPr lIns="0" tIns="0" rIns="0" bIns="0" anchor="b" anchorCtr="0"/>
          <a:lstStyle>
            <a:lvl1pPr algn="l">
              <a:lnSpc>
                <a:spcPct val="100000"/>
              </a:lnSpc>
              <a:defRPr sz="3200">
                <a:solidFill>
                  <a:schemeClr val="tx2"/>
                </a:solidFill>
                <a:latin typeface="Architects Daughter"/>
                <a:cs typeface="Architects Daughter"/>
              </a:defRPr>
            </a:lvl1pPr>
          </a:lstStyle>
          <a:p>
            <a:r>
              <a:rPr lang="en-US" dirty="0"/>
              <a:t>CLICK TO EDIT MASTER TITLE STYLE</a:t>
            </a:r>
          </a:p>
        </p:txBody>
      </p:sp>
      <p:sp>
        <p:nvSpPr>
          <p:cNvPr id="9" name="Subtitle 2"/>
          <p:cNvSpPr>
            <a:spLocks noGrp="1"/>
          </p:cNvSpPr>
          <p:nvPr>
            <p:ph type="subTitle" idx="1" hasCustomPrompt="1"/>
          </p:nvPr>
        </p:nvSpPr>
        <p:spPr>
          <a:xfrm>
            <a:off x="379412" y="4343400"/>
            <a:ext cx="8383587" cy="269994"/>
          </a:xfrm>
          <a:prstGeom prst="rect">
            <a:avLst/>
          </a:prstGeom>
        </p:spPr>
        <p:txBody>
          <a:bodyPr lIns="0" tIns="0" rIns="0" bIns="0"/>
          <a:lstStyle>
            <a:lvl1pPr marL="0" indent="0" algn="l">
              <a:lnSpc>
                <a:spcPct val="100000"/>
              </a:lnSpc>
              <a:buNone/>
              <a:defRPr sz="1600">
                <a:solidFill>
                  <a:schemeClr val="bg2"/>
                </a:solidFill>
                <a:latin typeface="Architects Daughter"/>
                <a:cs typeface="Architects Daughter"/>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Tree>
    <p:extLst>
      <p:ext uri="{BB962C8B-B14F-4D97-AF65-F5344CB8AC3E}">
        <p14:creationId xmlns:p14="http://schemas.microsoft.com/office/powerpoint/2010/main" val="37989862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ver Layout 2">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663996" y="363539"/>
            <a:ext cx="5175204" cy="1751012"/>
          </a:xfrm>
          <a:prstGeom prst="rect">
            <a:avLst/>
          </a:prstGeom>
        </p:spPr>
        <p:txBody>
          <a:bodyPr lIns="0" tIns="0" rIns="0" bIns="0" anchor="b" anchorCtr="0"/>
          <a:lstStyle>
            <a:lvl1pPr algn="l">
              <a:lnSpc>
                <a:spcPct val="100000"/>
              </a:lnSpc>
              <a:defRPr sz="4000">
                <a:solidFill>
                  <a:schemeClr val="tx2"/>
                </a:solidFill>
                <a:latin typeface="Architects Daughter"/>
                <a:cs typeface="Architects Daughter"/>
              </a:defRPr>
            </a:lvl1pPr>
          </a:lstStyle>
          <a:p>
            <a:r>
              <a:rPr lang="en-US" dirty="0"/>
              <a:t>CLICK TO EDIT MASTER TITLE STYLE</a:t>
            </a:r>
          </a:p>
        </p:txBody>
      </p:sp>
      <p:sp>
        <p:nvSpPr>
          <p:cNvPr id="3" name="Subtitle 2"/>
          <p:cNvSpPr>
            <a:spLocks noGrp="1"/>
          </p:cNvSpPr>
          <p:nvPr>
            <p:ph type="subTitle" idx="1" hasCustomPrompt="1"/>
          </p:nvPr>
        </p:nvSpPr>
        <p:spPr>
          <a:xfrm>
            <a:off x="3663996" y="2440781"/>
            <a:ext cx="5175204" cy="816769"/>
          </a:xfrm>
          <a:prstGeom prst="rect">
            <a:avLst/>
          </a:prstGeom>
        </p:spPr>
        <p:txBody>
          <a:bodyPr lIns="0" tIns="0" rIns="0" bIns="0"/>
          <a:lstStyle>
            <a:lvl1pPr marL="0" indent="0" algn="l">
              <a:lnSpc>
                <a:spcPct val="100000"/>
              </a:lnSpc>
              <a:buNone/>
              <a:defRPr sz="2400">
                <a:solidFill>
                  <a:srgbClr val="717074"/>
                </a:solidFill>
                <a:latin typeface="Architects Daughter"/>
                <a:cs typeface="Architects Daughter"/>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9" name="Picture Placeholder 2"/>
          <p:cNvSpPr>
            <a:spLocks noGrp="1"/>
          </p:cNvSpPr>
          <p:nvPr>
            <p:ph type="pic" idx="11"/>
          </p:nvPr>
        </p:nvSpPr>
        <p:spPr>
          <a:xfrm>
            <a:off x="0" y="2380"/>
            <a:ext cx="3276600" cy="5141120"/>
          </a:xfrm>
          <a:prstGeom prst="rect">
            <a:avLst/>
          </a:prstGeom>
        </p:spPr>
        <p:txBody>
          <a:bodyPr/>
          <a:lstStyle>
            <a:lvl1pPr marL="0" indent="0">
              <a:buNone/>
              <a:defRPr sz="1800">
                <a:solidFill>
                  <a:schemeClr val="bg2"/>
                </a:solidFill>
                <a:latin typeface="+mn-lt"/>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5" name="Content Placeholder 4"/>
          <p:cNvSpPr>
            <a:spLocks noGrp="1"/>
          </p:cNvSpPr>
          <p:nvPr>
            <p:ph sz="quarter" idx="10"/>
          </p:nvPr>
        </p:nvSpPr>
        <p:spPr>
          <a:xfrm>
            <a:off x="3663996" y="3332938"/>
            <a:ext cx="5175204" cy="357957"/>
          </a:xfrm>
          <a:prstGeom prst="rect">
            <a:avLst/>
          </a:prstGeom>
        </p:spPr>
        <p:txBody>
          <a:bodyPr vert="horz" lIns="0" tIns="0" rIns="0" bIns="0"/>
          <a:lstStyle>
            <a:lvl1pPr marL="0" indent="0">
              <a:lnSpc>
                <a:spcPct val="100000"/>
              </a:lnSpc>
              <a:spcBef>
                <a:spcPts val="1200"/>
              </a:spcBef>
              <a:buClr>
                <a:schemeClr val="tx2"/>
              </a:buClr>
              <a:buNone/>
              <a:defRPr sz="1800">
                <a:solidFill>
                  <a:srgbClr val="717074"/>
                </a:solidFill>
                <a:latin typeface="+mn-lt"/>
              </a:defRPr>
            </a:lvl1pPr>
            <a:lvl2pPr>
              <a:spcBef>
                <a:spcPts val="300"/>
              </a:spcBef>
              <a:buClr>
                <a:schemeClr val="tx2"/>
              </a:buClr>
              <a:defRPr sz="2000">
                <a:solidFill>
                  <a:srgbClr val="717074"/>
                </a:solidFill>
                <a:latin typeface="+mn-lt"/>
              </a:defRPr>
            </a:lvl2pPr>
            <a:lvl3pPr marL="1084263" indent="-169863">
              <a:spcBef>
                <a:spcPts val="300"/>
              </a:spcBef>
              <a:buClr>
                <a:schemeClr val="tx2"/>
              </a:buClr>
              <a:defRPr sz="1600">
                <a:solidFill>
                  <a:srgbClr val="717074"/>
                </a:solidFill>
                <a:latin typeface="+mn-lt"/>
              </a:defRPr>
            </a:lvl3pPr>
            <a:lvl4pPr marL="1430338" indent="-168275">
              <a:spcBef>
                <a:spcPts val="300"/>
              </a:spcBef>
              <a:buClr>
                <a:schemeClr val="tx2"/>
              </a:buClr>
              <a:defRPr sz="1200">
                <a:solidFill>
                  <a:srgbClr val="717074"/>
                </a:solidFill>
                <a:latin typeface="+mn-lt"/>
              </a:defRPr>
            </a:lvl4pPr>
            <a:lvl5pPr marL="1770063" indent="-169863">
              <a:spcBef>
                <a:spcPts val="300"/>
              </a:spcBef>
              <a:buClr>
                <a:schemeClr val="tx2"/>
              </a:buClr>
              <a:buFont typeface="Arial"/>
              <a:buChar char="•"/>
              <a:defRPr sz="1100">
                <a:solidFill>
                  <a:srgbClr val="717074"/>
                </a:solidFill>
                <a:latin typeface="+mn-lt"/>
              </a:defRPr>
            </a:lvl5pPr>
          </a:lstStyle>
          <a:p>
            <a:pPr lvl="0"/>
            <a:r>
              <a:rPr lang="en-US"/>
              <a:t>Click to edit Master text styles</a:t>
            </a:r>
          </a:p>
        </p:txBody>
      </p:sp>
    </p:spTree>
    <p:extLst>
      <p:ext uri="{BB962C8B-B14F-4D97-AF65-F5344CB8AC3E}">
        <p14:creationId xmlns:p14="http://schemas.microsoft.com/office/powerpoint/2010/main" val="24761845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Footer only">
    <p:spTree>
      <p:nvGrpSpPr>
        <p:cNvPr id="1" name=""/>
        <p:cNvGrpSpPr/>
        <p:nvPr/>
      </p:nvGrpSpPr>
      <p:grpSpPr>
        <a:xfrm>
          <a:off x="0" y="0"/>
          <a:ext cx="0" cy="0"/>
          <a:chOff x="0" y="0"/>
          <a:chExt cx="0" cy="0"/>
        </a:xfrm>
      </p:grpSpPr>
    </p:spTree>
    <p:extLst>
      <p:ext uri="{BB962C8B-B14F-4D97-AF65-F5344CB8AC3E}">
        <p14:creationId xmlns:p14="http://schemas.microsoft.com/office/powerpoint/2010/main" val="24359616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5" name="Content Placeholder 4"/>
          <p:cNvSpPr>
            <a:spLocks noGrp="1"/>
          </p:cNvSpPr>
          <p:nvPr>
            <p:ph sz="quarter" idx="10"/>
          </p:nvPr>
        </p:nvSpPr>
        <p:spPr>
          <a:xfrm>
            <a:off x="379413" y="990600"/>
            <a:ext cx="8458200" cy="3429000"/>
          </a:xfrm>
          <a:prstGeom prst="rect">
            <a:avLst/>
          </a:prstGeom>
        </p:spPr>
        <p:txBody>
          <a:bodyPr vert="horz" lIns="0" tIns="0" rIns="0" bIns="0"/>
          <a:lstStyle>
            <a:lvl1pPr marL="228600" indent="-228600">
              <a:spcBef>
                <a:spcPts val="1200"/>
              </a:spcBef>
              <a:buClr>
                <a:schemeClr val="tx2"/>
              </a:buClr>
              <a:defRPr sz="2400">
                <a:solidFill>
                  <a:schemeClr val="bg2"/>
                </a:solidFill>
              </a:defRPr>
            </a:lvl1pPr>
            <a:lvl2pPr>
              <a:spcBef>
                <a:spcPts val="300"/>
              </a:spcBef>
              <a:buClr>
                <a:schemeClr val="tx2"/>
              </a:buClr>
              <a:defRPr sz="2000">
                <a:solidFill>
                  <a:schemeClr val="bg2"/>
                </a:solidFill>
              </a:defRPr>
            </a:lvl2pPr>
            <a:lvl3pPr marL="1084263" indent="-169863">
              <a:spcBef>
                <a:spcPts val="300"/>
              </a:spcBef>
              <a:buClr>
                <a:schemeClr val="tx2"/>
              </a:buClr>
              <a:defRPr sz="1600">
                <a:solidFill>
                  <a:schemeClr val="bg2"/>
                </a:solidFill>
              </a:defRPr>
            </a:lvl3pPr>
            <a:lvl4pPr marL="1430338" indent="-168275">
              <a:spcBef>
                <a:spcPts val="300"/>
              </a:spcBef>
              <a:buClr>
                <a:schemeClr val="tx2"/>
              </a:buClr>
              <a:defRPr sz="1200">
                <a:solidFill>
                  <a:schemeClr val="bg2"/>
                </a:solidFill>
              </a:defRPr>
            </a:lvl4pPr>
            <a:lvl5pPr marL="1770063" indent="-169863">
              <a:spcBef>
                <a:spcPts val="300"/>
              </a:spcBef>
              <a:buClr>
                <a:schemeClr val="tx2"/>
              </a:buClr>
              <a:buFont typeface="Arial"/>
              <a:buChar char="•"/>
              <a:defRPr sz="1100">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ctrTitle" hasCustomPrompt="1"/>
          </p:nvPr>
        </p:nvSpPr>
        <p:spPr>
          <a:xfrm>
            <a:off x="379413" y="228600"/>
            <a:ext cx="8458200" cy="457200"/>
          </a:xfrm>
          <a:prstGeom prst="rect">
            <a:avLst/>
          </a:prstGeom>
        </p:spPr>
        <p:txBody>
          <a:bodyPr lIns="0" tIns="0" rIns="0" bIns="0" anchor="t" anchorCtr="0"/>
          <a:lstStyle>
            <a:lvl1pPr algn="l">
              <a:lnSpc>
                <a:spcPct val="100000"/>
              </a:lnSpc>
              <a:defRPr sz="2800">
                <a:solidFill>
                  <a:schemeClr val="tx2"/>
                </a:solidFill>
                <a:latin typeface="Architects Daughter"/>
                <a:cs typeface="Architects Daughter"/>
              </a:defRPr>
            </a:lvl1pPr>
          </a:lstStyle>
          <a:p>
            <a:r>
              <a:rPr lang="en-US" dirty="0"/>
              <a:t>CLICK TO EDIT MASTER TITLE STYLE</a:t>
            </a:r>
          </a:p>
        </p:txBody>
      </p:sp>
    </p:spTree>
    <p:extLst>
      <p:ext uri="{BB962C8B-B14F-4D97-AF65-F5344CB8AC3E}">
        <p14:creationId xmlns:p14="http://schemas.microsoft.com/office/powerpoint/2010/main" val="2191923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1"/>
          <p:cNvSpPr>
            <a:spLocks noGrp="1"/>
          </p:cNvSpPr>
          <p:nvPr>
            <p:ph type="ctrTitle" hasCustomPrompt="1"/>
          </p:nvPr>
        </p:nvSpPr>
        <p:spPr>
          <a:xfrm>
            <a:off x="379413" y="228600"/>
            <a:ext cx="8458200" cy="457200"/>
          </a:xfrm>
          <a:prstGeom prst="rect">
            <a:avLst/>
          </a:prstGeom>
        </p:spPr>
        <p:txBody>
          <a:bodyPr lIns="0" tIns="0" rIns="0" bIns="0" anchor="t" anchorCtr="0"/>
          <a:lstStyle>
            <a:lvl1pPr algn="l">
              <a:lnSpc>
                <a:spcPct val="100000"/>
              </a:lnSpc>
              <a:defRPr sz="2800">
                <a:solidFill>
                  <a:schemeClr val="tx2"/>
                </a:solidFill>
                <a:latin typeface="Architects Daughter"/>
                <a:cs typeface="Architects Daughter"/>
              </a:defRPr>
            </a:lvl1pPr>
          </a:lstStyle>
          <a:p>
            <a:r>
              <a:rPr lang="en-US" dirty="0"/>
              <a:t>CLICK TO EDIT MASTER TITLE STYLE</a:t>
            </a:r>
          </a:p>
        </p:txBody>
      </p:sp>
    </p:spTree>
    <p:extLst>
      <p:ext uri="{BB962C8B-B14F-4D97-AF65-F5344CB8AC3E}">
        <p14:creationId xmlns:p14="http://schemas.microsoft.com/office/powerpoint/2010/main" val="28567571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itle and subtitle only">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379413" y="703000"/>
            <a:ext cx="8449733" cy="302417"/>
          </a:xfrm>
          <a:prstGeom prst="rect">
            <a:avLst/>
          </a:prstGeom>
        </p:spPr>
        <p:txBody>
          <a:bodyPr lIns="0" tIns="0" rIns="0" bIns="0"/>
          <a:lstStyle>
            <a:lvl1pPr marL="0" indent="0" algn="l">
              <a:lnSpc>
                <a:spcPct val="100000"/>
              </a:lnSpc>
              <a:buNone/>
              <a:defRPr sz="1600">
                <a:solidFill>
                  <a:schemeClr val="bg2"/>
                </a:solidFill>
                <a:latin typeface="Architects Daughter"/>
                <a:cs typeface="Architects Daughter"/>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Title 1"/>
          <p:cNvSpPr>
            <a:spLocks noGrp="1"/>
          </p:cNvSpPr>
          <p:nvPr>
            <p:ph type="ctrTitle" hasCustomPrompt="1"/>
          </p:nvPr>
        </p:nvSpPr>
        <p:spPr>
          <a:xfrm>
            <a:off x="379413" y="228600"/>
            <a:ext cx="8458200" cy="457200"/>
          </a:xfrm>
          <a:prstGeom prst="rect">
            <a:avLst/>
          </a:prstGeom>
        </p:spPr>
        <p:txBody>
          <a:bodyPr lIns="0" tIns="0" rIns="0" bIns="0" anchor="t" anchorCtr="0"/>
          <a:lstStyle>
            <a:lvl1pPr algn="l">
              <a:lnSpc>
                <a:spcPct val="100000"/>
              </a:lnSpc>
              <a:defRPr sz="2800">
                <a:solidFill>
                  <a:schemeClr val="tx2"/>
                </a:solidFill>
                <a:latin typeface="Architects Daughter"/>
                <a:cs typeface="Architects Daughter"/>
              </a:defRPr>
            </a:lvl1pPr>
          </a:lstStyle>
          <a:p>
            <a:r>
              <a:rPr lang="en-US" dirty="0"/>
              <a:t>CLICK TO EDIT MASTER TITLE STYLE</a:t>
            </a:r>
          </a:p>
        </p:txBody>
      </p:sp>
    </p:spTree>
    <p:extLst>
      <p:ext uri="{BB962C8B-B14F-4D97-AF65-F5344CB8AC3E}">
        <p14:creationId xmlns:p14="http://schemas.microsoft.com/office/powerpoint/2010/main" val="35488139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sp>
        <p:nvSpPr>
          <p:cNvPr id="5" name="Content Placeholder 4"/>
          <p:cNvSpPr>
            <a:spLocks noGrp="1"/>
          </p:cNvSpPr>
          <p:nvPr>
            <p:ph sz="quarter" idx="10"/>
          </p:nvPr>
        </p:nvSpPr>
        <p:spPr>
          <a:xfrm>
            <a:off x="379413" y="1295399"/>
            <a:ext cx="8458200" cy="3235325"/>
          </a:xfrm>
          <a:prstGeom prst="rect">
            <a:avLst/>
          </a:prstGeom>
        </p:spPr>
        <p:txBody>
          <a:bodyPr vert="horz" lIns="0" tIns="0" rIns="0" bIns="0"/>
          <a:lstStyle>
            <a:lvl1pPr marL="228600" indent="-228600">
              <a:spcBef>
                <a:spcPts val="1200"/>
              </a:spcBef>
              <a:buClr>
                <a:schemeClr val="tx2"/>
              </a:buClr>
              <a:defRPr sz="2400">
                <a:solidFill>
                  <a:srgbClr val="717074"/>
                </a:solidFill>
              </a:defRPr>
            </a:lvl1pPr>
            <a:lvl2pPr>
              <a:spcBef>
                <a:spcPts val="300"/>
              </a:spcBef>
              <a:buClr>
                <a:schemeClr val="tx2"/>
              </a:buClr>
              <a:defRPr sz="2000">
                <a:solidFill>
                  <a:srgbClr val="717074"/>
                </a:solidFill>
              </a:defRPr>
            </a:lvl2pPr>
            <a:lvl3pPr marL="1084263" indent="-169863">
              <a:spcBef>
                <a:spcPts val="300"/>
              </a:spcBef>
              <a:buClr>
                <a:schemeClr val="tx2"/>
              </a:buClr>
              <a:defRPr sz="1600">
                <a:solidFill>
                  <a:srgbClr val="717074"/>
                </a:solidFill>
              </a:defRPr>
            </a:lvl3pPr>
            <a:lvl4pPr marL="1430338" indent="-168275">
              <a:spcBef>
                <a:spcPts val="300"/>
              </a:spcBef>
              <a:buClr>
                <a:schemeClr val="tx2"/>
              </a:buClr>
              <a:defRPr sz="1200">
                <a:solidFill>
                  <a:srgbClr val="717074"/>
                </a:solidFill>
              </a:defRPr>
            </a:lvl4pPr>
            <a:lvl5pPr marL="1770063" indent="-169863">
              <a:spcBef>
                <a:spcPts val="300"/>
              </a:spcBef>
              <a:buClr>
                <a:schemeClr val="tx2"/>
              </a:buClr>
              <a:buFont typeface="Arial"/>
              <a:buChar char="•"/>
              <a:defRPr sz="1100">
                <a:solidFill>
                  <a:srgbClr val="717074"/>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itle 1"/>
          <p:cNvSpPr>
            <a:spLocks noGrp="1"/>
          </p:cNvSpPr>
          <p:nvPr>
            <p:ph type="ctrTitle" hasCustomPrompt="1"/>
          </p:nvPr>
        </p:nvSpPr>
        <p:spPr>
          <a:xfrm>
            <a:off x="379413" y="228600"/>
            <a:ext cx="8458200" cy="457200"/>
          </a:xfrm>
          <a:prstGeom prst="rect">
            <a:avLst/>
          </a:prstGeom>
        </p:spPr>
        <p:txBody>
          <a:bodyPr lIns="0" tIns="0" rIns="0" bIns="0" anchor="t" anchorCtr="0"/>
          <a:lstStyle>
            <a:lvl1pPr algn="l">
              <a:lnSpc>
                <a:spcPct val="100000"/>
              </a:lnSpc>
              <a:defRPr sz="2800">
                <a:solidFill>
                  <a:schemeClr val="tx2"/>
                </a:solidFill>
                <a:latin typeface="Architects Daughter"/>
                <a:cs typeface="Architects Daughter"/>
              </a:defRPr>
            </a:lvl1pPr>
          </a:lstStyle>
          <a:p>
            <a:r>
              <a:rPr lang="en-US" dirty="0"/>
              <a:t>CLICK TO EDIT MASTER TITLE STYLE</a:t>
            </a:r>
          </a:p>
        </p:txBody>
      </p:sp>
      <p:sp>
        <p:nvSpPr>
          <p:cNvPr id="8" name="Subtitle 2"/>
          <p:cNvSpPr>
            <a:spLocks noGrp="1"/>
          </p:cNvSpPr>
          <p:nvPr>
            <p:ph type="subTitle" idx="1" hasCustomPrompt="1"/>
          </p:nvPr>
        </p:nvSpPr>
        <p:spPr>
          <a:xfrm>
            <a:off x="379413" y="703000"/>
            <a:ext cx="8449733" cy="302417"/>
          </a:xfrm>
          <a:prstGeom prst="rect">
            <a:avLst/>
          </a:prstGeom>
        </p:spPr>
        <p:txBody>
          <a:bodyPr lIns="0" tIns="0" rIns="0" bIns="0"/>
          <a:lstStyle>
            <a:lvl1pPr marL="0" indent="0" algn="l">
              <a:lnSpc>
                <a:spcPct val="100000"/>
              </a:lnSpc>
              <a:buNone/>
              <a:defRPr sz="1600">
                <a:solidFill>
                  <a:schemeClr val="bg2"/>
                </a:solidFill>
                <a:latin typeface="Architects Daughter"/>
                <a:cs typeface="Architects Daughter"/>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Tree>
    <p:extLst>
      <p:ext uri="{BB962C8B-B14F-4D97-AF65-F5344CB8AC3E}">
        <p14:creationId xmlns:p14="http://schemas.microsoft.com/office/powerpoint/2010/main" val="35669512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itle, Content, graphic area on left">
    <p:spTree>
      <p:nvGrpSpPr>
        <p:cNvPr id="1" name=""/>
        <p:cNvGrpSpPr/>
        <p:nvPr/>
      </p:nvGrpSpPr>
      <p:grpSpPr>
        <a:xfrm>
          <a:off x="0" y="0"/>
          <a:ext cx="0" cy="0"/>
          <a:chOff x="0" y="0"/>
          <a:chExt cx="0" cy="0"/>
        </a:xfrm>
      </p:grpSpPr>
      <p:sp>
        <p:nvSpPr>
          <p:cNvPr id="5" name="Content Placeholder 4"/>
          <p:cNvSpPr>
            <a:spLocks noGrp="1"/>
          </p:cNvSpPr>
          <p:nvPr>
            <p:ph sz="quarter" idx="10"/>
          </p:nvPr>
        </p:nvSpPr>
        <p:spPr>
          <a:xfrm>
            <a:off x="2743200" y="990599"/>
            <a:ext cx="6096000" cy="3548064"/>
          </a:xfrm>
          <a:prstGeom prst="rect">
            <a:avLst/>
          </a:prstGeom>
        </p:spPr>
        <p:txBody>
          <a:bodyPr vert="horz" lIns="0" tIns="0" rIns="0" bIns="0"/>
          <a:lstStyle>
            <a:lvl1pPr marL="228600" indent="-228600">
              <a:spcBef>
                <a:spcPts val="1200"/>
              </a:spcBef>
              <a:buClr>
                <a:schemeClr val="tx2"/>
              </a:buClr>
              <a:defRPr sz="2400">
                <a:solidFill>
                  <a:srgbClr val="717074"/>
                </a:solidFill>
                <a:latin typeface="+mn-lt"/>
              </a:defRPr>
            </a:lvl1pPr>
            <a:lvl2pPr>
              <a:spcBef>
                <a:spcPts val="300"/>
              </a:spcBef>
              <a:buClr>
                <a:schemeClr val="tx2"/>
              </a:buClr>
              <a:defRPr sz="2000">
                <a:solidFill>
                  <a:srgbClr val="717074"/>
                </a:solidFill>
                <a:latin typeface="+mn-lt"/>
              </a:defRPr>
            </a:lvl2pPr>
            <a:lvl3pPr marL="1084263" indent="-169863">
              <a:spcBef>
                <a:spcPts val="300"/>
              </a:spcBef>
              <a:buClr>
                <a:schemeClr val="tx2"/>
              </a:buClr>
              <a:defRPr sz="1600">
                <a:solidFill>
                  <a:srgbClr val="717074"/>
                </a:solidFill>
                <a:latin typeface="+mn-lt"/>
              </a:defRPr>
            </a:lvl3pPr>
            <a:lvl4pPr marL="1430338" indent="-168275">
              <a:spcBef>
                <a:spcPts val="300"/>
              </a:spcBef>
              <a:buClr>
                <a:schemeClr val="tx2"/>
              </a:buClr>
              <a:defRPr sz="1200">
                <a:solidFill>
                  <a:srgbClr val="717074"/>
                </a:solidFill>
                <a:latin typeface="+mn-lt"/>
              </a:defRPr>
            </a:lvl4pPr>
            <a:lvl5pPr marL="1770063" indent="-169863">
              <a:spcBef>
                <a:spcPts val="300"/>
              </a:spcBef>
              <a:buClr>
                <a:schemeClr val="tx2"/>
              </a:buClr>
              <a:buFont typeface="Arial"/>
              <a:buChar char="•"/>
              <a:defRPr sz="1100">
                <a:solidFill>
                  <a:srgbClr val="717074"/>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Picture Placeholder 2"/>
          <p:cNvSpPr>
            <a:spLocks noGrp="1"/>
          </p:cNvSpPr>
          <p:nvPr>
            <p:ph type="pic" idx="11"/>
          </p:nvPr>
        </p:nvSpPr>
        <p:spPr>
          <a:xfrm>
            <a:off x="381000" y="990600"/>
            <a:ext cx="2133600" cy="3548064"/>
          </a:xfrm>
          <a:prstGeom prst="rect">
            <a:avLst/>
          </a:prstGeom>
        </p:spPr>
        <p:txBody>
          <a:bodyPr/>
          <a:lstStyle>
            <a:lvl1pPr marL="0" indent="0">
              <a:buNone/>
              <a:defRPr sz="1800">
                <a:solidFill>
                  <a:schemeClr val="bg2"/>
                </a:solidFill>
                <a:latin typeface="+mn-lt"/>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6" name="Title 1"/>
          <p:cNvSpPr>
            <a:spLocks noGrp="1"/>
          </p:cNvSpPr>
          <p:nvPr>
            <p:ph type="ctrTitle" hasCustomPrompt="1"/>
          </p:nvPr>
        </p:nvSpPr>
        <p:spPr>
          <a:xfrm>
            <a:off x="379413" y="228600"/>
            <a:ext cx="8458200" cy="457200"/>
          </a:xfrm>
          <a:prstGeom prst="rect">
            <a:avLst/>
          </a:prstGeom>
        </p:spPr>
        <p:txBody>
          <a:bodyPr lIns="0" tIns="0" rIns="0" bIns="0" anchor="t" anchorCtr="0"/>
          <a:lstStyle>
            <a:lvl1pPr algn="l">
              <a:lnSpc>
                <a:spcPct val="100000"/>
              </a:lnSpc>
              <a:defRPr sz="2800">
                <a:solidFill>
                  <a:schemeClr val="tx2"/>
                </a:solidFill>
                <a:latin typeface="Architects Daughter"/>
                <a:cs typeface="Architects Daughter"/>
              </a:defRPr>
            </a:lvl1pPr>
          </a:lstStyle>
          <a:p>
            <a:r>
              <a:rPr lang="en-US" dirty="0"/>
              <a:t>CLICK TO EDIT MASTER TITLE STYLE</a:t>
            </a:r>
          </a:p>
        </p:txBody>
      </p:sp>
    </p:spTree>
    <p:extLst>
      <p:ext uri="{BB962C8B-B14F-4D97-AF65-F5344CB8AC3E}">
        <p14:creationId xmlns:p14="http://schemas.microsoft.com/office/powerpoint/2010/main" val="40498754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itle, Subtitle, and Content with graphic area at left">
    <p:spTree>
      <p:nvGrpSpPr>
        <p:cNvPr id="1" name=""/>
        <p:cNvGrpSpPr/>
        <p:nvPr/>
      </p:nvGrpSpPr>
      <p:grpSpPr>
        <a:xfrm>
          <a:off x="0" y="0"/>
          <a:ext cx="0" cy="0"/>
          <a:chOff x="0" y="0"/>
          <a:chExt cx="0" cy="0"/>
        </a:xfrm>
      </p:grpSpPr>
      <p:sp>
        <p:nvSpPr>
          <p:cNvPr id="5" name="Content Placeholder 4"/>
          <p:cNvSpPr>
            <a:spLocks noGrp="1"/>
          </p:cNvSpPr>
          <p:nvPr>
            <p:ph sz="quarter" idx="10"/>
          </p:nvPr>
        </p:nvSpPr>
        <p:spPr>
          <a:xfrm>
            <a:off x="2743200" y="1295399"/>
            <a:ext cx="6096000" cy="3243264"/>
          </a:xfrm>
          <a:prstGeom prst="rect">
            <a:avLst/>
          </a:prstGeom>
        </p:spPr>
        <p:txBody>
          <a:bodyPr vert="horz" lIns="0" tIns="0" rIns="0" bIns="0"/>
          <a:lstStyle>
            <a:lvl1pPr marL="228600" indent="-228600">
              <a:spcBef>
                <a:spcPts val="1200"/>
              </a:spcBef>
              <a:buClr>
                <a:schemeClr val="tx2"/>
              </a:buClr>
              <a:defRPr sz="2400">
                <a:solidFill>
                  <a:srgbClr val="717074"/>
                </a:solidFill>
              </a:defRPr>
            </a:lvl1pPr>
            <a:lvl2pPr>
              <a:spcBef>
                <a:spcPts val="300"/>
              </a:spcBef>
              <a:buClr>
                <a:schemeClr val="tx2"/>
              </a:buClr>
              <a:defRPr sz="2000">
                <a:solidFill>
                  <a:srgbClr val="717074"/>
                </a:solidFill>
              </a:defRPr>
            </a:lvl2pPr>
            <a:lvl3pPr marL="1084263" indent="-169863">
              <a:spcBef>
                <a:spcPts val="300"/>
              </a:spcBef>
              <a:buClr>
                <a:schemeClr val="tx2"/>
              </a:buClr>
              <a:defRPr sz="1600">
                <a:solidFill>
                  <a:srgbClr val="717074"/>
                </a:solidFill>
              </a:defRPr>
            </a:lvl3pPr>
            <a:lvl4pPr marL="1430338" indent="-168275">
              <a:spcBef>
                <a:spcPts val="300"/>
              </a:spcBef>
              <a:buClr>
                <a:schemeClr val="tx2"/>
              </a:buClr>
              <a:defRPr sz="1200">
                <a:solidFill>
                  <a:srgbClr val="717074"/>
                </a:solidFill>
              </a:defRPr>
            </a:lvl4pPr>
            <a:lvl5pPr marL="1770063" indent="-169863">
              <a:spcBef>
                <a:spcPts val="300"/>
              </a:spcBef>
              <a:buClr>
                <a:schemeClr val="tx2"/>
              </a:buClr>
              <a:buFont typeface="Arial"/>
              <a:buChar char="•"/>
              <a:defRPr sz="1100">
                <a:solidFill>
                  <a:srgbClr val="717074"/>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Picture Placeholder 2"/>
          <p:cNvSpPr>
            <a:spLocks noGrp="1"/>
          </p:cNvSpPr>
          <p:nvPr>
            <p:ph type="pic" idx="11"/>
          </p:nvPr>
        </p:nvSpPr>
        <p:spPr>
          <a:xfrm>
            <a:off x="381000" y="1295400"/>
            <a:ext cx="2133600" cy="3243264"/>
          </a:xfrm>
          <a:prstGeom prst="rect">
            <a:avLst/>
          </a:prstGeom>
        </p:spPr>
        <p:txBody>
          <a:bodyPr/>
          <a:lstStyle>
            <a:lvl1pPr marL="0" indent="0">
              <a:buNone/>
              <a:defRPr sz="1800">
                <a:solidFill>
                  <a:schemeClr val="bg2"/>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6" name="Title 1"/>
          <p:cNvSpPr>
            <a:spLocks noGrp="1"/>
          </p:cNvSpPr>
          <p:nvPr>
            <p:ph type="ctrTitle" hasCustomPrompt="1"/>
          </p:nvPr>
        </p:nvSpPr>
        <p:spPr>
          <a:xfrm>
            <a:off x="379413" y="228600"/>
            <a:ext cx="8458200" cy="457200"/>
          </a:xfrm>
          <a:prstGeom prst="rect">
            <a:avLst/>
          </a:prstGeom>
        </p:spPr>
        <p:txBody>
          <a:bodyPr lIns="0" tIns="0" rIns="0" bIns="0" anchor="t" anchorCtr="0"/>
          <a:lstStyle>
            <a:lvl1pPr algn="l">
              <a:lnSpc>
                <a:spcPct val="100000"/>
              </a:lnSpc>
              <a:defRPr sz="2800">
                <a:solidFill>
                  <a:schemeClr val="tx2"/>
                </a:solidFill>
                <a:latin typeface="Architects Daughter"/>
                <a:cs typeface="Architects Daughter"/>
              </a:defRPr>
            </a:lvl1pPr>
          </a:lstStyle>
          <a:p>
            <a:r>
              <a:rPr lang="en-US" dirty="0"/>
              <a:t>CLICK TO EDIT MASTER TITLE STYLE</a:t>
            </a:r>
          </a:p>
        </p:txBody>
      </p:sp>
      <p:sp>
        <p:nvSpPr>
          <p:cNvPr id="8" name="Subtitle 2"/>
          <p:cNvSpPr>
            <a:spLocks noGrp="1"/>
          </p:cNvSpPr>
          <p:nvPr>
            <p:ph type="subTitle" idx="1" hasCustomPrompt="1"/>
          </p:nvPr>
        </p:nvSpPr>
        <p:spPr>
          <a:xfrm>
            <a:off x="379413" y="703000"/>
            <a:ext cx="8449733" cy="302417"/>
          </a:xfrm>
          <a:prstGeom prst="rect">
            <a:avLst/>
          </a:prstGeom>
        </p:spPr>
        <p:txBody>
          <a:bodyPr lIns="0" tIns="0" rIns="0" bIns="0"/>
          <a:lstStyle>
            <a:lvl1pPr marL="0" indent="0" algn="l">
              <a:lnSpc>
                <a:spcPct val="100000"/>
              </a:lnSpc>
              <a:buNone/>
              <a:defRPr sz="1600">
                <a:solidFill>
                  <a:schemeClr val="bg2"/>
                </a:solidFill>
                <a:latin typeface="Architects Daughter"/>
                <a:cs typeface="Architects Daughter"/>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Tree>
    <p:extLst>
      <p:ext uri="{BB962C8B-B14F-4D97-AF65-F5344CB8AC3E}">
        <p14:creationId xmlns:p14="http://schemas.microsoft.com/office/powerpoint/2010/main" val="1789924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wo columns">
    <p:spTree>
      <p:nvGrpSpPr>
        <p:cNvPr id="1" name=""/>
        <p:cNvGrpSpPr/>
        <p:nvPr/>
      </p:nvGrpSpPr>
      <p:grpSpPr>
        <a:xfrm>
          <a:off x="0" y="0"/>
          <a:ext cx="0" cy="0"/>
          <a:chOff x="0" y="0"/>
          <a:chExt cx="0" cy="0"/>
        </a:xfrm>
      </p:grpSpPr>
      <p:sp>
        <p:nvSpPr>
          <p:cNvPr id="5" name="Content Placeholder 4"/>
          <p:cNvSpPr>
            <a:spLocks noGrp="1"/>
          </p:cNvSpPr>
          <p:nvPr>
            <p:ph sz="quarter" idx="10"/>
          </p:nvPr>
        </p:nvSpPr>
        <p:spPr>
          <a:xfrm>
            <a:off x="379413" y="990599"/>
            <a:ext cx="4038600" cy="3548063"/>
          </a:xfrm>
          <a:prstGeom prst="rect">
            <a:avLst/>
          </a:prstGeom>
        </p:spPr>
        <p:txBody>
          <a:bodyPr vert="horz" lIns="0" tIns="0" rIns="0" bIns="0"/>
          <a:lstStyle>
            <a:lvl1pPr marL="228600" indent="-228600">
              <a:spcBef>
                <a:spcPts val="1200"/>
              </a:spcBef>
              <a:buClr>
                <a:schemeClr val="tx2"/>
              </a:buClr>
              <a:defRPr sz="2400">
                <a:solidFill>
                  <a:srgbClr val="717074"/>
                </a:solidFill>
              </a:defRPr>
            </a:lvl1pPr>
            <a:lvl2pPr>
              <a:spcBef>
                <a:spcPts val="300"/>
              </a:spcBef>
              <a:buClr>
                <a:schemeClr val="tx2"/>
              </a:buClr>
              <a:defRPr sz="2000">
                <a:solidFill>
                  <a:srgbClr val="717074"/>
                </a:solidFill>
              </a:defRPr>
            </a:lvl2pPr>
            <a:lvl3pPr marL="1084263" indent="-169863">
              <a:spcBef>
                <a:spcPts val="300"/>
              </a:spcBef>
              <a:buClr>
                <a:schemeClr val="tx2"/>
              </a:buClr>
              <a:defRPr sz="1600">
                <a:solidFill>
                  <a:srgbClr val="717074"/>
                </a:solidFill>
              </a:defRPr>
            </a:lvl3pPr>
            <a:lvl4pPr marL="1430338" indent="-168275">
              <a:spcBef>
                <a:spcPts val="300"/>
              </a:spcBef>
              <a:buClr>
                <a:schemeClr val="tx2"/>
              </a:buClr>
              <a:defRPr sz="1200">
                <a:solidFill>
                  <a:srgbClr val="717074"/>
                </a:solidFill>
              </a:defRPr>
            </a:lvl4pPr>
            <a:lvl5pPr marL="1770063" indent="-169863">
              <a:spcBef>
                <a:spcPts val="300"/>
              </a:spcBef>
              <a:buClr>
                <a:schemeClr val="tx2"/>
              </a:buClr>
              <a:buFont typeface="Arial"/>
              <a:buChar char="•"/>
              <a:defRPr sz="1100">
                <a:solidFill>
                  <a:srgbClr val="717074"/>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4"/>
          <p:cNvSpPr>
            <a:spLocks noGrp="1"/>
          </p:cNvSpPr>
          <p:nvPr>
            <p:ph sz="quarter" idx="11"/>
          </p:nvPr>
        </p:nvSpPr>
        <p:spPr>
          <a:xfrm>
            <a:off x="4800600" y="990599"/>
            <a:ext cx="4038600" cy="3548063"/>
          </a:xfrm>
          <a:prstGeom prst="rect">
            <a:avLst/>
          </a:prstGeom>
        </p:spPr>
        <p:txBody>
          <a:bodyPr vert="horz" lIns="0" tIns="0" rIns="0" bIns="0"/>
          <a:lstStyle>
            <a:lvl1pPr marL="228600" indent="-228600">
              <a:spcBef>
                <a:spcPts val="1200"/>
              </a:spcBef>
              <a:buClr>
                <a:schemeClr val="tx2"/>
              </a:buClr>
              <a:defRPr sz="2400">
                <a:solidFill>
                  <a:srgbClr val="717074"/>
                </a:solidFill>
              </a:defRPr>
            </a:lvl1pPr>
            <a:lvl2pPr>
              <a:spcBef>
                <a:spcPts val="300"/>
              </a:spcBef>
              <a:buClr>
                <a:schemeClr val="tx2"/>
              </a:buClr>
              <a:defRPr sz="2000">
                <a:solidFill>
                  <a:srgbClr val="717074"/>
                </a:solidFill>
              </a:defRPr>
            </a:lvl2pPr>
            <a:lvl3pPr marL="1084263" indent="-169863">
              <a:spcBef>
                <a:spcPts val="300"/>
              </a:spcBef>
              <a:buClr>
                <a:schemeClr val="tx2"/>
              </a:buClr>
              <a:defRPr sz="1600">
                <a:solidFill>
                  <a:srgbClr val="717074"/>
                </a:solidFill>
              </a:defRPr>
            </a:lvl3pPr>
            <a:lvl4pPr marL="1430338" indent="-168275">
              <a:spcBef>
                <a:spcPts val="300"/>
              </a:spcBef>
              <a:buClr>
                <a:schemeClr val="tx2"/>
              </a:buClr>
              <a:defRPr sz="1200">
                <a:solidFill>
                  <a:srgbClr val="717074"/>
                </a:solidFill>
              </a:defRPr>
            </a:lvl4pPr>
            <a:lvl5pPr marL="1770063" indent="-169863">
              <a:spcBef>
                <a:spcPts val="300"/>
              </a:spcBef>
              <a:buClr>
                <a:schemeClr val="tx2"/>
              </a:buClr>
              <a:buFont typeface="Arial"/>
              <a:buChar char="•"/>
              <a:defRPr sz="1100">
                <a:solidFill>
                  <a:srgbClr val="717074"/>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itle 1"/>
          <p:cNvSpPr>
            <a:spLocks noGrp="1"/>
          </p:cNvSpPr>
          <p:nvPr>
            <p:ph type="ctrTitle" hasCustomPrompt="1"/>
          </p:nvPr>
        </p:nvSpPr>
        <p:spPr>
          <a:xfrm>
            <a:off x="379413" y="228600"/>
            <a:ext cx="8458200" cy="457200"/>
          </a:xfrm>
          <a:prstGeom prst="rect">
            <a:avLst/>
          </a:prstGeom>
        </p:spPr>
        <p:txBody>
          <a:bodyPr lIns="0" tIns="0" rIns="0" bIns="0" anchor="t" anchorCtr="0"/>
          <a:lstStyle>
            <a:lvl1pPr algn="l">
              <a:lnSpc>
                <a:spcPct val="100000"/>
              </a:lnSpc>
              <a:defRPr sz="2800">
                <a:solidFill>
                  <a:schemeClr val="tx2"/>
                </a:solidFill>
                <a:latin typeface="Architects Daughter"/>
                <a:cs typeface="Architects Daughter"/>
              </a:defRPr>
            </a:lvl1pPr>
          </a:lstStyle>
          <a:p>
            <a:r>
              <a:rPr lang="en-US" dirty="0"/>
              <a:t>CLICK TO EDIT MASTER TITLE STYLE</a:t>
            </a:r>
          </a:p>
        </p:txBody>
      </p:sp>
    </p:spTree>
    <p:extLst>
      <p:ext uri="{BB962C8B-B14F-4D97-AF65-F5344CB8AC3E}">
        <p14:creationId xmlns:p14="http://schemas.microsoft.com/office/powerpoint/2010/main" val="5623163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wo columns with subtitles">
    <p:spTree>
      <p:nvGrpSpPr>
        <p:cNvPr id="1" name=""/>
        <p:cNvGrpSpPr/>
        <p:nvPr/>
      </p:nvGrpSpPr>
      <p:grpSpPr>
        <a:xfrm>
          <a:off x="0" y="0"/>
          <a:ext cx="0" cy="0"/>
          <a:chOff x="0" y="0"/>
          <a:chExt cx="0" cy="0"/>
        </a:xfrm>
      </p:grpSpPr>
      <p:sp>
        <p:nvSpPr>
          <p:cNvPr id="5" name="Content Placeholder 4"/>
          <p:cNvSpPr>
            <a:spLocks noGrp="1"/>
          </p:cNvSpPr>
          <p:nvPr>
            <p:ph sz="quarter" idx="10" hasCustomPrompt="1"/>
          </p:nvPr>
        </p:nvSpPr>
        <p:spPr>
          <a:xfrm>
            <a:off x="374338" y="1011766"/>
            <a:ext cx="4038600" cy="3526897"/>
          </a:xfrm>
          <a:prstGeom prst="rect">
            <a:avLst/>
          </a:prstGeom>
        </p:spPr>
        <p:txBody>
          <a:bodyPr vert="horz" lIns="0" tIns="0" rIns="0" bIns="0"/>
          <a:lstStyle>
            <a:lvl1pPr marL="0" indent="0">
              <a:spcBef>
                <a:spcPts val="1200"/>
              </a:spcBef>
              <a:buClr>
                <a:schemeClr val="tx2"/>
              </a:buClr>
              <a:buNone/>
              <a:defRPr sz="2000">
                <a:solidFill>
                  <a:schemeClr val="tx2"/>
                </a:solidFill>
              </a:defRPr>
            </a:lvl1pPr>
            <a:lvl2pPr marL="169863" indent="-169863">
              <a:spcBef>
                <a:spcPts val="1200"/>
              </a:spcBef>
              <a:buClr>
                <a:schemeClr val="tx2"/>
              </a:buClr>
              <a:buFont typeface="Arial"/>
              <a:buChar char="•"/>
              <a:defRPr sz="1800">
                <a:solidFill>
                  <a:srgbClr val="717074"/>
                </a:solidFill>
              </a:defRPr>
            </a:lvl2pPr>
            <a:lvl3pPr marL="515938" indent="-168275">
              <a:spcBef>
                <a:spcPts val="300"/>
              </a:spcBef>
              <a:buClr>
                <a:schemeClr val="tx2"/>
              </a:buClr>
              <a:buFont typeface="Lucida Grande"/>
              <a:buChar char="­"/>
              <a:defRPr sz="1400">
                <a:solidFill>
                  <a:srgbClr val="717074"/>
                </a:solidFill>
              </a:defRPr>
            </a:lvl3pPr>
            <a:lvl4pPr marL="855663" indent="-169863">
              <a:spcBef>
                <a:spcPts val="300"/>
              </a:spcBef>
              <a:buClr>
                <a:schemeClr val="tx2"/>
              </a:buClr>
              <a:buFont typeface="Arial"/>
              <a:buChar char="•"/>
              <a:defRPr sz="1100">
                <a:solidFill>
                  <a:srgbClr val="717074"/>
                </a:solidFill>
              </a:defRPr>
            </a:lvl4pPr>
            <a:lvl5pPr marL="1201738" indent="-168275">
              <a:spcBef>
                <a:spcPts val="300"/>
              </a:spcBef>
              <a:buClr>
                <a:schemeClr val="tx2"/>
              </a:buClr>
              <a:buFont typeface="Arial"/>
              <a:buChar char="–"/>
              <a:defRPr sz="1050">
                <a:solidFill>
                  <a:srgbClr val="717074"/>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4"/>
          <p:cNvSpPr>
            <a:spLocks noGrp="1"/>
          </p:cNvSpPr>
          <p:nvPr>
            <p:ph sz="quarter" idx="11" hasCustomPrompt="1"/>
          </p:nvPr>
        </p:nvSpPr>
        <p:spPr>
          <a:xfrm>
            <a:off x="4809067" y="1011766"/>
            <a:ext cx="4038600" cy="3526897"/>
          </a:xfrm>
          <a:prstGeom prst="rect">
            <a:avLst/>
          </a:prstGeom>
        </p:spPr>
        <p:txBody>
          <a:bodyPr vert="horz" lIns="0" tIns="0" rIns="0" bIns="0"/>
          <a:lstStyle>
            <a:lvl1pPr marL="0" indent="0">
              <a:spcBef>
                <a:spcPts val="1200"/>
              </a:spcBef>
              <a:buClr>
                <a:schemeClr val="tx2"/>
              </a:buClr>
              <a:buNone/>
              <a:defRPr sz="2000">
                <a:solidFill>
                  <a:schemeClr val="tx2"/>
                </a:solidFill>
              </a:defRPr>
            </a:lvl1pPr>
            <a:lvl2pPr marL="169863" indent="-169863">
              <a:spcBef>
                <a:spcPts val="1200"/>
              </a:spcBef>
              <a:buClr>
                <a:schemeClr val="tx2"/>
              </a:buClr>
              <a:buFont typeface="Arial"/>
              <a:buChar char="•"/>
              <a:defRPr sz="1800">
                <a:solidFill>
                  <a:srgbClr val="717074"/>
                </a:solidFill>
              </a:defRPr>
            </a:lvl2pPr>
            <a:lvl3pPr marL="515938" indent="-168275">
              <a:spcBef>
                <a:spcPts val="300"/>
              </a:spcBef>
              <a:buClr>
                <a:schemeClr val="tx2"/>
              </a:buClr>
              <a:buFont typeface="Lucida Grande"/>
              <a:buChar char="­"/>
              <a:defRPr sz="1400">
                <a:solidFill>
                  <a:srgbClr val="717074"/>
                </a:solidFill>
              </a:defRPr>
            </a:lvl3pPr>
            <a:lvl4pPr marL="855663" indent="-169863">
              <a:spcBef>
                <a:spcPts val="300"/>
              </a:spcBef>
              <a:buClr>
                <a:schemeClr val="tx2"/>
              </a:buClr>
              <a:buFont typeface="Arial"/>
              <a:buChar char="•"/>
              <a:defRPr sz="1100">
                <a:solidFill>
                  <a:srgbClr val="717074"/>
                </a:solidFill>
              </a:defRPr>
            </a:lvl4pPr>
            <a:lvl5pPr marL="1201738" indent="-168275">
              <a:spcBef>
                <a:spcPts val="300"/>
              </a:spcBef>
              <a:buClr>
                <a:schemeClr val="tx2"/>
              </a:buClr>
              <a:buFont typeface="Arial"/>
              <a:buChar char="–"/>
              <a:defRPr sz="1050">
                <a:solidFill>
                  <a:srgbClr val="717074"/>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itle 1"/>
          <p:cNvSpPr>
            <a:spLocks noGrp="1"/>
          </p:cNvSpPr>
          <p:nvPr>
            <p:ph type="ctrTitle" hasCustomPrompt="1"/>
          </p:nvPr>
        </p:nvSpPr>
        <p:spPr>
          <a:xfrm>
            <a:off x="379413" y="228600"/>
            <a:ext cx="8458200" cy="457200"/>
          </a:xfrm>
          <a:prstGeom prst="rect">
            <a:avLst/>
          </a:prstGeom>
        </p:spPr>
        <p:txBody>
          <a:bodyPr lIns="0" tIns="0" rIns="0" bIns="0" anchor="t" anchorCtr="0"/>
          <a:lstStyle>
            <a:lvl1pPr algn="l">
              <a:lnSpc>
                <a:spcPct val="100000"/>
              </a:lnSpc>
              <a:defRPr sz="2800">
                <a:solidFill>
                  <a:schemeClr val="tx2"/>
                </a:solidFill>
                <a:latin typeface="Architects Daughter"/>
                <a:cs typeface="Architects Daughter"/>
              </a:defRPr>
            </a:lvl1pPr>
          </a:lstStyle>
          <a:p>
            <a:r>
              <a:rPr lang="en-US" dirty="0"/>
              <a:t>CLICK TO EDIT MASTER TITLE STYLE</a:t>
            </a:r>
          </a:p>
        </p:txBody>
      </p:sp>
    </p:spTree>
    <p:extLst>
      <p:ext uri="{BB962C8B-B14F-4D97-AF65-F5344CB8AC3E}">
        <p14:creationId xmlns:p14="http://schemas.microsoft.com/office/powerpoint/2010/main" val="34715980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1 column left">
    <p:spTree>
      <p:nvGrpSpPr>
        <p:cNvPr id="1" name=""/>
        <p:cNvGrpSpPr/>
        <p:nvPr/>
      </p:nvGrpSpPr>
      <p:grpSpPr>
        <a:xfrm>
          <a:off x="0" y="0"/>
          <a:ext cx="0" cy="0"/>
          <a:chOff x="0" y="0"/>
          <a:chExt cx="0" cy="0"/>
        </a:xfrm>
      </p:grpSpPr>
      <p:sp>
        <p:nvSpPr>
          <p:cNvPr id="5" name="Content Placeholder 4"/>
          <p:cNvSpPr>
            <a:spLocks noGrp="1"/>
          </p:cNvSpPr>
          <p:nvPr>
            <p:ph sz="quarter" idx="10"/>
          </p:nvPr>
        </p:nvSpPr>
        <p:spPr>
          <a:xfrm>
            <a:off x="379413" y="990599"/>
            <a:ext cx="4038600" cy="3548063"/>
          </a:xfrm>
          <a:prstGeom prst="rect">
            <a:avLst/>
          </a:prstGeom>
        </p:spPr>
        <p:txBody>
          <a:bodyPr vert="horz" lIns="0" tIns="0" rIns="0" bIns="0"/>
          <a:lstStyle>
            <a:lvl1pPr marL="228600" indent="-228600">
              <a:spcBef>
                <a:spcPts val="1200"/>
              </a:spcBef>
              <a:buClr>
                <a:schemeClr val="tx2"/>
              </a:buClr>
              <a:defRPr sz="2400">
                <a:solidFill>
                  <a:srgbClr val="717074"/>
                </a:solidFill>
              </a:defRPr>
            </a:lvl1pPr>
            <a:lvl2pPr>
              <a:spcBef>
                <a:spcPts val="300"/>
              </a:spcBef>
              <a:buClr>
                <a:schemeClr val="tx2"/>
              </a:buClr>
              <a:defRPr sz="2000">
                <a:solidFill>
                  <a:srgbClr val="717074"/>
                </a:solidFill>
              </a:defRPr>
            </a:lvl2pPr>
            <a:lvl3pPr marL="1084263" indent="-169863">
              <a:spcBef>
                <a:spcPts val="300"/>
              </a:spcBef>
              <a:buClr>
                <a:schemeClr val="tx2"/>
              </a:buClr>
              <a:defRPr sz="1600">
                <a:solidFill>
                  <a:srgbClr val="717074"/>
                </a:solidFill>
              </a:defRPr>
            </a:lvl3pPr>
            <a:lvl4pPr marL="1430338" indent="-168275">
              <a:spcBef>
                <a:spcPts val="300"/>
              </a:spcBef>
              <a:buClr>
                <a:schemeClr val="tx2"/>
              </a:buClr>
              <a:defRPr sz="1200">
                <a:solidFill>
                  <a:srgbClr val="717074"/>
                </a:solidFill>
              </a:defRPr>
            </a:lvl4pPr>
            <a:lvl5pPr marL="1770063" indent="-169863">
              <a:spcBef>
                <a:spcPts val="300"/>
              </a:spcBef>
              <a:buClr>
                <a:schemeClr val="tx2"/>
              </a:buClr>
              <a:buFont typeface="Arial"/>
              <a:buChar char="•"/>
              <a:defRPr sz="1100">
                <a:solidFill>
                  <a:srgbClr val="717074"/>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ctrTitle" hasCustomPrompt="1"/>
          </p:nvPr>
        </p:nvSpPr>
        <p:spPr>
          <a:xfrm>
            <a:off x="379413" y="228600"/>
            <a:ext cx="8458200" cy="457200"/>
          </a:xfrm>
          <a:prstGeom prst="rect">
            <a:avLst/>
          </a:prstGeom>
        </p:spPr>
        <p:txBody>
          <a:bodyPr lIns="0" tIns="0" rIns="0" bIns="0" anchor="t" anchorCtr="0"/>
          <a:lstStyle>
            <a:lvl1pPr algn="l">
              <a:lnSpc>
                <a:spcPct val="100000"/>
              </a:lnSpc>
              <a:defRPr sz="2800">
                <a:solidFill>
                  <a:schemeClr val="tx2"/>
                </a:solidFill>
                <a:latin typeface="Architects Daughter"/>
                <a:cs typeface="Architects Daughter"/>
              </a:defRPr>
            </a:lvl1pPr>
          </a:lstStyle>
          <a:p>
            <a:r>
              <a:rPr lang="en-US" dirty="0"/>
              <a:t>CLICK TO EDIT MASTER TITLE STYLE</a:t>
            </a:r>
          </a:p>
        </p:txBody>
      </p:sp>
    </p:spTree>
    <p:extLst>
      <p:ext uri="{BB962C8B-B14F-4D97-AF65-F5344CB8AC3E}">
        <p14:creationId xmlns:p14="http://schemas.microsoft.com/office/powerpoint/2010/main" val="32829843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1 column right">
    <p:spTree>
      <p:nvGrpSpPr>
        <p:cNvPr id="1" name=""/>
        <p:cNvGrpSpPr/>
        <p:nvPr/>
      </p:nvGrpSpPr>
      <p:grpSpPr>
        <a:xfrm>
          <a:off x="0" y="0"/>
          <a:ext cx="0" cy="0"/>
          <a:chOff x="0" y="0"/>
          <a:chExt cx="0" cy="0"/>
        </a:xfrm>
      </p:grpSpPr>
      <p:sp>
        <p:nvSpPr>
          <p:cNvPr id="4" name="Content Placeholder 4"/>
          <p:cNvSpPr>
            <a:spLocks noGrp="1"/>
          </p:cNvSpPr>
          <p:nvPr>
            <p:ph sz="quarter" idx="11"/>
          </p:nvPr>
        </p:nvSpPr>
        <p:spPr>
          <a:xfrm>
            <a:off x="4800600" y="990599"/>
            <a:ext cx="4038600" cy="3548063"/>
          </a:xfrm>
          <a:prstGeom prst="rect">
            <a:avLst/>
          </a:prstGeom>
        </p:spPr>
        <p:txBody>
          <a:bodyPr vert="horz" lIns="0" tIns="0" rIns="0" bIns="0"/>
          <a:lstStyle>
            <a:lvl1pPr marL="228600" indent="-228600">
              <a:spcBef>
                <a:spcPts val="1200"/>
              </a:spcBef>
              <a:buClr>
                <a:schemeClr val="tx2"/>
              </a:buClr>
              <a:defRPr sz="2400">
                <a:solidFill>
                  <a:srgbClr val="717074"/>
                </a:solidFill>
                <a:latin typeface="+mn-lt"/>
              </a:defRPr>
            </a:lvl1pPr>
            <a:lvl2pPr>
              <a:spcBef>
                <a:spcPts val="300"/>
              </a:spcBef>
              <a:buClr>
                <a:schemeClr val="tx2"/>
              </a:buClr>
              <a:defRPr sz="2000">
                <a:solidFill>
                  <a:srgbClr val="717074"/>
                </a:solidFill>
                <a:latin typeface="+mn-lt"/>
              </a:defRPr>
            </a:lvl2pPr>
            <a:lvl3pPr marL="1084263" indent="-169863">
              <a:spcBef>
                <a:spcPts val="300"/>
              </a:spcBef>
              <a:buClr>
                <a:schemeClr val="tx2"/>
              </a:buClr>
              <a:defRPr sz="1600">
                <a:solidFill>
                  <a:srgbClr val="717074"/>
                </a:solidFill>
                <a:latin typeface="+mn-lt"/>
              </a:defRPr>
            </a:lvl3pPr>
            <a:lvl4pPr marL="1430338" indent="-168275">
              <a:spcBef>
                <a:spcPts val="300"/>
              </a:spcBef>
              <a:buClr>
                <a:schemeClr val="tx2"/>
              </a:buClr>
              <a:defRPr sz="1200">
                <a:solidFill>
                  <a:srgbClr val="717074"/>
                </a:solidFill>
                <a:latin typeface="+mn-lt"/>
              </a:defRPr>
            </a:lvl4pPr>
            <a:lvl5pPr marL="1770063" indent="-169863">
              <a:spcBef>
                <a:spcPts val="300"/>
              </a:spcBef>
              <a:buClr>
                <a:schemeClr val="tx2"/>
              </a:buClr>
              <a:buFont typeface="Arial"/>
              <a:buChar char="•"/>
              <a:defRPr sz="1100">
                <a:solidFill>
                  <a:srgbClr val="717074"/>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itle 1"/>
          <p:cNvSpPr>
            <a:spLocks noGrp="1"/>
          </p:cNvSpPr>
          <p:nvPr>
            <p:ph type="ctrTitle" hasCustomPrompt="1"/>
          </p:nvPr>
        </p:nvSpPr>
        <p:spPr>
          <a:xfrm>
            <a:off x="379413" y="228600"/>
            <a:ext cx="8458200" cy="457200"/>
          </a:xfrm>
          <a:prstGeom prst="rect">
            <a:avLst/>
          </a:prstGeom>
        </p:spPr>
        <p:txBody>
          <a:bodyPr lIns="0" tIns="0" rIns="0" bIns="0" anchor="t" anchorCtr="0"/>
          <a:lstStyle>
            <a:lvl1pPr algn="l">
              <a:lnSpc>
                <a:spcPct val="100000"/>
              </a:lnSpc>
              <a:defRPr sz="2800">
                <a:solidFill>
                  <a:schemeClr val="tx2"/>
                </a:solidFill>
                <a:latin typeface="Architects Daughter"/>
                <a:cs typeface="Architects Daughter"/>
              </a:defRPr>
            </a:lvl1pPr>
          </a:lstStyle>
          <a:p>
            <a:r>
              <a:rPr lang="en-US" dirty="0"/>
              <a:t>CLICK TO EDIT MASTER TITLE STYLE</a:t>
            </a:r>
          </a:p>
        </p:txBody>
      </p:sp>
    </p:spTree>
    <p:extLst>
      <p:ext uri="{BB962C8B-B14F-4D97-AF65-F5344CB8AC3E}">
        <p14:creationId xmlns:p14="http://schemas.microsoft.com/office/powerpoint/2010/main" val="23370219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Federation co-branded">
    <p:spTree>
      <p:nvGrpSpPr>
        <p:cNvPr id="1" name=""/>
        <p:cNvGrpSpPr/>
        <p:nvPr/>
      </p:nvGrpSpPr>
      <p:grpSpPr>
        <a:xfrm>
          <a:off x="0" y="0"/>
          <a:ext cx="0" cy="0"/>
          <a:chOff x="0" y="0"/>
          <a:chExt cx="0" cy="0"/>
        </a:xfrm>
      </p:grpSpPr>
      <p:sp>
        <p:nvSpPr>
          <p:cNvPr id="18" name="Content Placeholder 4"/>
          <p:cNvSpPr>
            <a:spLocks noGrp="1"/>
          </p:cNvSpPr>
          <p:nvPr>
            <p:ph sz="quarter" idx="10"/>
          </p:nvPr>
        </p:nvSpPr>
        <p:spPr>
          <a:xfrm>
            <a:off x="379413" y="1295399"/>
            <a:ext cx="8458200" cy="3235325"/>
          </a:xfrm>
          <a:prstGeom prst="rect">
            <a:avLst/>
          </a:prstGeom>
        </p:spPr>
        <p:txBody>
          <a:bodyPr vert="horz" lIns="0" tIns="0" rIns="0" bIns="0"/>
          <a:lstStyle>
            <a:lvl1pPr marL="228600" indent="-228600">
              <a:spcBef>
                <a:spcPts val="1200"/>
              </a:spcBef>
              <a:buClr>
                <a:schemeClr val="tx2"/>
              </a:buClr>
              <a:defRPr sz="2400">
                <a:solidFill>
                  <a:srgbClr val="717074"/>
                </a:solidFill>
              </a:defRPr>
            </a:lvl1pPr>
            <a:lvl2pPr>
              <a:spcBef>
                <a:spcPts val="300"/>
              </a:spcBef>
              <a:buClr>
                <a:schemeClr val="tx2"/>
              </a:buClr>
              <a:defRPr sz="2000">
                <a:solidFill>
                  <a:srgbClr val="717074"/>
                </a:solidFill>
              </a:defRPr>
            </a:lvl2pPr>
            <a:lvl3pPr marL="1084263" indent="-169863">
              <a:spcBef>
                <a:spcPts val="300"/>
              </a:spcBef>
              <a:buClr>
                <a:schemeClr val="tx2"/>
              </a:buClr>
              <a:defRPr sz="1600">
                <a:solidFill>
                  <a:srgbClr val="717074"/>
                </a:solidFill>
              </a:defRPr>
            </a:lvl3pPr>
            <a:lvl4pPr marL="1430338" indent="-168275">
              <a:spcBef>
                <a:spcPts val="300"/>
              </a:spcBef>
              <a:buClr>
                <a:schemeClr val="tx2"/>
              </a:buClr>
              <a:defRPr sz="1200">
                <a:solidFill>
                  <a:srgbClr val="717074"/>
                </a:solidFill>
              </a:defRPr>
            </a:lvl4pPr>
            <a:lvl5pPr marL="1770063" indent="-169863">
              <a:spcBef>
                <a:spcPts val="300"/>
              </a:spcBef>
              <a:buClr>
                <a:schemeClr val="tx2"/>
              </a:buClr>
              <a:buFont typeface="Arial"/>
              <a:buChar char="•"/>
              <a:defRPr sz="1100">
                <a:solidFill>
                  <a:srgbClr val="717074"/>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itle 1"/>
          <p:cNvSpPr>
            <a:spLocks noGrp="1"/>
          </p:cNvSpPr>
          <p:nvPr>
            <p:ph type="ctrTitle" hasCustomPrompt="1"/>
          </p:nvPr>
        </p:nvSpPr>
        <p:spPr>
          <a:xfrm>
            <a:off x="379413" y="228600"/>
            <a:ext cx="8458200" cy="457200"/>
          </a:xfrm>
          <a:prstGeom prst="rect">
            <a:avLst/>
          </a:prstGeom>
        </p:spPr>
        <p:txBody>
          <a:bodyPr lIns="0" tIns="0" rIns="0" bIns="0" anchor="t" anchorCtr="0"/>
          <a:lstStyle>
            <a:lvl1pPr algn="l">
              <a:lnSpc>
                <a:spcPct val="100000"/>
              </a:lnSpc>
              <a:defRPr sz="2800">
                <a:solidFill>
                  <a:schemeClr val="tx2"/>
                </a:solidFill>
                <a:latin typeface="Architects Daughter"/>
                <a:cs typeface="Architects Daughter"/>
              </a:defRPr>
            </a:lvl1pPr>
          </a:lstStyle>
          <a:p>
            <a:r>
              <a:rPr lang="en-US" dirty="0"/>
              <a:t>CLICK TO EDIT MASTER TITLE STYLE</a:t>
            </a:r>
          </a:p>
        </p:txBody>
      </p:sp>
      <p:sp>
        <p:nvSpPr>
          <p:cNvPr id="20" name="Subtitle 2"/>
          <p:cNvSpPr>
            <a:spLocks noGrp="1"/>
          </p:cNvSpPr>
          <p:nvPr>
            <p:ph type="subTitle" idx="1" hasCustomPrompt="1"/>
          </p:nvPr>
        </p:nvSpPr>
        <p:spPr>
          <a:xfrm>
            <a:off x="379413" y="703000"/>
            <a:ext cx="8449733" cy="302417"/>
          </a:xfrm>
          <a:prstGeom prst="rect">
            <a:avLst/>
          </a:prstGeom>
        </p:spPr>
        <p:txBody>
          <a:bodyPr lIns="0" tIns="0" rIns="0" bIns="0"/>
          <a:lstStyle>
            <a:lvl1pPr marL="0" indent="0" algn="l">
              <a:lnSpc>
                <a:spcPct val="100000"/>
              </a:lnSpc>
              <a:buNone/>
              <a:defRPr sz="1600">
                <a:solidFill>
                  <a:schemeClr val="bg2"/>
                </a:solidFill>
                <a:latin typeface="Architects Daughter"/>
                <a:cs typeface="Architects Daughter"/>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pic>
        <p:nvPicPr>
          <p:cNvPr id="2" name="Picture 1" descr="All Federation logos gray.png"/>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604839" y="4562622"/>
            <a:ext cx="4389120" cy="454982"/>
          </a:xfrm>
          <a:prstGeom prst="rect">
            <a:avLst/>
          </a:prstGeom>
        </p:spPr>
      </p:pic>
    </p:spTree>
    <p:extLst>
      <p:ext uri="{BB962C8B-B14F-4D97-AF65-F5344CB8AC3E}">
        <p14:creationId xmlns:p14="http://schemas.microsoft.com/office/powerpoint/2010/main" val="42242929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RSA co-branded">
    <p:spTree>
      <p:nvGrpSpPr>
        <p:cNvPr id="1" name=""/>
        <p:cNvGrpSpPr/>
        <p:nvPr/>
      </p:nvGrpSpPr>
      <p:grpSpPr>
        <a:xfrm>
          <a:off x="0" y="0"/>
          <a:ext cx="0" cy="0"/>
          <a:chOff x="0" y="0"/>
          <a:chExt cx="0" cy="0"/>
        </a:xfrm>
      </p:grpSpPr>
      <p:pic>
        <p:nvPicPr>
          <p:cNvPr id="16" name="Picture 15" descr="RSA.png"/>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606425" y="4629149"/>
            <a:ext cx="609600" cy="284608"/>
          </a:xfrm>
          <a:prstGeom prst="rect">
            <a:avLst/>
          </a:prstGeom>
        </p:spPr>
      </p:pic>
      <p:sp>
        <p:nvSpPr>
          <p:cNvPr id="19" name="Content Placeholder 4"/>
          <p:cNvSpPr>
            <a:spLocks noGrp="1"/>
          </p:cNvSpPr>
          <p:nvPr>
            <p:ph sz="quarter" idx="10"/>
          </p:nvPr>
        </p:nvSpPr>
        <p:spPr>
          <a:xfrm>
            <a:off x="379413" y="1295399"/>
            <a:ext cx="8458200" cy="3235325"/>
          </a:xfrm>
          <a:prstGeom prst="rect">
            <a:avLst/>
          </a:prstGeom>
        </p:spPr>
        <p:txBody>
          <a:bodyPr vert="horz" lIns="0" tIns="0" rIns="0" bIns="0"/>
          <a:lstStyle>
            <a:lvl1pPr marL="228600" indent="-228600">
              <a:spcBef>
                <a:spcPts val="1200"/>
              </a:spcBef>
              <a:buClr>
                <a:schemeClr val="tx2"/>
              </a:buClr>
              <a:defRPr sz="2400">
                <a:solidFill>
                  <a:srgbClr val="717074"/>
                </a:solidFill>
              </a:defRPr>
            </a:lvl1pPr>
            <a:lvl2pPr>
              <a:spcBef>
                <a:spcPts val="300"/>
              </a:spcBef>
              <a:buClr>
                <a:schemeClr val="tx2"/>
              </a:buClr>
              <a:defRPr sz="2000">
                <a:solidFill>
                  <a:srgbClr val="717074"/>
                </a:solidFill>
              </a:defRPr>
            </a:lvl2pPr>
            <a:lvl3pPr marL="1084263" indent="-169863">
              <a:spcBef>
                <a:spcPts val="300"/>
              </a:spcBef>
              <a:buClr>
                <a:schemeClr val="tx2"/>
              </a:buClr>
              <a:defRPr sz="1600">
                <a:solidFill>
                  <a:srgbClr val="717074"/>
                </a:solidFill>
              </a:defRPr>
            </a:lvl3pPr>
            <a:lvl4pPr marL="1430338" indent="-168275">
              <a:spcBef>
                <a:spcPts val="300"/>
              </a:spcBef>
              <a:buClr>
                <a:schemeClr val="tx2"/>
              </a:buClr>
              <a:defRPr sz="1200">
                <a:solidFill>
                  <a:srgbClr val="717074"/>
                </a:solidFill>
              </a:defRPr>
            </a:lvl4pPr>
            <a:lvl5pPr marL="1770063" indent="-169863">
              <a:spcBef>
                <a:spcPts val="300"/>
              </a:spcBef>
              <a:buClr>
                <a:schemeClr val="tx2"/>
              </a:buClr>
              <a:buFont typeface="Arial"/>
              <a:buChar char="•"/>
              <a:defRPr sz="1100">
                <a:solidFill>
                  <a:srgbClr val="717074"/>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0" name="Title 1"/>
          <p:cNvSpPr>
            <a:spLocks noGrp="1"/>
          </p:cNvSpPr>
          <p:nvPr>
            <p:ph type="ctrTitle" hasCustomPrompt="1"/>
          </p:nvPr>
        </p:nvSpPr>
        <p:spPr>
          <a:xfrm>
            <a:off x="379413" y="228600"/>
            <a:ext cx="8458200" cy="457200"/>
          </a:xfrm>
          <a:prstGeom prst="rect">
            <a:avLst/>
          </a:prstGeom>
        </p:spPr>
        <p:txBody>
          <a:bodyPr lIns="0" tIns="0" rIns="0" bIns="0" anchor="t" anchorCtr="0"/>
          <a:lstStyle>
            <a:lvl1pPr algn="l">
              <a:lnSpc>
                <a:spcPct val="100000"/>
              </a:lnSpc>
              <a:defRPr sz="2800">
                <a:solidFill>
                  <a:schemeClr val="tx2"/>
                </a:solidFill>
                <a:latin typeface="Architects Daughter"/>
                <a:cs typeface="Architects Daughter"/>
              </a:defRPr>
            </a:lvl1pPr>
          </a:lstStyle>
          <a:p>
            <a:r>
              <a:rPr lang="en-US" dirty="0"/>
              <a:t>CLICK TO EDIT MASTER TITLE STYLE</a:t>
            </a:r>
          </a:p>
        </p:txBody>
      </p:sp>
      <p:sp>
        <p:nvSpPr>
          <p:cNvPr id="21" name="Subtitle 2"/>
          <p:cNvSpPr>
            <a:spLocks noGrp="1"/>
          </p:cNvSpPr>
          <p:nvPr>
            <p:ph type="subTitle" idx="1" hasCustomPrompt="1"/>
          </p:nvPr>
        </p:nvSpPr>
        <p:spPr>
          <a:xfrm>
            <a:off x="379413" y="703000"/>
            <a:ext cx="8449733" cy="302417"/>
          </a:xfrm>
          <a:prstGeom prst="rect">
            <a:avLst/>
          </a:prstGeom>
        </p:spPr>
        <p:txBody>
          <a:bodyPr lIns="0" tIns="0" rIns="0" bIns="0"/>
          <a:lstStyle>
            <a:lvl1pPr marL="0" indent="0" algn="l">
              <a:lnSpc>
                <a:spcPct val="100000"/>
              </a:lnSpc>
              <a:buNone/>
              <a:defRPr sz="1600">
                <a:solidFill>
                  <a:schemeClr val="bg2"/>
                </a:solidFill>
                <a:latin typeface="Architects Daughter"/>
                <a:cs typeface="Architects Daughter"/>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Tree>
    <p:extLst>
      <p:ext uri="{BB962C8B-B14F-4D97-AF65-F5344CB8AC3E}">
        <p14:creationId xmlns:p14="http://schemas.microsoft.com/office/powerpoint/2010/main" val="32759745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Pivotal co-branded">
    <p:spTree>
      <p:nvGrpSpPr>
        <p:cNvPr id="1" name=""/>
        <p:cNvGrpSpPr/>
        <p:nvPr/>
      </p:nvGrpSpPr>
      <p:grpSpPr>
        <a:xfrm>
          <a:off x="0" y="0"/>
          <a:ext cx="0" cy="0"/>
          <a:chOff x="0" y="0"/>
          <a:chExt cx="0" cy="0"/>
        </a:xfrm>
      </p:grpSpPr>
      <p:sp>
        <p:nvSpPr>
          <p:cNvPr id="18" name="Content Placeholder 4"/>
          <p:cNvSpPr>
            <a:spLocks noGrp="1"/>
          </p:cNvSpPr>
          <p:nvPr>
            <p:ph sz="quarter" idx="10"/>
          </p:nvPr>
        </p:nvSpPr>
        <p:spPr>
          <a:xfrm>
            <a:off x="379413" y="1295399"/>
            <a:ext cx="8458200" cy="3235325"/>
          </a:xfrm>
          <a:prstGeom prst="rect">
            <a:avLst/>
          </a:prstGeom>
        </p:spPr>
        <p:txBody>
          <a:bodyPr vert="horz" lIns="0" tIns="0" rIns="0" bIns="0"/>
          <a:lstStyle>
            <a:lvl1pPr marL="228600" indent="-228600">
              <a:spcBef>
                <a:spcPts val="1200"/>
              </a:spcBef>
              <a:buClr>
                <a:schemeClr val="tx2"/>
              </a:buClr>
              <a:defRPr sz="2400">
                <a:solidFill>
                  <a:srgbClr val="717074"/>
                </a:solidFill>
              </a:defRPr>
            </a:lvl1pPr>
            <a:lvl2pPr>
              <a:spcBef>
                <a:spcPts val="300"/>
              </a:spcBef>
              <a:buClr>
                <a:schemeClr val="tx2"/>
              </a:buClr>
              <a:defRPr sz="2000">
                <a:solidFill>
                  <a:srgbClr val="717074"/>
                </a:solidFill>
              </a:defRPr>
            </a:lvl2pPr>
            <a:lvl3pPr marL="1084263" indent="-169863">
              <a:spcBef>
                <a:spcPts val="300"/>
              </a:spcBef>
              <a:buClr>
                <a:schemeClr val="tx2"/>
              </a:buClr>
              <a:defRPr sz="1600">
                <a:solidFill>
                  <a:srgbClr val="717074"/>
                </a:solidFill>
              </a:defRPr>
            </a:lvl3pPr>
            <a:lvl4pPr marL="1430338" indent="-168275">
              <a:spcBef>
                <a:spcPts val="300"/>
              </a:spcBef>
              <a:buClr>
                <a:schemeClr val="tx2"/>
              </a:buClr>
              <a:defRPr sz="1200">
                <a:solidFill>
                  <a:srgbClr val="717074"/>
                </a:solidFill>
              </a:defRPr>
            </a:lvl4pPr>
            <a:lvl5pPr marL="1770063" indent="-169863">
              <a:spcBef>
                <a:spcPts val="300"/>
              </a:spcBef>
              <a:buClr>
                <a:schemeClr val="tx2"/>
              </a:buClr>
              <a:buFont typeface="Arial"/>
              <a:buChar char="•"/>
              <a:defRPr sz="1100">
                <a:solidFill>
                  <a:srgbClr val="717074"/>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itle 1"/>
          <p:cNvSpPr>
            <a:spLocks noGrp="1"/>
          </p:cNvSpPr>
          <p:nvPr>
            <p:ph type="ctrTitle" hasCustomPrompt="1"/>
          </p:nvPr>
        </p:nvSpPr>
        <p:spPr>
          <a:xfrm>
            <a:off x="379413" y="228600"/>
            <a:ext cx="8458200" cy="457200"/>
          </a:xfrm>
          <a:prstGeom prst="rect">
            <a:avLst/>
          </a:prstGeom>
        </p:spPr>
        <p:txBody>
          <a:bodyPr lIns="0" tIns="0" rIns="0" bIns="0" anchor="t" anchorCtr="0"/>
          <a:lstStyle>
            <a:lvl1pPr algn="l">
              <a:lnSpc>
                <a:spcPct val="100000"/>
              </a:lnSpc>
              <a:defRPr sz="2800">
                <a:solidFill>
                  <a:schemeClr val="tx2"/>
                </a:solidFill>
                <a:latin typeface="Architects Daughter"/>
                <a:cs typeface="Architects Daughter"/>
              </a:defRPr>
            </a:lvl1pPr>
          </a:lstStyle>
          <a:p>
            <a:r>
              <a:rPr lang="en-US" dirty="0"/>
              <a:t>CLICK TO EDIT MASTER TITLE STYLE</a:t>
            </a:r>
          </a:p>
        </p:txBody>
      </p:sp>
      <p:sp>
        <p:nvSpPr>
          <p:cNvPr id="20" name="Subtitle 2"/>
          <p:cNvSpPr>
            <a:spLocks noGrp="1"/>
          </p:cNvSpPr>
          <p:nvPr>
            <p:ph type="subTitle" idx="1" hasCustomPrompt="1"/>
          </p:nvPr>
        </p:nvSpPr>
        <p:spPr>
          <a:xfrm>
            <a:off x="379413" y="703000"/>
            <a:ext cx="8449733" cy="302417"/>
          </a:xfrm>
          <a:prstGeom prst="rect">
            <a:avLst/>
          </a:prstGeom>
        </p:spPr>
        <p:txBody>
          <a:bodyPr lIns="0" tIns="0" rIns="0" bIns="0"/>
          <a:lstStyle>
            <a:lvl1pPr marL="0" indent="0" algn="l">
              <a:lnSpc>
                <a:spcPct val="100000"/>
              </a:lnSpc>
              <a:buNone/>
              <a:defRPr sz="1600">
                <a:solidFill>
                  <a:schemeClr val="bg2"/>
                </a:solidFill>
                <a:latin typeface="Architects Daughter"/>
                <a:cs typeface="Architects Daughter"/>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pic>
        <p:nvPicPr>
          <p:cNvPr id="21" name="Picture 20" descr="Pivotal green.png"/>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606427" y="4629151"/>
            <a:ext cx="787466" cy="180528"/>
          </a:xfrm>
          <a:prstGeom prst="rect">
            <a:avLst/>
          </a:prstGeom>
        </p:spPr>
      </p:pic>
    </p:spTree>
    <p:extLst>
      <p:ext uri="{BB962C8B-B14F-4D97-AF65-F5344CB8AC3E}">
        <p14:creationId xmlns:p14="http://schemas.microsoft.com/office/powerpoint/2010/main" val="1134704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VMware co-branded">
    <p:spTree>
      <p:nvGrpSpPr>
        <p:cNvPr id="1" name=""/>
        <p:cNvGrpSpPr/>
        <p:nvPr/>
      </p:nvGrpSpPr>
      <p:grpSpPr>
        <a:xfrm>
          <a:off x="0" y="0"/>
          <a:ext cx="0" cy="0"/>
          <a:chOff x="0" y="0"/>
          <a:chExt cx="0" cy="0"/>
        </a:xfrm>
      </p:grpSpPr>
      <p:pic>
        <p:nvPicPr>
          <p:cNvPr id="2" name="Picture 1" descr="VMware logo Gray.png"/>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606428" y="4629149"/>
            <a:ext cx="1045441" cy="158968"/>
          </a:xfrm>
          <a:prstGeom prst="rect">
            <a:avLst/>
          </a:prstGeom>
        </p:spPr>
      </p:pic>
      <p:sp>
        <p:nvSpPr>
          <p:cNvPr id="16" name="Content Placeholder 4"/>
          <p:cNvSpPr>
            <a:spLocks noGrp="1"/>
          </p:cNvSpPr>
          <p:nvPr>
            <p:ph sz="quarter" idx="10"/>
          </p:nvPr>
        </p:nvSpPr>
        <p:spPr>
          <a:xfrm>
            <a:off x="379413" y="1295399"/>
            <a:ext cx="8458200" cy="3235325"/>
          </a:xfrm>
          <a:prstGeom prst="rect">
            <a:avLst/>
          </a:prstGeom>
        </p:spPr>
        <p:txBody>
          <a:bodyPr vert="horz" lIns="0" tIns="0" rIns="0" bIns="0"/>
          <a:lstStyle>
            <a:lvl1pPr marL="228600" indent="-228600">
              <a:spcBef>
                <a:spcPts val="1200"/>
              </a:spcBef>
              <a:buClr>
                <a:schemeClr val="tx2"/>
              </a:buClr>
              <a:defRPr sz="2400">
                <a:solidFill>
                  <a:srgbClr val="717074"/>
                </a:solidFill>
              </a:defRPr>
            </a:lvl1pPr>
            <a:lvl2pPr>
              <a:spcBef>
                <a:spcPts val="300"/>
              </a:spcBef>
              <a:buClr>
                <a:schemeClr val="tx2"/>
              </a:buClr>
              <a:defRPr sz="2000">
                <a:solidFill>
                  <a:srgbClr val="717074"/>
                </a:solidFill>
              </a:defRPr>
            </a:lvl2pPr>
            <a:lvl3pPr marL="1084263" indent="-169863">
              <a:spcBef>
                <a:spcPts val="300"/>
              </a:spcBef>
              <a:buClr>
                <a:schemeClr val="tx2"/>
              </a:buClr>
              <a:defRPr sz="1600">
                <a:solidFill>
                  <a:srgbClr val="717074"/>
                </a:solidFill>
              </a:defRPr>
            </a:lvl3pPr>
            <a:lvl4pPr marL="1430338" indent="-168275">
              <a:spcBef>
                <a:spcPts val="300"/>
              </a:spcBef>
              <a:buClr>
                <a:schemeClr val="tx2"/>
              </a:buClr>
              <a:defRPr sz="1200">
                <a:solidFill>
                  <a:srgbClr val="717074"/>
                </a:solidFill>
              </a:defRPr>
            </a:lvl4pPr>
            <a:lvl5pPr marL="1770063" indent="-169863">
              <a:spcBef>
                <a:spcPts val="300"/>
              </a:spcBef>
              <a:buClr>
                <a:schemeClr val="tx2"/>
              </a:buClr>
              <a:buFont typeface="Arial"/>
              <a:buChar char="•"/>
              <a:defRPr sz="1100">
                <a:solidFill>
                  <a:srgbClr val="717074"/>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itle 1"/>
          <p:cNvSpPr>
            <a:spLocks noGrp="1"/>
          </p:cNvSpPr>
          <p:nvPr>
            <p:ph type="ctrTitle" hasCustomPrompt="1"/>
          </p:nvPr>
        </p:nvSpPr>
        <p:spPr>
          <a:xfrm>
            <a:off x="379413" y="228600"/>
            <a:ext cx="8458200" cy="457200"/>
          </a:xfrm>
          <a:prstGeom prst="rect">
            <a:avLst/>
          </a:prstGeom>
        </p:spPr>
        <p:txBody>
          <a:bodyPr lIns="0" tIns="0" rIns="0" bIns="0" anchor="t" anchorCtr="0"/>
          <a:lstStyle>
            <a:lvl1pPr algn="l">
              <a:lnSpc>
                <a:spcPct val="100000"/>
              </a:lnSpc>
              <a:defRPr sz="2800">
                <a:solidFill>
                  <a:schemeClr val="tx2"/>
                </a:solidFill>
                <a:latin typeface="Architects Daughter"/>
                <a:cs typeface="Architects Daughter"/>
              </a:defRPr>
            </a:lvl1pPr>
          </a:lstStyle>
          <a:p>
            <a:r>
              <a:rPr lang="en-US" dirty="0"/>
              <a:t>CLICK TO EDIT MASTER TITLE STYLE</a:t>
            </a:r>
          </a:p>
        </p:txBody>
      </p:sp>
      <p:sp>
        <p:nvSpPr>
          <p:cNvPr id="18" name="Subtitle 2"/>
          <p:cNvSpPr>
            <a:spLocks noGrp="1"/>
          </p:cNvSpPr>
          <p:nvPr>
            <p:ph type="subTitle" idx="1" hasCustomPrompt="1"/>
          </p:nvPr>
        </p:nvSpPr>
        <p:spPr>
          <a:xfrm>
            <a:off x="379413" y="703000"/>
            <a:ext cx="8449733" cy="302417"/>
          </a:xfrm>
          <a:prstGeom prst="rect">
            <a:avLst/>
          </a:prstGeom>
        </p:spPr>
        <p:txBody>
          <a:bodyPr lIns="0" tIns="0" rIns="0" bIns="0"/>
          <a:lstStyle>
            <a:lvl1pPr marL="0" indent="0" algn="l">
              <a:lnSpc>
                <a:spcPct val="100000"/>
              </a:lnSpc>
              <a:buNone/>
              <a:defRPr sz="1600">
                <a:solidFill>
                  <a:schemeClr val="bg2"/>
                </a:solidFill>
                <a:latin typeface="Architects Daughter"/>
                <a:cs typeface="Architects Daughter"/>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Tree>
    <p:extLst>
      <p:ext uri="{BB962C8B-B14F-4D97-AF65-F5344CB8AC3E}">
        <p14:creationId xmlns:p14="http://schemas.microsoft.com/office/powerpoint/2010/main" val="23814104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VCE co-branded">
    <p:spTree>
      <p:nvGrpSpPr>
        <p:cNvPr id="1" name=""/>
        <p:cNvGrpSpPr/>
        <p:nvPr/>
      </p:nvGrpSpPr>
      <p:grpSpPr>
        <a:xfrm>
          <a:off x="0" y="0"/>
          <a:ext cx="0" cy="0"/>
          <a:chOff x="0" y="0"/>
          <a:chExt cx="0" cy="0"/>
        </a:xfrm>
      </p:grpSpPr>
      <p:pic>
        <p:nvPicPr>
          <p:cNvPr id="2" name="Picture 1" descr="VCE.png"/>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606425" y="4622799"/>
            <a:ext cx="375707" cy="375707"/>
          </a:xfrm>
          <a:prstGeom prst="rect">
            <a:avLst/>
          </a:prstGeom>
        </p:spPr>
      </p:pic>
      <p:sp>
        <p:nvSpPr>
          <p:cNvPr id="19" name="Content Placeholder 4"/>
          <p:cNvSpPr>
            <a:spLocks noGrp="1"/>
          </p:cNvSpPr>
          <p:nvPr>
            <p:ph sz="quarter" idx="10"/>
          </p:nvPr>
        </p:nvSpPr>
        <p:spPr>
          <a:xfrm>
            <a:off x="379413" y="1295399"/>
            <a:ext cx="8458200" cy="3235325"/>
          </a:xfrm>
          <a:prstGeom prst="rect">
            <a:avLst/>
          </a:prstGeom>
        </p:spPr>
        <p:txBody>
          <a:bodyPr vert="horz" lIns="0" tIns="0" rIns="0" bIns="0"/>
          <a:lstStyle>
            <a:lvl1pPr marL="228600" indent="-228600">
              <a:spcBef>
                <a:spcPts val="1200"/>
              </a:spcBef>
              <a:buClr>
                <a:schemeClr val="tx2"/>
              </a:buClr>
              <a:defRPr sz="2400">
                <a:solidFill>
                  <a:srgbClr val="717074"/>
                </a:solidFill>
              </a:defRPr>
            </a:lvl1pPr>
            <a:lvl2pPr>
              <a:spcBef>
                <a:spcPts val="300"/>
              </a:spcBef>
              <a:buClr>
                <a:schemeClr val="tx2"/>
              </a:buClr>
              <a:defRPr sz="2000">
                <a:solidFill>
                  <a:srgbClr val="717074"/>
                </a:solidFill>
              </a:defRPr>
            </a:lvl2pPr>
            <a:lvl3pPr marL="1084263" indent="-169863">
              <a:spcBef>
                <a:spcPts val="300"/>
              </a:spcBef>
              <a:buClr>
                <a:schemeClr val="tx2"/>
              </a:buClr>
              <a:defRPr sz="1600">
                <a:solidFill>
                  <a:srgbClr val="717074"/>
                </a:solidFill>
              </a:defRPr>
            </a:lvl3pPr>
            <a:lvl4pPr marL="1430338" indent="-168275">
              <a:spcBef>
                <a:spcPts val="300"/>
              </a:spcBef>
              <a:buClr>
                <a:schemeClr val="tx2"/>
              </a:buClr>
              <a:defRPr sz="1200">
                <a:solidFill>
                  <a:srgbClr val="717074"/>
                </a:solidFill>
              </a:defRPr>
            </a:lvl4pPr>
            <a:lvl5pPr marL="1770063" indent="-169863">
              <a:spcBef>
                <a:spcPts val="300"/>
              </a:spcBef>
              <a:buClr>
                <a:schemeClr val="tx2"/>
              </a:buClr>
              <a:buFont typeface="Arial"/>
              <a:buChar char="•"/>
              <a:defRPr sz="1100">
                <a:solidFill>
                  <a:srgbClr val="717074"/>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0" name="Title 1"/>
          <p:cNvSpPr>
            <a:spLocks noGrp="1"/>
          </p:cNvSpPr>
          <p:nvPr>
            <p:ph type="ctrTitle" hasCustomPrompt="1"/>
          </p:nvPr>
        </p:nvSpPr>
        <p:spPr>
          <a:xfrm>
            <a:off x="379413" y="228600"/>
            <a:ext cx="8458200" cy="457200"/>
          </a:xfrm>
          <a:prstGeom prst="rect">
            <a:avLst/>
          </a:prstGeom>
        </p:spPr>
        <p:txBody>
          <a:bodyPr lIns="0" tIns="0" rIns="0" bIns="0" anchor="t" anchorCtr="0"/>
          <a:lstStyle>
            <a:lvl1pPr algn="l">
              <a:lnSpc>
                <a:spcPct val="100000"/>
              </a:lnSpc>
              <a:defRPr sz="2800">
                <a:solidFill>
                  <a:schemeClr val="tx2"/>
                </a:solidFill>
                <a:latin typeface="Architects Daughter"/>
                <a:cs typeface="Architects Daughter"/>
              </a:defRPr>
            </a:lvl1pPr>
          </a:lstStyle>
          <a:p>
            <a:r>
              <a:rPr lang="en-US" dirty="0"/>
              <a:t>CLICK TO EDIT MASTER TITLE STYLE</a:t>
            </a:r>
          </a:p>
        </p:txBody>
      </p:sp>
      <p:sp>
        <p:nvSpPr>
          <p:cNvPr id="21" name="Subtitle 2"/>
          <p:cNvSpPr>
            <a:spLocks noGrp="1"/>
          </p:cNvSpPr>
          <p:nvPr>
            <p:ph type="subTitle" idx="1" hasCustomPrompt="1"/>
          </p:nvPr>
        </p:nvSpPr>
        <p:spPr>
          <a:xfrm>
            <a:off x="379413" y="703000"/>
            <a:ext cx="8449733" cy="302417"/>
          </a:xfrm>
          <a:prstGeom prst="rect">
            <a:avLst/>
          </a:prstGeom>
        </p:spPr>
        <p:txBody>
          <a:bodyPr lIns="0" tIns="0" rIns="0" bIns="0"/>
          <a:lstStyle>
            <a:lvl1pPr marL="0" indent="0" algn="l">
              <a:lnSpc>
                <a:spcPct val="100000"/>
              </a:lnSpc>
              <a:buNone/>
              <a:defRPr sz="1600">
                <a:solidFill>
                  <a:schemeClr val="bg2"/>
                </a:solidFill>
                <a:latin typeface="Architects Daughter"/>
                <a:cs typeface="Architects Daughter"/>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Tree>
    <p:extLst>
      <p:ext uri="{BB962C8B-B14F-4D97-AF65-F5344CB8AC3E}">
        <p14:creationId xmlns:p14="http://schemas.microsoft.com/office/powerpoint/2010/main" val="13969363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p:cSld name="End slide">
    <p:bg>
      <p:bgPr>
        <a:solidFill>
          <a:schemeClr val="accent1"/>
        </a:solidFill>
        <a:effectLst/>
      </p:bgPr>
    </p:bg>
    <p:spTree>
      <p:nvGrpSpPr>
        <p:cNvPr id="1" name=""/>
        <p:cNvGrpSpPr/>
        <p:nvPr/>
      </p:nvGrpSpPr>
      <p:grpSpPr>
        <a:xfrm>
          <a:off x="0" y="0"/>
          <a:ext cx="0" cy="0"/>
          <a:chOff x="0" y="0"/>
          <a:chExt cx="0" cy="0"/>
        </a:xfrm>
      </p:grpSpPr>
      <p:pic>
        <p:nvPicPr>
          <p:cNvPr id="3" name="Picture 2" descr="EMC logo white_300dpi.png"/>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2102997" y="1657351"/>
            <a:ext cx="4899905" cy="1581470"/>
          </a:xfrm>
          <a:prstGeom prst="rect">
            <a:avLst/>
          </a:prstGeom>
        </p:spPr>
      </p:pic>
    </p:spTree>
    <p:extLst>
      <p:ext uri="{BB962C8B-B14F-4D97-AF65-F5344CB8AC3E}">
        <p14:creationId xmlns:p14="http://schemas.microsoft.com/office/powerpoint/2010/main" val="30087821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1_Walkin No tile">
    <p:spTree>
      <p:nvGrpSpPr>
        <p:cNvPr id="1" name=""/>
        <p:cNvGrpSpPr/>
        <p:nvPr/>
      </p:nvGrpSpPr>
      <p:grpSpPr>
        <a:xfrm>
          <a:off x="0" y="0"/>
          <a:ext cx="0" cy="0"/>
          <a:chOff x="0" y="0"/>
          <a:chExt cx="0" cy="0"/>
        </a:xfrm>
      </p:grpSpPr>
      <p:sp>
        <p:nvSpPr>
          <p:cNvPr id="2" name="Rectangle 1"/>
          <p:cNvSpPr/>
          <p:nvPr userDrawn="1"/>
        </p:nvSpPr>
        <p:spPr bwMode="auto">
          <a:xfrm>
            <a:off x="201930" y="1558350"/>
            <a:ext cx="4706230" cy="2022022"/>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64" tIns="107571" rIns="134464" bIns="107571" numCol="1" spcCol="0" rtlCol="0" fromWordArt="0" anchor="t" anchorCtr="0" forceAA="0" compatLnSpc="1">
            <a:prstTxWarp prst="textNoShape">
              <a:avLst/>
            </a:prstTxWarp>
            <a:noAutofit/>
          </a:bodyPr>
          <a:lstStyle/>
          <a:p>
            <a:pPr algn="ctr" defTabSz="685647" fontAlgn="base">
              <a:lnSpc>
                <a:spcPct val="90000"/>
              </a:lnSpc>
              <a:spcBef>
                <a:spcPct val="0"/>
              </a:spcBef>
              <a:spcAft>
                <a:spcPct val="0"/>
              </a:spcAft>
            </a:pPr>
            <a:endParaRPr lang="en-US" sz="1765" dirty="0" err="1">
              <a:gradFill>
                <a:gsLst>
                  <a:gs pos="0">
                    <a:srgbClr val="FFFFFF"/>
                  </a:gs>
                  <a:gs pos="100000">
                    <a:srgbClr val="FFFFFF"/>
                  </a:gs>
                </a:gsLst>
                <a:lin ang="5400000" scaled="0"/>
              </a:gradFill>
              <a:ea typeface="Segoe UI" pitchFamily="34" charset="0"/>
              <a:cs typeface="Segoe UI" pitchFamily="34" charset="0"/>
            </a:endParaRPr>
          </a:p>
        </p:txBody>
      </p:sp>
      <p:grpSp>
        <p:nvGrpSpPr>
          <p:cNvPr id="10" name="Group 9"/>
          <p:cNvGrpSpPr/>
          <p:nvPr userDrawn="1"/>
        </p:nvGrpSpPr>
        <p:grpSpPr>
          <a:xfrm>
            <a:off x="652477" y="2093122"/>
            <a:ext cx="3300897" cy="1811782"/>
            <a:chOff x="887413" y="2846387"/>
            <a:chExt cx="4489449" cy="2463800"/>
          </a:xfrm>
          <a:solidFill>
            <a:schemeClr val="tx1"/>
          </a:solidFill>
        </p:grpSpPr>
        <p:sp>
          <p:nvSpPr>
            <p:cNvPr id="14" name="Freeform 36"/>
            <p:cNvSpPr>
              <a:spLocks/>
            </p:cNvSpPr>
            <p:nvPr userDrawn="1"/>
          </p:nvSpPr>
          <p:spPr bwMode="auto">
            <a:xfrm>
              <a:off x="887413" y="3832224"/>
              <a:ext cx="1095375" cy="876300"/>
            </a:xfrm>
            <a:custGeom>
              <a:avLst/>
              <a:gdLst>
                <a:gd name="T0" fmla="*/ 263 w 341"/>
                <a:gd name="T1" fmla="*/ 272 h 272"/>
                <a:gd name="T2" fmla="*/ 236 w 341"/>
                <a:gd name="T3" fmla="*/ 272 h 272"/>
                <a:gd name="T4" fmla="*/ 178 w 341"/>
                <a:gd name="T5" fmla="*/ 70 h 272"/>
                <a:gd name="T6" fmla="*/ 173 w 341"/>
                <a:gd name="T7" fmla="*/ 43 h 272"/>
                <a:gd name="T8" fmla="*/ 173 w 341"/>
                <a:gd name="T9" fmla="*/ 43 h 272"/>
                <a:gd name="T10" fmla="*/ 167 w 341"/>
                <a:gd name="T11" fmla="*/ 70 h 272"/>
                <a:gd name="T12" fmla="*/ 107 w 341"/>
                <a:gd name="T13" fmla="*/ 272 h 272"/>
                <a:gd name="T14" fmla="*/ 80 w 341"/>
                <a:gd name="T15" fmla="*/ 272 h 272"/>
                <a:gd name="T16" fmla="*/ 0 w 341"/>
                <a:gd name="T17" fmla="*/ 0 h 272"/>
                <a:gd name="T18" fmla="*/ 28 w 341"/>
                <a:gd name="T19" fmla="*/ 0 h 272"/>
                <a:gd name="T20" fmla="*/ 88 w 341"/>
                <a:gd name="T21" fmla="*/ 213 h 272"/>
                <a:gd name="T22" fmla="*/ 93 w 341"/>
                <a:gd name="T23" fmla="*/ 239 h 272"/>
                <a:gd name="T24" fmla="*/ 94 w 341"/>
                <a:gd name="T25" fmla="*/ 239 h 272"/>
                <a:gd name="T26" fmla="*/ 100 w 341"/>
                <a:gd name="T27" fmla="*/ 213 h 272"/>
                <a:gd name="T28" fmla="*/ 164 w 341"/>
                <a:gd name="T29" fmla="*/ 0 h 272"/>
                <a:gd name="T30" fmla="*/ 184 w 341"/>
                <a:gd name="T31" fmla="*/ 0 h 272"/>
                <a:gd name="T32" fmla="*/ 244 w 341"/>
                <a:gd name="T33" fmla="*/ 214 h 272"/>
                <a:gd name="T34" fmla="*/ 249 w 341"/>
                <a:gd name="T35" fmla="*/ 239 h 272"/>
                <a:gd name="T36" fmla="*/ 250 w 341"/>
                <a:gd name="T37" fmla="*/ 239 h 272"/>
                <a:gd name="T38" fmla="*/ 254 w 341"/>
                <a:gd name="T39" fmla="*/ 220 h 272"/>
                <a:gd name="T40" fmla="*/ 314 w 341"/>
                <a:gd name="T41" fmla="*/ 0 h 272"/>
                <a:gd name="T42" fmla="*/ 341 w 341"/>
                <a:gd name="T43" fmla="*/ 0 h 272"/>
                <a:gd name="T44" fmla="*/ 263 w 341"/>
                <a:gd name="T45" fmla="*/ 272 h 2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41" h="272">
                  <a:moveTo>
                    <a:pt x="263" y="272"/>
                  </a:moveTo>
                  <a:cubicBezTo>
                    <a:pt x="236" y="272"/>
                    <a:pt x="236" y="272"/>
                    <a:pt x="236" y="272"/>
                  </a:cubicBezTo>
                  <a:cubicBezTo>
                    <a:pt x="178" y="70"/>
                    <a:pt x="178" y="70"/>
                    <a:pt x="178" y="70"/>
                  </a:cubicBezTo>
                  <a:cubicBezTo>
                    <a:pt x="175" y="60"/>
                    <a:pt x="174" y="51"/>
                    <a:pt x="173" y="43"/>
                  </a:cubicBezTo>
                  <a:cubicBezTo>
                    <a:pt x="173" y="43"/>
                    <a:pt x="173" y="43"/>
                    <a:pt x="173" y="43"/>
                  </a:cubicBezTo>
                  <a:cubicBezTo>
                    <a:pt x="172" y="51"/>
                    <a:pt x="170" y="60"/>
                    <a:pt x="167" y="70"/>
                  </a:cubicBezTo>
                  <a:cubicBezTo>
                    <a:pt x="107" y="272"/>
                    <a:pt x="107" y="272"/>
                    <a:pt x="107" y="272"/>
                  </a:cubicBezTo>
                  <a:cubicBezTo>
                    <a:pt x="80" y="272"/>
                    <a:pt x="80" y="272"/>
                    <a:pt x="80" y="272"/>
                  </a:cubicBezTo>
                  <a:cubicBezTo>
                    <a:pt x="0" y="0"/>
                    <a:pt x="0" y="0"/>
                    <a:pt x="0" y="0"/>
                  </a:cubicBezTo>
                  <a:cubicBezTo>
                    <a:pt x="28" y="0"/>
                    <a:pt x="28" y="0"/>
                    <a:pt x="28" y="0"/>
                  </a:cubicBezTo>
                  <a:cubicBezTo>
                    <a:pt x="88" y="213"/>
                    <a:pt x="88" y="213"/>
                    <a:pt x="88" y="213"/>
                  </a:cubicBezTo>
                  <a:cubicBezTo>
                    <a:pt x="90" y="221"/>
                    <a:pt x="92" y="230"/>
                    <a:pt x="93" y="239"/>
                  </a:cubicBezTo>
                  <a:cubicBezTo>
                    <a:pt x="94" y="239"/>
                    <a:pt x="94" y="239"/>
                    <a:pt x="94" y="239"/>
                  </a:cubicBezTo>
                  <a:cubicBezTo>
                    <a:pt x="95" y="233"/>
                    <a:pt x="97" y="225"/>
                    <a:pt x="100" y="213"/>
                  </a:cubicBezTo>
                  <a:cubicBezTo>
                    <a:pt x="164" y="0"/>
                    <a:pt x="164" y="0"/>
                    <a:pt x="164" y="0"/>
                  </a:cubicBezTo>
                  <a:cubicBezTo>
                    <a:pt x="184" y="0"/>
                    <a:pt x="184" y="0"/>
                    <a:pt x="184" y="0"/>
                  </a:cubicBezTo>
                  <a:cubicBezTo>
                    <a:pt x="244" y="214"/>
                    <a:pt x="244" y="214"/>
                    <a:pt x="244" y="214"/>
                  </a:cubicBezTo>
                  <a:cubicBezTo>
                    <a:pt x="247" y="224"/>
                    <a:pt x="248" y="232"/>
                    <a:pt x="249" y="239"/>
                  </a:cubicBezTo>
                  <a:cubicBezTo>
                    <a:pt x="250" y="239"/>
                    <a:pt x="250" y="239"/>
                    <a:pt x="250" y="239"/>
                  </a:cubicBezTo>
                  <a:cubicBezTo>
                    <a:pt x="250" y="236"/>
                    <a:pt x="252" y="229"/>
                    <a:pt x="254" y="220"/>
                  </a:cubicBezTo>
                  <a:cubicBezTo>
                    <a:pt x="314" y="0"/>
                    <a:pt x="314" y="0"/>
                    <a:pt x="314" y="0"/>
                  </a:cubicBezTo>
                  <a:cubicBezTo>
                    <a:pt x="341" y="0"/>
                    <a:pt x="341" y="0"/>
                    <a:pt x="341" y="0"/>
                  </a:cubicBezTo>
                  <a:lnTo>
                    <a:pt x="263" y="272"/>
                  </a:lnTo>
                  <a:close/>
                </a:path>
              </a:pathLst>
            </a:custGeom>
            <a:grpFill/>
            <a:ln>
              <a:noFill/>
            </a:ln>
          </p:spPr>
          <p:txBody>
            <a:bodyPr vert="horz" wrap="square" lIns="91440" tIns="45720" rIns="91440" bIns="45720" numCol="1" anchor="t" anchorCtr="0" compatLnSpc="1">
              <a:prstTxWarp prst="textNoShape">
                <a:avLst/>
              </a:prstTxWarp>
            </a:bodyPr>
            <a:lstStyle/>
            <a:p>
              <a:endParaRPr lang="en-US" sz="1765"/>
            </a:p>
          </p:txBody>
        </p:sp>
        <p:sp>
          <p:nvSpPr>
            <p:cNvPr id="15" name="Freeform 37"/>
            <p:cNvSpPr>
              <a:spLocks noEditPoints="1"/>
            </p:cNvSpPr>
            <p:nvPr userDrawn="1"/>
          </p:nvSpPr>
          <p:spPr bwMode="auto">
            <a:xfrm>
              <a:off x="2092325" y="3813174"/>
              <a:ext cx="107950" cy="895350"/>
            </a:xfrm>
            <a:custGeom>
              <a:avLst/>
              <a:gdLst>
                <a:gd name="T0" fmla="*/ 17 w 34"/>
                <a:gd name="T1" fmla="*/ 34 h 278"/>
                <a:gd name="T2" fmla="*/ 5 w 34"/>
                <a:gd name="T3" fmla="*/ 29 h 278"/>
                <a:gd name="T4" fmla="*/ 0 w 34"/>
                <a:gd name="T5" fmla="*/ 17 h 278"/>
                <a:gd name="T6" fmla="*/ 5 w 34"/>
                <a:gd name="T7" fmla="*/ 5 h 278"/>
                <a:gd name="T8" fmla="*/ 17 w 34"/>
                <a:gd name="T9" fmla="*/ 0 h 278"/>
                <a:gd name="T10" fmla="*/ 30 w 34"/>
                <a:gd name="T11" fmla="*/ 5 h 278"/>
                <a:gd name="T12" fmla="*/ 34 w 34"/>
                <a:gd name="T13" fmla="*/ 17 h 278"/>
                <a:gd name="T14" fmla="*/ 29 w 34"/>
                <a:gd name="T15" fmla="*/ 29 h 278"/>
                <a:gd name="T16" fmla="*/ 17 w 34"/>
                <a:gd name="T17" fmla="*/ 34 h 278"/>
                <a:gd name="T18" fmla="*/ 5 w 34"/>
                <a:gd name="T19" fmla="*/ 278 h 278"/>
                <a:gd name="T20" fmla="*/ 5 w 34"/>
                <a:gd name="T21" fmla="*/ 84 h 278"/>
                <a:gd name="T22" fmla="*/ 29 w 34"/>
                <a:gd name="T23" fmla="*/ 84 h 278"/>
                <a:gd name="T24" fmla="*/ 29 w 34"/>
                <a:gd name="T25" fmla="*/ 278 h 278"/>
                <a:gd name="T26" fmla="*/ 5 w 34"/>
                <a:gd name="T27" fmla="*/ 278 h 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4" h="278">
                  <a:moveTo>
                    <a:pt x="17" y="34"/>
                  </a:moveTo>
                  <a:cubicBezTo>
                    <a:pt x="12" y="34"/>
                    <a:pt x="8" y="33"/>
                    <a:pt x="5" y="29"/>
                  </a:cubicBezTo>
                  <a:cubicBezTo>
                    <a:pt x="1" y="26"/>
                    <a:pt x="0" y="22"/>
                    <a:pt x="0" y="17"/>
                  </a:cubicBezTo>
                  <a:cubicBezTo>
                    <a:pt x="0" y="12"/>
                    <a:pt x="1" y="8"/>
                    <a:pt x="5" y="5"/>
                  </a:cubicBezTo>
                  <a:cubicBezTo>
                    <a:pt x="8" y="1"/>
                    <a:pt x="12" y="0"/>
                    <a:pt x="17" y="0"/>
                  </a:cubicBezTo>
                  <a:cubicBezTo>
                    <a:pt x="22" y="0"/>
                    <a:pt x="26" y="1"/>
                    <a:pt x="30" y="5"/>
                  </a:cubicBezTo>
                  <a:cubicBezTo>
                    <a:pt x="33" y="8"/>
                    <a:pt x="34" y="12"/>
                    <a:pt x="34" y="17"/>
                  </a:cubicBezTo>
                  <a:cubicBezTo>
                    <a:pt x="34" y="22"/>
                    <a:pt x="33" y="26"/>
                    <a:pt x="29" y="29"/>
                  </a:cubicBezTo>
                  <a:cubicBezTo>
                    <a:pt x="26" y="33"/>
                    <a:pt x="22" y="34"/>
                    <a:pt x="17" y="34"/>
                  </a:cubicBezTo>
                  <a:close/>
                  <a:moveTo>
                    <a:pt x="5" y="278"/>
                  </a:moveTo>
                  <a:cubicBezTo>
                    <a:pt x="5" y="84"/>
                    <a:pt x="5" y="84"/>
                    <a:pt x="5" y="84"/>
                  </a:cubicBezTo>
                  <a:cubicBezTo>
                    <a:pt x="29" y="84"/>
                    <a:pt x="29" y="84"/>
                    <a:pt x="29" y="84"/>
                  </a:cubicBezTo>
                  <a:cubicBezTo>
                    <a:pt x="29" y="278"/>
                    <a:pt x="29" y="278"/>
                    <a:pt x="29" y="278"/>
                  </a:cubicBezTo>
                  <a:lnTo>
                    <a:pt x="5" y="278"/>
                  </a:lnTo>
                  <a:close/>
                </a:path>
              </a:pathLst>
            </a:custGeom>
            <a:grpFill/>
            <a:ln>
              <a:noFill/>
            </a:ln>
          </p:spPr>
          <p:txBody>
            <a:bodyPr vert="horz" wrap="square" lIns="91440" tIns="45720" rIns="91440" bIns="45720" numCol="1" anchor="t" anchorCtr="0" compatLnSpc="1">
              <a:prstTxWarp prst="textNoShape">
                <a:avLst/>
              </a:prstTxWarp>
            </a:bodyPr>
            <a:lstStyle/>
            <a:p>
              <a:endParaRPr lang="en-US" sz="1765"/>
            </a:p>
          </p:txBody>
        </p:sp>
        <p:sp>
          <p:nvSpPr>
            <p:cNvPr id="16" name="Freeform 38"/>
            <p:cNvSpPr>
              <a:spLocks/>
            </p:cNvSpPr>
            <p:nvPr userDrawn="1"/>
          </p:nvSpPr>
          <p:spPr bwMode="auto">
            <a:xfrm>
              <a:off x="2316163" y="4067174"/>
              <a:ext cx="498475" cy="641350"/>
            </a:xfrm>
            <a:custGeom>
              <a:avLst/>
              <a:gdLst>
                <a:gd name="T0" fmla="*/ 131 w 155"/>
                <a:gd name="T1" fmla="*/ 199 h 199"/>
                <a:gd name="T2" fmla="*/ 131 w 155"/>
                <a:gd name="T3" fmla="*/ 87 h 199"/>
                <a:gd name="T4" fmla="*/ 83 w 155"/>
                <a:gd name="T5" fmla="*/ 21 h 199"/>
                <a:gd name="T6" fmla="*/ 41 w 155"/>
                <a:gd name="T7" fmla="*/ 40 h 199"/>
                <a:gd name="T8" fmla="*/ 24 w 155"/>
                <a:gd name="T9" fmla="*/ 88 h 199"/>
                <a:gd name="T10" fmla="*/ 24 w 155"/>
                <a:gd name="T11" fmla="*/ 199 h 199"/>
                <a:gd name="T12" fmla="*/ 0 w 155"/>
                <a:gd name="T13" fmla="*/ 199 h 199"/>
                <a:gd name="T14" fmla="*/ 0 w 155"/>
                <a:gd name="T15" fmla="*/ 5 h 199"/>
                <a:gd name="T16" fmla="*/ 24 w 155"/>
                <a:gd name="T17" fmla="*/ 5 h 199"/>
                <a:gd name="T18" fmla="*/ 24 w 155"/>
                <a:gd name="T19" fmla="*/ 38 h 199"/>
                <a:gd name="T20" fmla="*/ 25 w 155"/>
                <a:gd name="T21" fmla="*/ 38 h 199"/>
                <a:gd name="T22" fmla="*/ 90 w 155"/>
                <a:gd name="T23" fmla="*/ 0 h 199"/>
                <a:gd name="T24" fmla="*/ 139 w 155"/>
                <a:gd name="T25" fmla="*/ 21 h 199"/>
                <a:gd name="T26" fmla="*/ 155 w 155"/>
                <a:gd name="T27" fmla="*/ 81 h 199"/>
                <a:gd name="T28" fmla="*/ 155 w 155"/>
                <a:gd name="T29" fmla="*/ 199 h 199"/>
                <a:gd name="T30" fmla="*/ 131 w 155"/>
                <a:gd name="T31" fmla="*/ 199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55" h="199">
                  <a:moveTo>
                    <a:pt x="131" y="199"/>
                  </a:moveTo>
                  <a:cubicBezTo>
                    <a:pt x="131" y="87"/>
                    <a:pt x="131" y="87"/>
                    <a:pt x="131" y="87"/>
                  </a:cubicBezTo>
                  <a:cubicBezTo>
                    <a:pt x="131" y="43"/>
                    <a:pt x="115" y="21"/>
                    <a:pt x="83" y="21"/>
                  </a:cubicBezTo>
                  <a:cubicBezTo>
                    <a:pt x="66" y="21"/>
                    <a:pt x="52" y="27"/>
                    <a:pt x="41" y="40"/>
                  </a:cubicBezTo>
                  <a:cubicBezTo>
                    <a:pt x="30" y="53"/>
                    <a:pt x="24" y="69"/>
                    <a:pt x="24" y="88"/>
                  </a:cubicBezTo>
                  <a:cubicBezTo>
                    <a:pt x="24" y="199"/>
                    <a:pt x="24" y="199"/>
                    <a:pt x="24" y="199"/>
                  </a:cubicBezTo>
                  <a:cubicBezTo>
                    <a:pt x="0" y="199"/>
                    <a:pt x="0" y="199"/>
                    <a:pt x="0" y="199"/>
                  </a:cubicBezTo>
                  <a:cubicBezTo>
                    <a:pt x="0" y="5"/>
                    <a:pt x="0" y="5"/>
                    <a:pt x="0" y="5"/>
                  </a:cubicBezTo>
                  <a:cubicBezTo>
                    <a:pt x="24" y="5"/>
                    <a:pt x="24" y="5"/>
                    <a:pt x="24" y="5"/>
                  </a:cubicBezTo>
                  <a:cubicBezTo>
                    <a:pt x="24" y="38"/>
                    <a:pt x="24" y="38"/>
                    <a:pt x="24" y="38"/>
                  </a:cubicBezTo>
                  <a:cubicBezTo>
                    <a:pt x="25" y="38"/>
                    <a:pt x="25" y="38"/>
                    <a:pt x="25" y="38"/>
                  </a:cubicBezTo>
                  <a:cubicBezTo>
                    <a:pt x="39" y="13"/>
                    <a:pt x="61" y="0"/>
                    <a:pt x="90" y="0"/>
                  </a:cubicBezTo>
                  <a:cubicBezTo>
                    <a:pt x="111" y="0"/>
                    <a:pt x="127" y="7"/>
                    <a:pt x="139" y="21"/>
                  </a:cubicBezTo>
                  <a:cubicBezTo>
                    <a:pt x="150" y="35"/>
                    <a:pt x="155" y="54"/>
                    <a:pt x="155" y="81"/>
                  </a:cubicBezTo>
                  <a:cubicBezTo>
                    <a:pt x="155" y="199"/>
                    <a:pt x="155" y="199"/>
                    <a:pt x="155" y="199"/>
                  </a:cubicBezTo>
                  <a:lnTo>
                    <a:pt x="131" y="199"/>
                  </a:lnTo>
                  <a:close/>
                </a:path>
              </a:pathLst>
            </a:custGeom>
            <a:grpFill/>
            <a:ln>
              <a:noFill/>
            </a:ln>
          </p:spPr>
          <p:txBody>
            <a:bodyPr vert="horz" wrap="square" lIns="91440" tIns="45720" rIns="91440" bIns="45720" numCol="1" anchor="t" anchorCtr="0" compatLnSpc="1">
              <a:prstTxWarp prst="textNoShape">
                <a:avLst/>
              </a:prstTxWarp>
            </a:bodyPr>
            <a:lstStyle/>
            <a:p>
              <a:endParaRPr lang="en-US" sz="1765"/>
            </a:p>
          </p:txBody>
        </p:sp>
        <p:sp>
          <p:nvSpPr>
            <p:cNvPr id="17" name="Freeform 39"/>
            <p:cNvSpPr>
              <a:spLocks/>
            </p:cNvSpPr>
            <p:nvPr userDrawn="1"/>
          </p:nvSpPr>
          <p:spPr bwMode="auto">
            <a:xfrm>
              <a:off x="3003550" y="3832224"/>
              <a:ext cx="639762" cy="876300"/>
            </a:xfrm>
            <a:custGeom>
              <a:avLst/>
              <a:gdLst>
                <a:gd name="T0" fmla="*/ 352 w 403"/>
                <a:gd name="T1" fmla="*/ 552 h 552"/>
                <a:gd name="T2" fmla="*/ 352 w 403"/>
                <a:gd name="T3" fmla="*/ 294 h 552"/>
                <a:gd name="T4" fmla="*/ 53 w 403"/>
                <a:gd name="T5" fmla="*/ 294 h 552"/>
                <a:gd name="T6" fmla="*/ 53 w 403"/>
                <a:gd name="T7" fmla="*/ 552 h 552"/>
                <a:gd name="T8" fmla="*/ 0 w 403"/>
                <a:gd name="T9" fmla="*/ 552 h 552"/>
                <a:gd name="T10" fmla="*/ 0 w 403"/>
                <a:gd name="T11" fmla="*/ 0 h 552"/>
                <a:gd name="T12" fmla="*/ 53 w 403"/>
                <a:gd name="T13" fmla="*/ 0 h 552"/>
                <a:gd name="T14" fmla="*/ 53 w 403"/>
                <a:gd name="T15" fmla="*/ 247 h 552"/>
                <a:gd name="T16" fmla="*/ 352 w 403"/>
                <a:gd name="T17" fmla="*/ 247 h 552"/>
                <a:gd name="T18" fmla="*/ 352 w 403"/>
                <a:gd name="T19" fmla="*/ 0 h 552"/>
                <a:gd name="T20" fmla="*/ 403 w 403"/>
                <a:gd name="T21" fmla="*/ 0 h 552"/>
                <a:gd name="T22" fmla="*/ 403 w 403"/>
                <a:gd name="T23" fmla="*/ 552 h 552"/>
                <a:gd name="T24" fmla="*/ 352 w 403"/>
                <a:gd name="T25" fmla="*/ 552 h 5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03" h="552">
                  <a:moveTo>
                    <a:pt x="352" y="552"/>
                  </a:moveTo>
                  <a:lnTo>
                    <a:pt x="352" y="294"/>
                  </a:lnTo>
                  <a:lnTo>
                    <a:pt x="53" y="294"/>
                  </a:lnTo>
                  <a:lnTo>
                    <a:pt x="53" y="552"/>
                  </a:lnTo>
                  <a:lnTo>
                    <a:pt x="0" y="552"/>
                  </a:lnTo>
                  <a:lnTo>
                    <a:pt x="0" y="0"/>
                  </a:lnTo>
                  <a:lnTo>
                    <a:pt x="53" y="0"/>
                  </a:lnTo>
                  <a:lnTo>
                    <a:pt x="53" y="247"/>
                  </a:lnTo>
                  <a:lnTo>
                    <a:pt x="352" y="247"/>
                  </a:lnTo>
                  <a:lnTo>
                    <a:pt x="352" y="0"/>
                  </a:lnTo>
                  <a:lnTo>
                    <a:pt x="403" y="0"/>
                  </a:lnTo>
                  <a:lnTo>
                    <a:pt x="403" y="552"/>
                  </a:lnTo>
                  <a:lnTo>
                    <a:pt x="352" y="552"/>
                  </a:lnTo>
                  <a:close/>
                </a:path>
              </a:pathLst>
            </a:custGeom>
            <a:grpFill/>
            <a:ln>
              <a:noFill/>
            </a:ln>
          </p:spPr>
          <p:txBody>
            <a:bodyPr vert="horz" wrap="square" lIns="91440" tIns="45720" rIns="91440" bIns="45720" numCol="1" anchor="t" anchorCtr="0" compatLnSpc="1">
              <a:prstTxWarp prst="textNoShape">
                <a:avLst/>
              </a:prstTxWarp>
            </a:bodyPr>
            <a:lstStyle/>
            <a:p>
              <a:endParaRPr lang="en-US" sz="1765"/>
            </a:p>
          </p:txBody>
        </p:sp>
        <p:sp>
          <p:nvSpPr>
            <p:cNvPr id="19" name="Freeform 40"/>
            <p:cNvSpPr>
              <a:spLocks/>
            </p:cNvSpPr>
            <p:nvPr userDrawn="1"/>
          </p:nvSpPr>
          <p:spPr bwMode="auto">
            <a:xfrm>
              <a:off x="3810000" y="3832224"/>
              <a:ext cx="446087" cy="876300"/>
            </a:xfrm>
            <a:custGeom>
              <a:avLst/>
              <a:gdLst>
                <a:gd name="T0" fmla="*/ 0 w 281"/>
                <a:gd name="T1" fmla="*/ 552 h 552"/>
                <a:gd name="T2" fmla="*/ 0 w 281"/>
                <a:gd name="T3" fmla="*/ 0 h 552"/>
                <a:gd name="T4" fmla="*/ 267 w 281"/>
                <a:gd name="T5" fmla="*/ 0 h 552"/>
                <a:gd name="T6" fmla="*/ 267 w 281"/>
                <a:gd name="T7" fmla="*/ 47 h 552"/>
                <a:gd name="T8" fmla="*/ 51 w 281"/>
                <a:gd name="T9" fmla="*/ 47 h 552"/>
                <a:gd name="T10" fmla="*/ 51 w 281"/>
                <a:gd name="T11" fmla="*/ 249 h 552"/>
                <a:gd name="T12" fmla="*/ 253 w 281"/>
                <a:gd name="T13" fmla="*/ 249 h 552"/>
                <a:gd name="T14" fmla="*/ 253 w 281"/>
                <a:gd name="T15" fmla="*/ 296 h 552"/>
                <a:gd name="T16" fmla="*/ 51 w 281"/>
                <a:gd name="T17" fmla="*/ 296 h 552"/>
                <a:gd name="T18" fmla="*/ 51 w 281"/>
                <a:gd name="T19" fmla="*/ 505 h 552"/>
                <a:gd name="T20" fmla="*/ 281 w 281"/>
                <a:gd name="T21" fmla="*/ 505 h 552"/>
                <a:gd name="T22" fmla="*/ 281 w 281"/>
                <a:gd name="T23" fmla="*/ 552 h 552"/>
                <a:gd name="T24" fmla="*/ 0 w 281"/>
                <a:gd name="T25" fmla="*/ 552 h 5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81" h="552">
                  <a:moveTo>
                    <a:pt x="0" y="552"/>
                  </a:moveTo>
                  <a:lnTo>
                    <a:pt x="0" y="0"/>
                  </a:lnTo>
                  <a:lnTo>
                    <a:pt x="267" y="0"/>
                  </a:lnTo>
                  <a:lnTo>
                    <a:pt x="267" y="47"/>
                  </a:lnTo>
                  <a:lnTo>
                    <a:pt x="51" y="47"/>
                  </a:lnTo>
                  <a:lnTo>
                    <a:pt x="51" y="249"/>
                  </a:lnTo>
                  <a:lnTo>
                    <a:pt x="253" y="249"/>
                  </a:lnTo>
                  <a:lnTo>
                    <a:pt x="253" y="296"/>
                  </a:lnTo>
                  <a:lnTo>
                    <a:pt x="51" y="296"/>
                  </a:lnTo>
                  <a:lnTo>
                    <a:pt x="51" y="505"/>
                  </a:lnTo>
                  <a:lnTo>
                    <a:pt x="281" y="505"/>
                  </a:lnTo>
                  <a:lnTo>
                    <a:pt x="281" y="552"/>
                  </a:lnTo>
                  <a:lnTo>
                    <a:pt x="0" y="552"/>
                  </a:lnTo>
                  <a:close/>
                </a:path>
              </a:pathLst>
            </a:custGeom>
            <a:grpFill/>
            <a:ln>
              <a:noFill/>
            </a:ln>
          </p:spPr>
          <p:txBody>
            <a:bodyPr vert="horz" wrap="square" lIns="91440" tIns="45720" rIns="91440" bIns="45720" numCol="1" anchor="t" anchorCtr="0" compatLnSpc="1">
              <a:prstTxWarp prst="textNoShape">
                <a:avLst/>
              </a:prstTxWarp>
            </a:bodyPr>
            <a:lstStyle/>
            <a:p>
              <a:endParaRPr lang="en-US" sz="1765"/>
            </a:p>
          </p:txBody>
        </p:sp>
        <p:sp>
          <p:nvSpPr>
            <p:cNvPr id="20" name="Freeform 41"/>
            <p:cNvSpPr>
              <a:spLocks/>
            </p:cNvSpPr>
            <p:nvPr userDrawn="1"/>
          </p:nvSpPr>
          <p:spPr bwMode="auto">
            <a:xfrm>
              <a:off x="4327525" y="3816349"/>
              <a:ext cx="641350" cy="908050"/>
            </a:xfrm>
            <a:custGeom>
              <a:avLst/>
              <a:gdLst>
                <a:gd name="T0" fmla="*/ 200 w 200"/>
                <a:gd name="T1" fmla="*/ 267 h 282"/>
                <a:gd name="T2" fmla="*/ 128 w 200"/>
                <a:gd name="T3" fmla="*/ 282 h 282"/>
                <a:gd name="T4" fmla="*/ 61 w 200"/>
                <a:gd name="T5" fmla="*/ 265 h 282"/>
                <a:gd name="T6" fmla="*/ 16 w 200"/>
                <a:gd name="T7" fmla="*/ 217 h 282"/>
                <a:gd name="T8" fmla="*/ 0 w 200"/>
                <a:gd name="T9" fmla="*/ 146 h 282"/>
                <a:gd name="T10" fmla="*/ 18 w 200"/>
                <a:gd name="T11" fmla="*/ 71 h 282"/>
                <a:gd name="T12" fmla="*/ 66 w 200"/>
                <a:gd name="T13" fmla="*/ 19 h 282"/>
                <a:gd name="T14" fmla="*/ 138 w 200"/>
                <a:gd name="T15" fmla="*/ 0 h 282"/>
                <a:gd name="T16" fmla="*/ 200 w 200"/>
                <a:gd name="T17" fmla="*/ 11 h 282"/>
                <a:gd name="T18" fmla="*/ 200 w 200"/>
                <a:gd name="T19" fmla="*/ 38 h 282"/>
                <a:gd name="T20" fmla="*/ 137 w 200"/>
                <a:gd name="T21" fmla="*/ 23 h 282"/>
                <a:gd name="T22" fmla="*/ 79 w 200"/>
                <a:gd name="T23" fmla="*/ 38 h 282"/>
                <a:gd name="T24" fmla="*/ 40 w 200"/>
                <a:gd name="T25" fmla="*/ 81 h 282"/>
                <a:gd name="T26" fmla="*/ 27 w 200"/>
                <a:gd name="T27" fmla="*/ 144 h 282"/>
                <a:gd name="T28" fmla="*/ 39 w 200"/>
                <a:gd name="T29" fmla="*/ 204 h 282"/>
                <a:gd name="T30" fmla="*/ 76 w 200"/>
                <a:gd name="T31" fmla="*/ 245 h 282"/>
                <a:gd name="T32" fmla="*/ 130 w 200"/>
                <a:gd name="T33" fmla="*/ 259 h 282"/>
                <a:gd name="T34" fmla="*/ 200 w 200"/>
                <a:gd name="T35" fmla="*/ 242 h 282"/>
                <a:gd name="T36" fmla="*/ 200 w 200"/>
                <a:gd name="T37" fmla="*/ 267 h 2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00" h="282">
                  <a:moveTo>
                    <a:pt x="200" y="267"/>
                  </a:moveTo>
                  <a:cubicBezTo>
                    <a:pt x="179" y="277"/>
                    <a:pt x="155" y="282"/>
                    <a:pt x="128" y="282"/>
                  </a:cubicBezTo>
                  <a:cubicBezTo>
                    <a:pt x="103" y="282"/>
                    <a:pt x="81" y="276"/>
                    <a:pt x="61" y="265"/>
                  </a:cubicBezTo>
                  <a:cubicBezTo>
                    <a:pt x="42" y="253"/>
                    <a:pt x="27" y="237"/>
                    <a:pt x="16" y="217"/>
                  </a:cubicBezTo>
                  <a:cubicBezTo>
                    <a:pt x="6" y="196"/>
                    <a:pt x="0" y="172"/>
                    <a:pt x="0" y="146"/>
                  </a:cubicBezTo>
                  <a:cubicBezTo>
                    <a:pt x="0" y="118"/>
                    <a:pt x="6" y="93"/>
                    <a:pt x="18" y="71"/>
                  </a:cubicBezTo>
                  <a:cubicBezTo>
                    <a:pt x="29" y="48"/>
                    <a:pt x="45" y="31"/>
                    <a:pt x="66" y="19"/>
                  </a:cubicBezTo>
                  <a:cubicBezTo>
                    <a:pt x="87" y="6"/>
                    <a:pt x="111" y="0"/>
                    <a:pt x="138" y="0"/>
                  </a:cubicBezTo>
                  <a:cubicBezTo>
                    <a:pt x="161" y="0"/>
                    <a:pt x="181" y="4"/>
                    <a:pt x="200" y="11"/>
                  </a:cubicBezTo>
                  <a:cubicBezTo>
                    <a:pt x="200" y="38"/>
                    <a:pt x="200" y="38"/>
                    <a:pt x="200" y="38"/>
                  </a:cubicBezTo>
                  <a:cubicBezTo>
                    <a:pt x="180" y="28"/>
                    <a:pt x="159" y="23"/>
                    <a:pt x="137" y="23"/>
                  </a:cubicBezTo>
                  <a:cubicBezTo>
                    <a:pt x="115" y="23"/>
                    <a:pt x="96" y="28"/>
                    <a:pt x="79" y="38"/>
                  </a:cubicBezTo>
                  <a:cubicBezTo>
                    <a:pt x="62" y="48"/>
                    <a:pt x="49" y="62"/>
                    <a:pt x="40" y="81"/>
                  </a:cubicBezTo>
                  <a:cubicBezTo>
                    <a:pt x="31" y="99"/>
                    <a:pt x="27" y="121"/>
                    <a:pt x="27" y="144"/>
                  </a:cubicBezTo>
                  <a:cubicBezTo>
                    <a:pt x="27" y="166"/>
                    <a:pt x="31" y="186"/>
                    <a:pt x="39" y="204"/>
                  </a:cubicBezTo>
                  <a:cubicBezTo>
                    <a:pt x="48" y="221"/>
                    <a:pt x="60" y="235"/>
                    <a:pt x="76" y="245"/>
                  </a:cubicBezTo>
                  <a:cubicBezTo>
                    <a:pt x="91" y="254"/>
                    <a:pt x="110" y="259"/>
                    <a:pt x="130" y="259"/>
                  </a:cubicBezTo>
                  <a:cubicBezTo>
                    <a:pt x="157" y="259"/>
                    <a:pt x="180" y="253"/>
                    <a:pt x="200" y="242"/>
                  </a:cubicBezTo>
                  <a:lnTo>
                    <a:pt x="200"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sz="1765"/>
            </a:p>
          </p:txBody>
        </p:sp>
        <p:sp>
          <p:nvSpPr>
            <p:cNvPr id="21" name="Freeform 42"/>
            <p:cNvSpPr>
              <a:spLocks/>
            </p:cNvSpPr>
            <p:nvPr userDrawn="1"/>
          </p:nvSpPr>
          <p:spPr bwMode="auto">
            <a:xfrm>
              <a:off x="3000375" y="5035549"/>
              <a:ext cx="144462" cy="274637"/>
            </a:xfrm>
            <a:custGeom>
              <a:avLst/>
              <a:gdLst>
                <a:gd name="T0" fmla="*/ 45 w 45"/>
                <a:gd name="T1" fmla="*/ 62 h 85"/>
                <a:gd name="T2" fmla="*/ 38 w 45"/>
                <a:gd name="T3" fmla="*/ 79 h 85"/>
                <a:gd name="T4" fmla="*/ 18 w 45"/>
                <a:gd name="T5" fmla="*/ 85 h 85"/>
                <a:gd name="T6" fmla="*/ 8 w 45"/>
                <a:gd name="T7" fmla="*/ 83 h 85"/>
                <a:gd name="T8" fmla="*/ 0 w 45"/>
                <a:gd name="T9" fmla="*/ 80 h 85"/>
                <a:gd name="T10" fmla="*/ 0 w 45"/>
                <a:gd name="T11" fmla="*/ 69 h 85"/>
                <a:gd name="T12" fmla="*/ 9 w 45"/>
                <a:gd name="T13" fmla="*/ 74 h 85"/>
                <a:gd name="T14" fmla="*/ 20 w 45"/>
                <a:gd name="T15" fmla="*/ 76 h 85"/>
                <a:gd name="T16" fmla="*/ 35 w 45"/>
                <a:gd name="T17" fmla="*/ 64 h 85"/>
                <a:gd name="T18" fmla="*/ 32 w 45"/>
                <a:gd name="T19" fmla="*/ 55 h 85"/>
                <a:gd name="T20" fmla="*/ 18 w 45"/>
                <a:gd name="T21" fmla="*/ 45 h 85"/>
                <a:gd name="T22" fmla="*/ 4 w 45"/>
                <a:gd name="T23" fmla="*/ 34 h 85"/>
                <a:gd name="T24" fmla="*/ 0 w 45"/>
                <a:gd name="T25" fmla="*/ 22 h 85"/>
                <a:gd name="T26" fmla="*/ 7 w 45"/>
                <a:gd name="T27" fmla="*/ 6 h 85"/>
                <a:gd name="T28" fmla="*/ 26 w 45"/>
                <a:gd name="T29" fmla="*/ 0 h 85"/>
                <a:gd name="T30" fmla="*/ 42 w 45"/>
                <a:gd name="T31" fmla="*/ 3 h 85"/>
                <a:gd name="T32" fmla="*/ 42 w 45"/>
                <a:gd name="T33" fmla="*/ 13 h 85"/>
                <a:gd name="T34" fmla="*/ 25 w 45"/>
                <a:gd name="T35" fmla="*/ 8 h 85"/>
                <a:gd name="T36" fmla="*/ 14 w 45"/>
                <a:gd name="T37" fmla="*/ 12 h 85"/>
                <a:gd name="T38" fmla="*/ 10 w 45"/>
                <a:gd name="T39" fmla="*/ 21 h 85"/>
                <a:gd name="T40" fmla="*/ 11 w 45"/>
                <a:gd name="T41" fmla="*/ 27 h 85"/>
                <a:gd name="T42" fmla="*/ 16 w 45"/>
                <a:gd name="T43" fmla="*/ 32 h 85"/>
                <a:gd name="T44" fmla="*/ 26 w 45"/>
                <a:gd name="T45" fmla="*/ 39 h 85"/>
                <a:gd name="T46" fmla="*/ 41 w 45"/>
                <a:gd name="T47" fmla="*/ 50 h 85"/>
                <a:gd name="T48" fmla="*/ 45 w 45"/>
                <a:gd name="T49" fmla="*/ 62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5" h="85">
                  <a:moveTo>
                    <a:pt x="45" y="62"/>
                  </a:moveTo>
                  <a:cubicBezTo>
                    <a:pt x="45" y="69"/>
                    <a:pt x="43" y="75"/>
                    <a:pt x="38" y="79"/>
                  </a:cubicBezTo>
                  <a:cubicBezTo>
                    <a:pt x="33" y="83"/>
                    <a:pt x="27" y="85"/>
                    <a:pt x="18" y="85"/>
                  </a:cubicBezTo>
                  <a:cubicBezTo>
                    <a:pt x="15" y="85"/>
                    <a:pt x="12" y="84"/>
                    <a:pt x="8" y="83"/>
                  </a:cubicBezTo>
                  <a:cubicBezTo>
                    <a:pt x="4" y="82"/>
                    <a:pt x="1" y="81"/>
                    <a:pt x="0" y="80"/>
                  </a:cubicBezTo>
                  <a:cubicBezTo>
                    <a:pt x="0" y="69"/>
                    <a:pt x="0" y="69"/>
                    <a:pt x="0" y="69"/>
                  </a:cubicBezTo>
                  <a:cubicBezTo>
                    <a:pt x="2" y="71"/>
                    <a:pt x="5" y="72"/>
                    <a:pt x="9" y="74"/>
                  </a:cubicBezTo>
                  <a:cubicBezTo>
                    <a:pt x="13" y="75"/>
                    <a:pt x="16" y="76"/>
                    <a:pt x="20" y="76"/>
                  </a:cubicBezTo>
                  <a:cubicBezTo>
                    <a:pt x="30" y="76"/>
                    <a:pt x="35" y="72"/>
                    <a:pt x="35" y="64"/>
                  </a:cubicBezTo>
                  <a:cubicBezTo>
                    <a:pt x="35" y="60"/>
                    <a:pt x="34" y="57"/>
                    <a:pt x="32" y="55"/>
                  </a:cubicBezTo>
                  <a:cubicBezTo>
                    <a:pt x="30" y="52"/>
                    <a:pt x="25" y="49"/>
                    <a:pt x="18" y="45"/>
                  </a:cubicBezTo>
                  <a:cubicBezTo>
                    <a:pt x="11" y="41"/>
                    <a:pt x="7" y="38"/>
                    <a:pt x="4" y="34"/>
                  </a:cubicBezTo>
                  <a:cubicBezTo>
                    <a:pt x="1" y="31"/>
                    <a:pt x="0" y="27"/>
                    <a:pt x="0" y="22"/>
                  </a:cubicBezTo>
                  <a:cubicBezTo>
                    <a:pt x="0" y="15"/>
                    <a:pt x="2" y="10"/>
                    <a:pt x="7" y="6"/>
                  </a:cubicBezTo>
                  <a:cubicBezTo>
                    <a:pt x="12" y="2"/>
                    <a:pt x="18" y="0"/>
                    <a:pt x="26" y="0"/>
                  </a:cubicBezTo>
                  <a:cubicBezTo>
                    <a:pt x="33" y="0"/>
                    <a:pt x="39" y="1"/>
                    <a:pt x="42" y="3"/>
                  </a:cubicBezTo>
                  <a:cubicBezTo>
                    <a:pt x="42" y="13"/>
                    <a:pt x="42" y="13"/>
                    <a:pt x="42" y="13"/>
                  </a:cubicBezTo>
                  <a:cubicBezTo>
                    <a:pt x="38" y="10"/>
                    <a:pt x="32" y="8"/>
                    <a:pt x="25" y="8"/>
                  </a:cubicBezTo>
                  <a:cubicBezTo>
                    <a:pt x="21" y="8"/>
                    <a:pt x="17" y="10"/>
                    <a:pt x="14" y="12"/>
                  </a:cubicBezTo>
                  <a:cubicBezTo>
                    <a:pt x="11" y="14"/>
                    <a:pt x="10" y="17"/>
                    <a:pt x="10" y="21"/>
                  </a:cubicBezTo>
                  <a:cubicBezTo>
                    <a:pt x="10" y="24"/>
                    <a:pt x="10" y="26"/>
                    <a:pt x="11" y="27"/>
                  </a:cubicBezTo>
                  <a:cubicBezTo>
                    <a:pt x="12" y="29"/>
                    <a:pt x="14" y="31"/>
                    <a:pt x="16" y="32"/>
                  </a:cubicBezTo>
                  <a:cubicBezTo>
                    <a:pt x="18" y="34"/>
                    <a:pt x="21" y="36"/>
                    <a:pt x="26" y="39"/>
                  </a:cubicBezTo>
                  <a:cubicBezTo>
                    <a:pt x="33" y="43"/>
                    <a:pt x="38" y="47"/>
                    <a:pt x="41" y="50"/>
                  </a:cubicBezTo>
                  <a:cubicBezTo>
                    <a:pt x="44" y="54"/>
                    <a:pt x="45" y="58"/>
                    <a:pt x="45" y="62"/>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sz="1765"/>
            </a:p>
          </p:txBody>
        </p:sp>
        <p:sp>
          <p:nvSpPr>
            <p:cNvPr id="22" name="Freeform 43"/>
            <p:cNvSpPr>
              <a:spLocks/>
            </p:cNvSpPr>
            <p:nvPr userDrawn="1"/>
          </p:nvSpPr>
          <p:spPr bwMode="auto">
            <a:xfrm>
              <a:off x="3187700" y="5026024"/>
              <a:ext cx="157162" cy="277812"/>
            </a:xfrm>
            <a:custGeom>
              <a:avLst/>
              <a:gdLst>
                <a:gd name="T0" fmla="*/ 49 w 49"/>
                <a:gd name="T1" fmla="*/ 86 h 86"/>
                <a:gd name="T2" fmla="*/ 39 w 49"/>
                <a:gd name="T3" fmla="*/ 86 h 86"/>
                <a:gd name="T4" fmla="*/ 39 w 49"/>
                <a:gd name="T5" fmla="*/ 52 h 86"/>
                <a:gd name="T6" fmla="*/ 26 w 49"/>
                <a:gd name="T7" fmla="*/ 34 h 86"/>
                <a:gd name="T8" fmla="*/ 14 w 49"/>
                <a:gd name="T9" fmla="*/ 40 h 86"/>
                <a:gd name="T10" fmla="*/ 10 w 49"/>
                <a:gd name="T11" fmla="*/ 53 h 86"/>
                <a:gd name="T12" fmla="*/ 10 w 49"/>
                <a:gd name="T13" fmla="*/ 86 h 86"/>
                <a:gd name="T14" fmla="*/ 0 w 49"/>
                <a:gd name="T15" fmla="*/ 86 h 86"/>
                <a:gd name="T16" fmla="*/ 0 w 49"/>
                <a:gd name="T17" fmla="*/ 0 h 86"/>
                <a:gd name="T18" fmla="*/ 10 w 49"/>
                <a:gd name="T19" fmla="*/ 0 h 86"/>
                <a:gd name="T20" fmla="*/ 10 w 49"/>
                <a:gd name="T21" fmla="*/ 37 h 86"/>
                <a:gd name="T22" fmla="*/ 10 w 49"/>
                <a:gd name="T23" fmla="*/ 37 h 86"/>
                <a:gd name="T24" fmla="*/ 29 w 49"/>
                <a:gd name="T25" fmla="*/ 26 h 86"/>
                <a:gd name="T26" fmla="*/ 49 w 49"/>
                <a:gd name="T27" fmla="*/ 50 h 86"/>
                <a:gd name="T28" fmla="*/ 49 w 49"/>
                <a:gd name="T29" fmla="*/ 86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9" h="86">
                  <a:moveTo>
                    <a:pt x="49" y="86"/>
                  </a:moveTo>
                  <a:cubicBezTo>
                    <a:pt x="39" y="86"/>
                    <a:pt x="39" y="86"/>
                    <a:pt x="39" y="86"/>
                  </a:cubicBezTo>
                  <a:cubicBezTo>
                    <a:pt x="39" y="52"/>
                    <a:pt x="39" y="52"/>
                    <a:pt x="39" y="52"/>
                  </a:cubicBezTo>
                  <a:cubicBezTo>
                    <a:pt x="39" y="40"/>
                    <a:pt x="35" y="34"/>
                    <a:pt x="26" y="34"/>
                  </a:cubicBezTo>
                  <a:cubicBezTo>
                    <a:pt x="21" y="34"/>
                    <a:pt x="17" y="36"/>
                    <a:pt x="14" y="40"/>
                  </a:cubicBezTo>
                  <a:cubicBezTo>
                    <a:pt x="11" y="43"/>
                    <a:pt x="10" y="48"/>
                    <a:pt x="10" y="53"/>
                  </a:cubicBezTo>
                  <a:cubicBezTo>
                    <a:pt x="10" y="86"/>
                    <a:pt x="10" y="86"/>
                    <a:pt x="10" y="86"/>
                  </a:cubicBezTo>
                  <a:cubicBezTo>
                    <a:pt x="0" y="86"/>
                    <a:pt x="0" y="86"/>
                    <a:pt x="0" y="86"/>
                  </a:cubicBezTo>
                  <a:cubicBezTo>
                    <a:pt x="0" y="0"/>
                    <a:pt x="0" y="0"/>
                    <a:pt x="0" y="0"/>
                  </a:cubicBezTo>
                  <a:cubicBezTo>
                    <a:pt x="10" y="0"/>
                    <a:pt x="10" y="0"/>
                    <a:pt x="10" y="0"/>
                  </a:cubicBezTo>
                  <a:cubicBezTo>
                    <a:pt x="10" y="37"/>
                    <a:pt x="10" y="37"/>
                    <a:pt x="10" y="37"/>
                  </a:cubicBezTo>
                  <a:cubicBezTo>
                    <a:pt x="10" y="37"/>
                    <a:pt x="10" y="37"/>
                    <a:pt x="10" y="37"/>
                  </a:cubicBezTo>
                  <a:cubicBezTo>
                    <a:pt x="14" y="30"/>
                    <a:pt x="21" y="26"/>
                    <a:pt x="29" y="26"/>
                  </a:cubicBezTo>
                  <a:cubicBezTo>
                    <a:pt x="42" y="26"/>
                    <a:pt x="49" y="34"/>
                    <a:pt x="49" y="50"/>
                  </a:cubicBezTo>
                  <a:lnTo>
                    <a:pt x="49" y="86"/>
                  </a:lnTo>
                  <a:close/>
                </a:path>
              </a:pathLst>
            </a:custGeom>
            <a:grpFill/>
            <a:ln>
              <a:noFill/>
            </a:ln>
          </p:spPr>
          <p:txBody>
            <a:bodyPr vert="horz" wrap="square" lIns="91440" tIns="45720" rIns="91440" bIns="45720" numCol="1" anchor="t" anchorCtr="0" compatLnSpc="1">
              <a:prstTxWarp prst="textNoShape">
                <a:avLst/>
              </a:prstTxWarp>
            </a:bodyPr>
            <a:lstStyle/>
            <a:p>
              <a:endParaRPr lang="en-US" sz="1765"/>
            </a:p>
          </p:txBody>
        </p:sp>
        <p:sp>
          <p:nvSpPr>
            <p:cNvPr id="23" name="Freeform 44"/>
            <p:cNvSpPr>
              <a:spLocks noEditPoints="1"/>
            </p:cNvSpPr>
            <p:nvPr userDrawn="1"/>
          </p:nvSpPr>
          <p:spPr bwMode="auto">
            <a:xfrm>
              <a:off x="3386138" y="5110162"/>
              <a:ext cx="163512" cy="200025"/>
            </a:xfrm>
            <a:custGeom>
              <a:avLst/>
              <a:gdLst>
                <a:gd name="T0" fmla="*/ 51 w 51"/>
                <a:gd name="T1" fmla="*/ 33 h 62"/>
                <a:gd name="T2" fmla="*/ 10 w 51"/>
                <a:gd name="T3" fmla="*/ 33 h 62"/>
                <a:gd name="T4" fmla="*/ 15 w 51"/>
                <a:gd name="T5" fmla="*/ 48 h 62"/>
                <a:gd name="T6" fmla="*/ 29 w 51"/>
                <a:gd name="T7" fmla="*/ 54 h 62"/>
                <a:gd name="T8" fmla="*/ 47 w 51"/>
                <a:gd name="T9" fmla="*/ 47 h 62"/>
                <a:gd name="T10" fmla="*/ 47 w 51"/>
                <a:gd name="T11" fmla="*/ 56 h 62"/>
                <a:gd name="T12" fmla="*/ 27 w 51"/>
                <a:gd name="T13" fmla="*/ 62 h 62"/>
                <a:gd name="T14" fmla="*/ 7 w 51"/>
                <a:gd name="T15" fmla="*/ 54 h 62"/>
                <a:gd name="T16" fmla="*/ 0 w 51"/>
                <a:gd name="T17" fmla="*/ 31 h 62"/>
                <a:gd name="T18" fmla="*/ 4 w 51"/>
                <a:gd name="T19" fmla="*/ 15 h 62"/>
                <a:gd name="T20" fmla="*/ 13 w 51"/>
                <a:gd name="T21" fmla="*/ 4 h 62"/>
                <a:gd name="T22" fmla="*/ 27 w 51"/>
                <a:gd name="T23" fmla="*/ 0 h 62"/>
                <a:gd name="T24" fmla="*/ 45 w 51"/>
                <a:gd name="T25" fmla="*/ 8 h 62"/>
                <a:gd name="T26" fmla="*/ 51 w 51"/>
                <a:gd name="T27" fmla="*/ 28 h 62"/>
                <a:gd name="T28" fmla="*/ 51 w 51"/>
                <a:gd name="T29" fmla="*/ 33 h 62"/>
                <a:gd name="T30" fmla="*/ 42 w 51"/>
                <a:gd name="T31" fmla="*/ 25 h 62"/>
                <a:gd name="T32" fmla="*/ 38 w 51"/>
                <a:gd name="T33" fmla="*/ 13 h 62"/>
                <a:gd name="T34" fmla="*/ 27 w 51"/>
                <a:gd name="T35" fmla="*/ 8 h 62"/>
                <a:gd name="T36" fmla="*/ 16 w 51"/>
                <a:gd name="T37" fmla="*/ 13 h 62"/>
                <a:gd name="T38" fmla="*/ 10 w 51"/>
                <a:gd name="T39" fmla="*/ 25 h 62"/>
                <a:gd name="T40" fmla="*/ 42 w 51"/>
                <a:gd name="T41" fmla="*/ 25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1" h="62">
                  <a:moveTo>
                    <a:pt x="51" y="33"/>
                  </a:moveTo>
                  <a:cubicBezTo>
                    <a:pt x="10" y="33"/>
                    <a:pt x="10" y="33"/>
                    <a:pt x="10" y="33"/>
                  </a:cubicBezTo>
                  <a:cubicBezTo>
                    <a:pt x="10" y="40"/>
                    <a:pt x="12" y="45"/>
                    <a:pt x="15" y="48"/>
                  </a:cubicBezTo>
                  <a:cubicBezTo>
                    <a:pt x="18" y="52"/>
                    <a:pt x="23" y="54"/>
                    <a:pt x="29" y="54"/>
                  </a:cubicBezTo>
                  <a:cubicBezTo>
                    <a:pt x="36" y="54"/>
                    <a:pt x="42" y="51"/>
                    <a:pt x="47" y="47"/>
                  </a:cubicBezTo>
                  <a:cubicBezTo>
                    <a:pt x="47" y="56"/>
                    <a:pt x="47" y="56"/>
                    <a:pt x="47" y="56"/>
                  </a:cubicBezTo>
                  <a:cubicBezTo>
                    <a:pt x="42" y="60"/>
                    <a:pt x="35" y="62"/>
                    <a:pt x="27" y="62"/>
                  </a:cubicBezTo>
                  <a:cubicBezTo>
                    <a:pt x="18" y="62"/>
                    <a:pt x="12" y="59"/>
                    <a:pt x="7" y="54"/>
                  </a:cubicBezTo>
                  <a:cubicBezTo>
                    <a:pt x="2" y="48"/>
                    <a:pt x="0" y="41"/>
                    <a:pt x="0" y="31"/>
                  </a:cubicBezTo>
                  <a:cubicBezTo>
                    <a:pt x="0" y="25"/>
                    <a:pt x="1" y="20"/>
                    <a:pt x="4" y="15"/>
                  </a:cubicBezTo>
                  <a:cubicBezTo>
                    <a:pt x="6" y="10"/>
                    <a:pt x="9" y="7"/>
                    <a:pt x="13" y="4"/>
                  </a:cubicBezTo>
                  <a:cubicBezTo>
                    <a:pt x="17" y="2"/>
                    <a:pt x="22" y="0"/>
                    <a:pt x="27" y="0"/>
                  </a:cubicBezTo>
                  <a:cubicBezTo>
                    <a:pt x="35" y="0"/>
                    <a:pt x="40" y="3"/>
                    <a:pt x="45" y="8"/>
                  </a:cubicBezTo>
                  <a:cubicBezTo>
                    <a:pt x="49" y="13"/>
                    <a:pt x="51" y="19"/>
                    <a:pt x="51" y="28"/>
                  </a:cubicBezTo>
                  <a:lnTo>
                    <a:pt x="51" y="33"/>
                  </a:lnTo>
                  <a:close/>
                  <a:moveTo>
                    <a:pt x="42" y="25"/>
                  </a:moveTo>
                  <a:cubicBezTo>
                    <a:pt x="41" y="20"/>
                    <a:pt x="40" y="16"/>
                    <a:pt x="38" y="13"/>
                  </a:cubicBezTo>
                  <a:cubicBezTo>
                    <a:pt x="35" y="10"/>
                    <a:pt x="31" y="8"/>
                    <a:pt x="27" y="8"/>
                  </a:cubicBezTo>
                  <a:cubicBezTo>
                    <a:pt x="23" y="8"/>
                    <a:pt x="19" y="10"/>
                    <a:pt x="16" y="13"/>
                  </a:cubicBezTo>
                  <a:cubicBezTo>
                    <a:pt x="13" y="16"/>
                    <a:pt x="11" y="20"/>
                    <a:pt x="10" y="25"/>
                  </a:cubicBezTo>
                  <a:lnTo>
                    <a:pt x="42" y="25"/>
                  </a:lnTo>
                  <a:close/>
                </a:path>
              </a:pathLst>
            </a:custGeom>
            <a:grpFill/>
            <a:ln>
              <a:noFill/>
            </a:ln>
          </p:spPr>
          <p:txBody>
            <a:bodyPr vert="horz" wrap="square" lIns="91440" tIns="45720" rIns="91440" bIns="45720" numCol="1" anchor="t" anchorCtr="0" compatLnSpc="1">
              <a:prstTxWarp prst="textNoShape">
                <a:avLst/>
              </a:prstTxWarp>
            </a:bodyPr>
            <a:lstStyle/>
            <a:p>
              <a:endParaRPr lang="en-US" sz="1765"/>
            </a:p>
          </p:txBody>
        </p:sp>
        <p:sp>
          <p:nvSpPr>
            <p:cNvPr id="24" name="Freeform 45"/>
            <p:cNvSpPr>
              <a:spLocks/>
            </p:cNvSpPr>
            <p:nvPr userDrawn="1"/>
          </p:nvSpPr>
          <p:spPr bwMode="auto">
            <a:xfrm>
              <a:off x="3594100" y="5110162"/>
              <a:ext cx="155575" cy="193675"/>
            </a:xfrm>
            <a:custGeom>
              <a:avLst/>
              <a:gdLst>
                <a:gd name="T0" fmla="*/ 48 w 48"/>
                <a:gd name="T1" fmla="*/ 60 h 60"/>
                <a:gd name="T2" fmla="*/ 39 w 48"/>
                <a:gd name="T3" fmla="*/ 60 h 60"/>
                <a:gd name="T4" fmla="*/ 39 w 48"/>
                <a:gd name="T5" fmla="*/ 27 h 60"/>
                <a:gd name="T6" fmla="*/ 25 w 48"/>
                <a:gd name="T7" fmla="*/ 8 h 60"/>
                <a:gd name="T8" fmla="*/ 14 w 48"/>
                <a:gd name="T9" fmla="*/ 13 h 60"/>
                <a:gd name="T10" fmla="*/ 9 w 48"/>
                <a:gd name="T11" fmla="*/ 27 h 60"/>
                <a:gd name="T12" fmla="*/ 9 w 48"/>
                <a:gd name="T13" fmla="*/ 60 h 60"/>
                <a:gd name="T14" fmla="*/ 0 w 48"/>
                <a:gd name="T15" fmla="*/ 60 h 60"/>
                <a:gd name="T16" fmla="*/ 0 w 48"/>
                <a:gd name="T17" fmla="*/ 2 h 60"/>
                <a:gd name="T18" fmla="*/ 9 w 48"/>
                <a:gd name="T19" fmla="*/ 2 h 60"/>
                <a:gd name="T20" fmla="*/ 9 w 48"/>
                <a:gd name="T21" fmla="*/ 11 h 60"/>
                <a:gd name="T22" fmla="*/ 9 w 48"/>
                <a:gd name="T23" fmla="*/ 11 h 60"/>
                <a:gd name="T24" fmla="*/ 29 w 48"/>
                <a:gd name="T25" fmla="*/ 0 h 60"/>
                <a:gd name="T26" fmla="*/ 43 w 48"/>
                <a:gd name="T27" fmla="*/ 6 h 60"/>
                <a:gd name="T28" fmla="*/ 48 w 48"/>
                <a:gd name="T29" fmla="*/ 24 h 60"/>
                <a:gd name="T30" fmla="*/ 48 w 48"/>
                <a:gd name="T31" fmla="*/ 6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8" h="60">
                  <a:moveTo>
                    <a:pt x="48" y="60"/>
                  </a:moveTo>
                  <a:cubicBezTo>
                    <a:pt x="39" y="60"/>
                    <a:pt x="39" y="60"/>
                    <a:pt x="39" y="60"/>
                  </a:cubicBezTo>
                  <a:cubicBezTo>
                    <a:pt x="39" y="27"/>
                    <a:pt x="39" y="27"/>
                    <a:pt x="39" y="27"/>
                  </a:cubicBezTo>
                  <a:cubicBezTo>
                    <a:pt x="39" y="14"/>
                    <a:pt x="35" y="8"/>
                    <a:pt x="25" y="8"/>
                  </a:cubicBezTo>
                  <a:cubicBezTo>
                    <a:pt x="21" y="8"/>
                    <a:pt x="17" y="10"/>
                    <a:pt x="14" y="13"/>
                  </a:cubicBezTo>
                  <a:cubicBezTo>
                    <a:pt x="11" y="17"/>
                    <a:pt x="9" y="21"/>
                    <a:pt x="9" y="27"/>
                  </a:cubicBezTo>
                  <a:cubicBezTo>
                    <a:pt x="9" y="60"/>
                    <a:pt x="9" y="60"/>
                    <a:pt x="9" y="60"/>
                  </a:cubicBezTo>
                  <a:cubicBezTo>
                    <a:pt x="0" y="60"/>
                    <a:pt x="0" y="60"/>
                    <a:pt x="0" y="60"/>
                  </a:cubicBezTo>
                  <a:cubicBezTo>
                    <a:pt x="0" y="2"/>
                    <a:pt x="0" y="2"/>
                    <a:pt x="0" y="2"/>
                  </a:cubicBezTo>
                  <a:cubicBezTo>
                    <a:pt x="9" y="2"/>
                    <a:pt x="9" y="2"/>
                    <a:pt x="9" y="2"/>
                  </a:cubicBezTo>
                  <a:cubicBezTo>
                    <a:pt x="9" y="11"/>
                    <a:pt x="9" y="11"/>
                    <a:pt x="9" y="11"/>
                  </a:cubicBezTo>
                  <a:cubicBezTo>
                    <a:pt x="9" y="11"/>
                    <a:pt x="9" y="11"/>
                    <a:pt x="9" y="11"/>
                  </a:cubicBezTo>
                  <a:cubicBezTo>
                    <a:pt x="14" y="4"/>
                    <a:pt x="20" y="0"/>
                    <a:pt x="29" y="0"/>
                  </a:cubicBezTo>
                  <a:cubicBezTo>
                    <a:pt x="35" y="0"/>
                    <a:pt x="40" y="2"/>
                    <a:pt x="43" y="6"/>
                  </a:cubicBezTo>
                  <a:cubicBezTo>
                    <a:pt x="47" y="11"/>
                    <a:pt x="48" y="17"/>
                    <a:pt x="48" y="24"/>
                  </a:cubicBezTo>
                  <a:lnTo>
                    <a:pt x="48" y="60"/>
                  </a:lnTo>
                  <a:close/>
                </a:path>
              </a:pathLst>
            </a:custGeom>
            <a:grpFill/>
            <a:ln>
              <a:noFill/>
            </a:ln>
          </p:spPr>
          <p:txBody>
            <a:bodyPr vert="horz" wrap="square" lIns="91440" tIns="45720" rIns="91440" bIns="45720" numCol="1" anchor="t" anchorCtr="0" compatLnSpc="1">
              <a:prstTxWarp prst="textNoShape">
                <a:avLst/>
              </a:prstTxWarp>
            </a:bodyPr>
            <a:lstStyle/>
            <a:p>
              <a:endParaRPr lang="en-US" sz="1765"/>
            </a:p>
          </p:txBody>
        </p:sp>
        <p:sp>
          <p:nvSpPr>
            <p:cNvPr id="25" name="Freeform 46"/>
            <p:cNvSpPr>
              <a:spLocks/>
            </p:cNvSpPr>
            <p:nvPr userDrawn="1"/>
          </p:nvSpPr>
          <p:spPr bwMode="auto">
            <a:xfrm>
              <a:off x="3784600" y="5116512"/>
              <a:ext cx="153987" cy="187325"/>
            </a:xfrm>
            <a:custGeom>
              <a:avLst/>
              <a:gdLst>
                <a:gd name="T0" fmla="*/ 97 w 97"/>
                <a:gd name="T1" fmla="*/ 4 h 118"/>
                <a:gd name="T2" fmla="*/ 26 w 97"/>
                <a:gd name="T3" fmla="*/ 102 h 118"/>
                <a:gd name="T4" fmla="*/ 97 w 97"/>
                <a:gd name="T5" fmla="*/ 102 h 118"/>
                <a:gd name="T6" fmla="*/ 97 w 97"/>
                <a:gd name="T7" fmla="*/ 118 h 118"/>
                <a:gd name="T8" fmla="*/ 0 w 97"/>
                <a:gd name="T9" fmla="*/ 118 h 118"/>
                <a:gd name="T10" fmla="*/ 0 w 97"/>
                <a:gd name="T11" fmla="*/ 112 h 118"/>
                <a:gd name="T12" fmla="*/ 69 w 97"/>
                <a:gd name="T13" fmla="*/ 16 h 118"/>
                <a:gd name="T14" fmla="*/ 6 w 97"/>
                <a:gd name="T15" fmla="*/ 16 h 118"/>
                <a:gd name="T16" fmla="*/ 6 w 97"/>
                <a:gd name="T17" fmla="*/ 0 h 118"/>
                <a:gd name="T18" fmla="*/ 97 w 97"/>
                <a:gd name="T19" fmla="*/ 0 h 118"/>
                <a:gd name="T20" fmla="*/ 97 w 97"/>
                <a:gd name="T21" fmla="*/ 4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7" h="118">
                  <a:moveTo>
                    <a:pt x="97" y="4"/>
                  </a:moveTo>
                  <a:lnTo>
                    <a:pt x="26" y="102"/>
                  </a:lnTo>
                  <a:lnTo>
                    <a:pt x="97" y="102"/>
                  </a:lnTo>
                  <a:lnTo>
                    <a:pt x="97" y="118"/>
                  </a:lnTo>
                  <a:lnTo>
                    <a:pt x="0" y="118"/>
                  </a:lnTo>
                  <a:lnTo>
                    <a:pt x="0" y="112"/>
                  </a:lnTo>
                  <a:lnTo>
                    <a:pt x="69" y="16"/>
                  </a:lnTo>
                  <a:lnTo>
                    <a:pt x="6" y="16"/>
                  </a:lnTo>
                  <a:lnTo>
                    <a:pt x="6" y="0"/>
                  </a:lnTo>
                  <a:lnTo>
                    <a:pt x="97" y="0"/>
                  </a:lnTo>
                  <a:lnTo>
                    <a:pt x="97" y="4"/>
                  </a:lnTo>
                  <a:close/>
                </a:path>
              </a:pathLst>
            </a:custGeom>
            <a:grpFill/>
            <a:ln>
              <a:noFill/>
            </a:ln>
          </p:spPr>
          <p:txBody>
            <a:bodyPr vert="horz" wrap="square" lIns="91440" tIns="45720" rIns="91440" bIns="45720" numCol="1" anchor="t" anchorCtr="0" compatLnSpc="1">
              <a:prstTxWarp prst="textNoShape">
                <a:avLst/>
              </a:prstTxWarp>
            </a:bodyPr>
            <a:lstStyle/>
            <a:p>
              <a:endParaRPr lang="en-US" sz="1765"/>
            </a:p>
          </p:txBody>
        </p:sp>
        <p:sp>
          <p:nvSpPr>
            <p:cNvPr id="26" name="Freeform 47"/>
            <p:cNvSpPr>
              <a:spLocks/>
            </p:cNvSpPr>
            <p:nvPr userDrawn="1"/>
          </p:nvSpPr>
          <p:spPr bwMode="auto">
            <a:xfrm>
              <a:off x="3976688" y="5026024"/>
              <a:ext cx="157162" cy="277812"/>
            </a:xfrm>
            <a:custGeom>
              <a:avLst/>
              <a:gdLst>
                <a:gd name="T0" fmla="*/ 49 w 49"/>
                <a:gd name="T1" fmla="*/ 86 h 86"/>
                <a:gd name="T2" fmla="*/ 39 w 49"/>
                <a:gd name="T3" fmla="*/ 86 h 86"/>
                <a:gd name="T4" fmla="*/ 39 w 49"/>
                <a:gd name="T5" fmla="*/ 52 h 86"/>
                <a:gd name="T6" fmla="*/ 26 w 49"/>
                <a:gd name="T7" fmla="*/ 34 h 86"/>
                <a:gd name="T8" fmla="*/ 14 w 49"/>
                <a:gd name="T9" fmla="*/ 40 h 86"/>
                <a:gd name="T10" fmla="*/ 9 w 49"/>
                <a:gd name="T11" fmla="*/ 53 h 86"/>
                <a:gd name="T12" fmla="*/ 9 w 49"/>
                <a:gd name="T13" fmla="*/ 86 h 86"/>
                <a:gd name="T14" fmla="*/ 0 w 49"/>
                <a:gd name="T15" fmla="*/ 86 h 86"/>
                <a:gd name="T16" fmla="*/ 0 w 49"/>
                <a:gd name="T17" fmla="*/ 0 h 86"/>
                <a:gd name="T18" fmla="*/ 9 w 49"/>
                <a:gd name="T19" fmla="*/ 0 h 86"/>
                <a:gd name="T20" fmla="*/ 9 w 49"/>
                <a:gd name="T21" fmla="*/ 37 h 86"/>
                <a:gd name="T22" fmla="*/ 10 w 49"/>
                <a:gd name="T23" fmla="*/ 37 h 86"/>
                <a:gd name="T24" fmla="*/ 29 w 49"/>
                <a:gd name="T25" fmla="*/ 26 h 86"/>
                <a:gd name="T26" fmla="*/ 49 w 49"/>
                <a:gd name="T27" fmla="*/ 50 h 86"/>
                <a:gd name="T28" fmla="*/ 49 w 49"/>
                <a:gd name="T29" fmla="*/ 86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9" h="86">
                  <a:moveTo>
                    <a:pt x="49" y="86"/>
                  </a:moveTo>
                  <a:cubicBezTo>
                    <a:pt x="39" y="86"/>
                    <a:pt x="39" y="86"/>
                    <a:pt x="39" y="86"/>
                  </a:cubicBezTo>
                  <a:cubicBezTo>
                    <a:pt x="39" y="52"/>
                    <a:pt x="39" y="52"/>
                    <a:pt x="39" y="52"/>
                  </a:cubicBezTo>
                  <a:cubicBezTo>
                    <a:pt x="39" y="40"/>
                    <a:pt x="35" y="34"/>
                    <a:pt x="26" y="34"/>
                  </a:cubicBezTo>
                  <a:cubicBezTo>
                    <a:pt x="21" y="34"/>
                    <a:pt x="17" y="36"/>
                    <a:pt x="14" y="40"/>
                  </a:cubicBezTo>
                  <a:cubicBezTo>
                    <a:pt x="11" y="43"/>
                    <a:pt x="9" y="48"/>
                    <a:pt x="9" y="53"/>
                  </a:cubicBezTo>
                  <a:cubicBezTo>
                    <a:pt x="9" y="86"/>
                    <a:pt x="9" y="86"/>
                    <a:pt x="9" y="86"/>
                  </a:cubicBezTo>
                  <a:cubicBezTo>
                    <a:pt x="0" y="86"/>
                    <a:pt x="0" y="86"/>
                    <a:pt x="0" y="86"/>
                  </a:cubicBezTo>
                  <a:cubicBezTo>
                    <a:pt x="0" y="0"/>
                    <a:pt x="0" y="0"/>
                    <a:pt x="0" y="0"/>
                  </a:cubicBezTo>
                  <a:cubicBezTo>
                    <a:pt x="9" y="0"/>
                    <a:pt x="9" y="0"/>
                    <a:pt x="9" y="0"/>
                  </a:cubicBezTo>
                  <a:cubicBezTo>
                    <a:pt x="9" y="37"/>
                    <a:pt x="9" y="37"/>
                    <a:pt x="9" y="37"/>
                  </a:cubicBezTo>
                  <a:cubicBezTo>
                    <a:pt x="10" y="37"/>
                    <a:pt x="10" y="37"/>
                    <a:pt x="10" y="37"/>
                  </a:cubicBezTo>
                  <a:cubicBezTo>
                    <a:pt x="14" y="30"/>
                    <a:pt x="21" y="26"/>
                    <a:pt x="29" y="26"/>
                  </a:cubicBezTo>
                  <a:cubicBezTo>
                    <a:pt x="42" y="26"/>
                    <a:pt x="49" y="34"/>
                    <a:pt x="49" y="50"/>
                  </a:cubicBezTo>
                  <a:lnTo>
                    <a:pt x="49" y="86"/>
                  </a:lnTo>
                  <a:close/>
                </a:path>
              </a:pathLst>
            </a:custGeom>
            <a:grpFill/>
            <a:ln>
              <a:noFill/>
            </a:ln>
          </p:spPr>
          <p:txBody>
            <a:bodyPr vert="horz" wrap="square" lIns="91440" tIns="45720" rIns="91440" bIns="45720" numCol="1" anchor="t" anchorCtr="0" compatLnSpc="1">
              <a:prstTxWarp prst="textNoShape">
                <a:avLst/>
              </a:prstTxWarp>
            </a:bodyPr>
            <a:lstStyle/>
            <a:p>
              <a:endParaRPr lang="en-US" sz="1765"/>
            </a:p>
          </p:txBody>
        </p:sp>
        <p:sp>
          <p:nvSpPr>
            <p:cNvPr id="27" name="Freeform 48"/>
            <p:cNvSpPr>
              <a:spLocks noEditPoints="1"/>
            </p:cNvSpPr>
            <p:nvPr userDrawn="1"/>
          </p:nvSpPr>
          <p:spPr bwMode="auto">
            <a:xfrm>
              <a:off x="4176713" y="5110162"/>
              <a:ext cx="163512" cy="200025"/>
            </a:xfrm>
            <a:custGeom>
              <a:avLst/>
              <a:gdLst>
                <a:gd name="T0" fmla="*/ 51 w 51"/>
                <a:gd name="T1" fmla="*/ 33 h 62"/>
                <a:gd name="T2" fmla="*/ 10 w 51"/>
                <a:gd name="T3" fmla="*/ 33 h 62"/>
                <a:gd name="T4" fmla="*/ 15 w 51"/>
                <a:gd name="T5" fmla="*/ 48 h 62"/>
                <a:gd name="T6" fmla="*/ 29 w 51"/>
                <a:gd name="T7" fmla="*/ 54 h 62"/>
                <a:gd name="T8" fmla="*/ 47 w 51"/>
                <a:gd name="T9" fmla="*/ 47 h 62"/>
                <a:gd name="T10" fmla="*/ 47 w 51"/>
                <a:gd name="T11" fmla="*/ 56 h 62"/>
                <a:gd name="T12" fmla="*/ 26 w 51"/>
                <a:gd name="T13" fmla="*/ 62 h 62"/>
                <a:gd name="T14" fmla="*/ 7 w 51"/>
                <a:gd name="T15" fmla="*/ 54 h 62"/>
                <a:gd name="T16" fmla="*/ 0 w 51"/>
                <a:gd name="T17" fmla="*/ 31 h 62"/>
                <a:gd name="T18" fmla="*/ 3 w 51"/>
                <a:gd name="T19" fmla="*/ 15 h 62"/>
                <a:gd name="T20" fmla="*/ 13 w 51"/>
                <a:gd name="T21" fmla="*/ 4 h 62"/>
                <a:gd name="T22" fmla="*/ 27 w 51"/>
                <a:gd name="T23" fmla="*/ 0 h 62"/>
                <a:gd name="T24" fmla="*/ 45 w 51"/>
                <a:gd name="T25" fmla="*/ 8 h 62"/>
                <a:gd name="T26" fmla="*/ 51 w 51"/>
                <a:gd name="T27" fmla="*/ 28 h 62"/>
                <a:gd name="T28" fmla="*/ 51 w 51"/>
                <a:gd name="T29" fmla="*/ 33 h 62"/>
                <a:gd name="T30" fmla="*/ 41 w 51"/>
                <a:gd name="T31" fmla="*/ 25 h 62"/>
                <a:gd name="T32" fmla="*/ 37 w 51"/>
                <a:gd name="T33" fmla="*/ 13 h 62"/>
                <a:gd name="T34" fmla="*/ 27 w 51"/>
                <a:gd name="T35" fmla="*/ 8 h 62"/>
                <a:gd name="T36" fmla="*/ 16 w 51"/>
                <a:gd name="T37" fmla="*/ 13 h 62"/>
                <a:gd name="T38" fmla="*/ 10 w 51"/>
                <a:gd name="T39" fmla="*/ 25 h 62"/>
                <a:gd name="T40" fmla="*/ 41 w 51"/>
                <a:gd name="T41" fmla="*/ 25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1" h="62">
                  <a:moveTo>
                    <a:pt x="51" y="33"/>
                  </a:moveTo>
                  <a:cubicBezTo>
                    <a:pt x="10" y="33"/>
                    <a:pt x="10" y="33"/>
                    <a:pt x="10" y="33"/>
                  </a:cubicBezTo>
                  <a:cubicBezTo>
                    <a:pt x="10" y="40"/>
                    <a:pt x="11" y="45"/>
                    <a:pt x="15" y="48"/>
                  </a:cubicBezTo>
                  <a:cubicBezTo>
                    <a:pt x="18" y="52"/>
                    <a:pt x="23" y="54"/>
                    <a:pt x="29" y="54"/>
                  </a:cubicBezTo>
                  <a:cubicBezTo>
                    <a:pt x="35" y="54"/>
                    <a:pt x="41" y="51"/>
                    <a:pt x="47" y="47"/>
                  </a:cubicBezTo>
                  <a:cubicBezTo>
                    <a:pt x="47" y="56"/>
                    <a:pt x="47" y="56"/>
                    <a:pt x="47" y="56"/>
                  </a:cubicBezTo>
                  <a:cubicBezTo>
                    <a:pt x="42" y="60"/>
                    <a:pt x="35" y="62"/>
                    <a:pt x="26" y="62"/>
                  </a:cubicBezTo>
                  <a:cubicBezTo>
                    <a:pt x="18" y="62"/>
                    <a:pt x="12" y="59"/>
                    <a:pt x="7" y="54"/>
                  </a:cubicBezTo>
                  <a:cubicBezTo>
                    <a:pt x="2" y="48"/>
                    <a:pt x="0" y="41"/>
                    <a:pt x="0" y="31"/>
                  </a:cubicBezTo>
                  <a:cubicBezTo>
                    <a:pt x="0" y="25"/>
                    <a:pt x="1" y="20"/>
                    <a:pt x="3" y="15"/>
                  </a:cubicBezTo>
                  <a:cubicBezTo>
                    <a:pt x="6" y="10"/>
                    <a:pt x="9" y="7"/>
                    <a:pt x="13" y="4"/>
                  </a:cubicBezTo>
                  <a:cubicBezTo>
                    <a:pt x="17" y="2"/>
                    <a:pt x="22" y="0"/>
                    <a:pt x="27" y="0"/>
                  </a:cubicBezTo>
                  <a:cubicBezTo>
                    <a:pt x="34" y="0"/>
                    <a:pt x="40" y="3"/>
                    <a:pt x="45" y="8"/>
                  </a:cubicBezTo>
                  <a:cubicBezTo>
                    <a:pt x="49" y="13"/>
                    <a:pt x="51" y="19"/>
                    <a:pt x="51" y="28"/>
                  </a:cubicBezTo>
                  <a:lnTo>
                    <a:pt x="51" y="33"/>
                  </a:lnTo>
                  <a:close/>
                  <a:moveTo>
                    <a:pt x="41" y="25"/>
                  </a:moveTo>
                  <a:cubicBezTo>
                    <a:pt x="41" y="20"/>
                    <a:pt x="40" y="16"/>
                    <a:pt x="37" y="13"/>
                  </a:cubicBezTo>
                  <a:cubicBezTo>
                    <a:pt x="35" y="10"/>
                    <a:pt x="31" y="8"/>
                    <a:pt x="27" y="8"/>
                  </a:cubicBezTo>
                  <a:cubicBezTo>
                    <a:pt x="22" y="8"/>
                    <a:pt x="19" y="10"/>
                    <a:pt x="16" y="13"/>
                  </a:cubicBezTo>
                  <a:cubicBezTo>
                    <a:pt x="12" y="16"/>
                    <a:pt x="11" y="20"/>
                    <a:pt x="10" y="25"/>
                  </a:cubicBezTo>
                  <a:lnTo>
                    <a:pt x="41" y="25"/>
                  </a:lnTo>
                  <a:close/>
                </a:path>
              </a:pathLst>
            </a:custGeom>
            <a:grpFill/>
            <a:ln>
              <a:noFill/>
            </a:ln>
          </p:spPr>
          <p:txBody>
            <a:bodyPr vert="horz" wrap="square" lIns="91440" tIns="45720" rIns="91440" bIns="45720" numCol="1" anchor="t" anchorCtr="0" compatLnSpc="1">
              <a:prstTxWarp prst="textNoShape">
                <a:avLst/>
              </a:prstTxWarp>
            </a:bodyPr>
            <a:lstStyle/>
            <a:p>
              <a:endParaRPr lang="en-US" sz="1765"/>
            </a:p>
          </p:txBody>
        </p:sp>
        <p:sp>
          <p:nvSpPr>
            <p:cNvPr id="28" name="Freeform 49"/>
            <p:cNvSpPr>
              <a:spLocks/>
            </p:cNvSpPr>
            <p:nvPr userDrawn="1"/>
          </p:nvSpPr>
          <p:spPr bwMode="auto">
            <a:xfrm>
              <a:off x="4384675" y="5110162"/>
              <a:ext cx="153987" cy="193675"/>
            </a:xfrm>
            <a:custGeom>
              <a:avLst/>
              <a:gdLst>
                <a:gd name="T0" fmla="*/ 48 w 48"/>
                <a:gd name="T1" fmla="*/ 60 h 60"/>
                <a:gd name="T2" fmla="*/ 39 w 48"/>
                <a:gd name="T3" fmla="*/ 60 h 60"/>
                <a:gd name="T4" fmla="*/ 39 w 48"/>
                <a:gd name="T5" fmla="*/ 27 h 60"/>
                <a:gd name="T6" fmla="*/ 25 w 48"/>
                <a:gd name="T7" fmla="*/ 8 h 60"/>
                <a:gd name="T8" fmla="*/ 14 w 48"/>
                <a:gd name="T9" fmla="*/ 13 h 60"/>
                <a:gd name="T10" fmla="*/ 9 w 48"/>
                <a:gd name="T11" fmla="*/ 27 h 60"/>
                <a:gd name="T12" fmla="*/ 9 w 48"/>
                <a:gd name="T13" fmla="*/ 60 h 60"/>
                <a:gd name="T14" fmla="*/ 0 w 48"/>
                <a:gd name="T15" fmla="*/ 60 h 60"/>
                <a:gd name="T16" fmla="*/ 0 w 48"/>
                <a:gd name="T17" fmla="*/ 2 h 60"/>
                <a:gd name="T18" fmla="*/ 9 w 48"/>
                <a:gd name="T19" fmla="*/ 2 h 60"/>
                <a:gd name="T20" fmla="*/ 9 w 48"/>
                <a:gd name="T21" fmla="*/ 11 h 60"/>
                <a:gd name="T22" fmla="*/ 9 w 48"/>
                <a:gd name="T23" fmla="*/ 11 h 60"/>
                <a:gd name="T24" fmla="*/ 28 w 48"/>
                <a:gd name="T25" fmla="*/ 0 h 60"/>
                <a:gd name="T26" fmla="*/ 43 w 48"/>
                <a:gd name="T27" fmla="*/ 6 h 60"/>
                <a:gd name="T28" fmla="*/ 48 w 48"/>
                <a:gd name="T29" fmla="*/ 24 h 60"/>
                <a:gd name="T30" fmla="*/ 48 w 48"/>
                <a:gd name="T31" fmla="*/ 6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8" h="60">
                  <a:moveTo>
                    <a:pt x="48" y="60"/>
                  </a:moveTo>
                  <a:cubicBezTo>
                    <a:pt x="39" y="60"/>
                    <a:pt x="39" y="60"/>
                    <a:pt x="39" y="60"/>
                  </a:cubicBezTo>
                  <a:cubicBezTo>
                    <a:pt x="39" y="27"/>
                    <a:pt x="39" y="27"/>
                    <a:pt x="39" y="27"/>
                  </a:cubicBezTo>
                  <a:cubicBezTo>
                    <a:pt x="39" y="14"/>
                    <a:pt x="34" y="8"/>
                    <a:pt x="25" y="8"/>
                  </a:cubicBezTo>
                  <a:cubicBezTo>
                    <a:pt x="21" y="8"/>
                    <a:pt x="17" y="10"/>
                    <a:pt x="14" y="13"/>
                  </a:cubicBezTo>
                  <a:cubicBezTo>
                    <a:pt x="11" y="17"/>
                    <a:pt x="9" y="21"/>
                    <a:pt x="9" y="27"/>
                  </a:cubicBezTo>
                  <a:cubicBezTo>
                    <a:pt x="9" y="60"/>
                    <a:pt x="9" y="60"/>
                    <a:pt x="9" y="60"/>
                  </a:cubicBezTo>
                  <a:cubicBezTo>
                    <a:pt x="0" y="60"/>
                    <a:pt x="0" y="60"/>
                    <a:pt x="0" y="60"/>
                  </a:cubicBezTo>
                  <a:cubicBezTo>
                    <a:pt x="0" y="2"/>
                    <a:pt x="0" y="2"/>
                    <a:pt x="0" y="2"/>
                  </a:cubicBezTo>
                  <a:cubicBezTo>
                    <a:pt x="9" y="2"/>
                    <a:pt x="9" y="2"/>
                    <a:pt x="9" y="2"/>
                  </a:cubicBezTo>
                  <a:cubicBezTo>
                    <a:pt x="9" y="11"/>
                    <a:pt x="9" y="11"/>
                    <a:pt x="9" y="11"/>
                  </a:cubicBezTo>
                  <a:cubicBezTo>
                    <a:pt x="9" y="11"/>
                    <a:pt x="9" y="11"/>
                    <a:pt x="9" y="11"/>
                  </a:cubicBezTo>
                  <a:cubicBezTo>
                    <a:pt x="14" y="4"/>
                    <a:pt x="20" y="0"/>
                    <a:pt x="28" y="0"/>
                  </a:cubicBezTo>
                  <a:cubicBezTo>
                    <a:pt x="35" y="0"/>
                    <a:pt x="40" y="2"/>
                    <a:pt x="43" y="6"/>
                  </a:cubicBezTo>
                  <a:cubicBezTo>
                    <a:pt x="47" y="11"/>
                    <a:pt x="48" y="17"/>
                    <a:pt x="48" y="24"/>
                  </a:cubicBezTo>
                  <a:lnTo>
                    <a:pt x="48" y="60"/>
                  </a:lnTo>
                  <a:close/>
                </a:path>
              </a:pathLst>
            </a:custGeom>
            <a:grpFill/>
            <a:ln>
              <a:noFill/>
            </a:ln>
          </p:spPr>
          <p:txBody>
            <a:bodyPr vert="horz" wrap="square" lIns="91440" tIns="45720" rIns="91440" bIns="45720" numCol="1" anchor="t" anchorCtr="0" compatLnSpc="1">
              <a:prstTxWarp prst="textNoShape">
                <a:avLst/>
              </a:prstTxWarp>
            </a:bodyPr>
            <a:lstStyle/>
            <a:p>
              <a:endParaRPr lang="en-US" sz="1765"/>
            </a:p>
          </p:txBody>
        </p:sp>
        <p:sp>
          <p:nvSpPr>
            <p:cNvPr id="29" name="Freeform 50"/>
            <p:cNvSpPr>
              <a:spLocks/>
            </p:cNvSpPr>
            <p:nvPr userDrawn="1"/>
          </p:nvSpPr>
          <p:spPr bwMode="auto">
            <a:xfrm>
              <a:off x="4673600" y="5035549"/>
              <a:ext cx="163512" cy="268287"/>
            </a:xfrm>
            <a:custGeom>
              <a:avLst/>
              <a:gdLst>
                <a:gd name="T0" fmla="*/ 38 w 51"/>
                <a:gd name="T1" fmla="*/ 23 h 83"/>
                <a:gd name="T2" fmla="*/ 34 w 51"/>
                <a:gd name="T3" fmla="*/ 12 h 83"/>
                <a:gd name="T4" fmla="*/ 23 w 51"/>
                <a:gd name="T5" fmla="*/ 8 h 83"/>
                <a:gd name="T6" fmla="*/ 13 w 51"/>
                <a:gd name="T7" fmla="*/ 10 h 83"/>
                <a:gd name="T8" fmla="*/ 3 w 51"/>
                <a:gd name="T9" fmla="*/ 18 h 83"/>
                <a:gd name="T10" fmla="*/ 3 w 51"/>
                <a:gd name="T11" fmla="*/ 8 h 83"/>
                <a:gd name="T12" fmla="*/ 12 w 51"/>
                <a:gd name="T13" fmla="*/ 2 h 83"/>
                <a:gd name="T14" fmla="*/ 24 w 51"/>
                <a:gd name="T15" fmla="*/ 0 h 83"/>
                <a:gd name="T16" fmla="*/ 41 w 51"/>
                <a:gd name="T17" fmla="*/ 6 h 83"/>
                <a:gd name="T18" fmla="*/ 47 w 51"/>
                <a:gd name="T19" fmla="*/ 22 h 83"/>
                <a:gd name="T20" fmla="*/ 43 w 51"/>
                <a:gd name="T21" fmla="*/ 37 h 83"/>
                <a:gd name="T22" fmla="*/ 29 w 51"/>
                <a:gd name="T23" fmla="*/ 51 h 83"/>
                <a:gd name="T24" fmla="*/ 16 w 51"/>
                <a:gd name="T25" fmla="*/ 62 h 83"/>
                <a:gd name="T26" fmla="*/ 11 w 51"/>
                <a:gd name="T27" fmla="*/ 68 h 83"/>
                <a:gd name="T28" fmla="*/ 10 w 51"/>
                <a:gd name="T29" fmla="*/ 75 h 83"/>
                <a:gd name="T30" fmla="*/ 51 w 51"/>
                <a:gd name="T31" fmla="*/ 75 h 83"/>
                <a:gd name="T32" fmla="*/ 51 w 51"/>
                <a:gd name="T33" fmla="*/ 83 h 83"/>
                <a:gd name="T34" fmla="*/ 0 w 51"/>
                <a:gd name="T35" fmla="*/ 83 h 83"/>
                <a:gd name="T36" fmla="*/ 0 w 51"/>
                <a:gd name="T37" fmla="*/ 79 h 83"/>
                <a:gd name="T38" fmla="*/ 2 w 51"/>
                <a:gd name="T39" fmla="*/ 68 h 83"/>
                <a:gd name="T40" fmla="*/ 8 w 51"/>
                <a:gd name="T41" fmla="*/ 59 h 83"/>
                <a:gd name="T42" fmla="*/ 22 w 51"/>
                <a:gd name="T43" fmla="*/ 47 h 83"/>
                <a:gd name="T44" fmla="*/ 34 w 51"/>
                <a:gd name="T45" fmla="*/ 35 h 83"/>
                <a:gd name="T46" fmla="*/ 38 w 51"/>
                <a:gd name="T47" fmla="*/ 23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1" h="83">
                  <a:moveTo>
                    <a:pt x="38" y="23"/>
                  </a:moveTo>
                  <a:cubicBezTo>
                    <a:pt x="38" y="18"/>
                    <a:pt x="37" y="14"/>
                    <a:pt x="34" y="12"/>
                  </a:cubicBezTo>
                  <a:cubicBezTo>
                    <a:pt x="31" y="9"/>
                    <a:pt x="27" y="8"/>
                    <a:pt x="23" y="8"/>
                  </a:cubicBezTo>
                  <a:cubicBezTo>
                    <a:pt x="19" y="8"/>
                    <a:pt x="16" y="9"/>
                    <a:pt x="13" y="10"/>
                  </a:cubicBezTo>
                  <a:cubicBezTo>
                    <a:pt x="9" y="12"/>
                    <a:pt x="6" y="15"/>
                    <a:pt x="3" y="18"/>
                  </a:cubicBezTo>
                  <a:cubicBezTo>
                    <a:pt x="3" y="8"/>
                    <a:pt x="3" y="8"/>
                    <a:pt x="3" y="8"/>
                  </a:cubicBezTo>
                  <a:cubicBezTo>
                    <a:pt x="6" y="5"/>
                    <a:pt x="9" y="3"/>
                    <a:pt x="12" y="2"/>
                  </a:cubicBezTo>
                  <a:cubicBezTo>
                    <a:pt x="15" y="0"/>
                    <a:pt x="19" y="0"/>
                    <a:pt x="24" y="0"/>
                  </a:cubicBezTo>
                  <a:cubicBezTo>
                    <a:pt x="31" y="0"/>
                    <a:pt x="37" y="2"/>
                    <a:pt x="41" y="6"/>
                  </a:cubicBezTo>
                  <a:cubicBezTo>
                    <a:pt x="45" y="10"/>
                    <a:pt x="47" y="15"/>
                    <a:pt x="47" y="22"/>
                  </a:cubicBezTo>
                  <a:cubicBezTo>
                    <a:pt x="47" y="28"/>
                    <a:pt x="46" y="33"/>
                    <a:pt x="43" y="37"/>
                  </a:cubicBezTo>
                  <a:cubicBezTo>
                    <a:pt x="41" y="42"/>
                    <a:pt x="36" y="46"/>
                    <a:pt x="29" y="51"/>
                  </a:cubicBezTo>
                  <a:cubicBezTo>
                    <a:pt x="22" y="56"/>
                    <a:pt x="18" y="60"/>
                    <a:pt x="16" y="62"/>
                  </a:cubicBezTo>
                  <a:cubicBezTo>
                    <a:pt x="14" y="64"/>
                    <a:pt x="12" y="66"/>
                    <a:pt x="11" y="68"/>
                  </a:cubicBezTo>
                  <a:cubicBezTo>
                    <a:pt x="10" y="70"/>
                    <a:pt x="10" y="72"/>
                    <a:pt x="10" y="75"/>
                  </a:cubicBezTo>
                  <a:cubicBezTo>
                    <a:pt x="51" y="75"/>
                    <a:pt x="51" y="75"/>
                    <a:pt x="51" y="75"/>
                  </a:cubicBezTo>
                  <a:cubicBezTo>
                    <a:pt x="51" y="83"/>
                    <a:pt x="51" y="83"/>
                    <a:pt x="51" y="83"/>
                  </a:cubicBezTo>
                  <a:cubicBezTo>
                    <a:pt x="0" y="83"/>
                    <a:pt x="0" y="83"/>
                    <a:pt x="0" y="83"/>
                  </a:cubicBezTo>
                  <a:cubicBezTo>
                    <a:pt x="0" y="79"/>
                    <a:pt x="0" y="79"/>
                    <a:pt x="0" y="79"/>
                  </a:cubicBezTo>
                  <a:cubicBezTo>
                    <a:pt x="0" y="75"/>
                    <a:pt x="1" y="71"/>
                    <a:pt x="2" y="68"/>
                  </a:cubicBezTo>
                  <a:cubicBezTo>
                    <a:pt x="3" y="65"/>
                    <a:pt x="5" y="62"/>
                    <a:pt x="8" y="59"/>
                  </a:cubicBezTo>
                  <a:cubicBezTo>
                    <a:pt x="10" y="56"/>
                    <a:pt x="15" y="52"/>
                    <a:pt x="22" y="47"/>
                  </a:cubicBezTo>
                  <a:cubicBezTo>
                    <a:pt x="28" y="43"/>
                    <a:pt x="32" y="39"/>
                    <a:pt x="34" y="35"/>
                  </a:cubicBezTo>
                  <a:cubicBezTo>
                    <a:pt x="37" y="32"/>
                    <a:pt x="38" y="27"/>
                    <a:pt x="38" y="23"/>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sz="1765"/>
            </a:p>
          </p:txBody>
        </p:sp>
        <p:sp>
          <p:nvSpPr>
            <p:cNvPr id="30" name="Freeform 51"/>
            <p:cNvSpPr>
              <a:spLocks noEditPoints="1"/>
            </p:cNvSpPr>
            <p:nvPr userDrawn="1"/>
          </p:nvSpPr>
          <p:spPr bwMode="auto">
            <a:xfrm>
              <a:off x="4864100" y="5035549"/>
              <a:ext cx="173037" cy="274637"/>
            </a:xfrm>
            <a:custGeom>
              <a:avLst/>
              <a:gdLst>
                <a:gd name="T0" fmla="*/ 54 w 54"/>
                <a:gd name="T1" fmla="*/ 42 h 85"/>
                <a:gd name="T2" fmla="*/ 47 w 54"/>
                <a:gd name="T3" fmla="*/ 73 h 85"/>
                <a:gd name="T4" fmla="*/ 26 w 54"/>
                <a:gd name="T5" fmla="*/ 85 h 85"/>
                <a:gd name="T6" fmla="*/ 7 w 54"/>
                <a:gd name="T7" fmla="*/ 74 h 85"/>
                <a:gd name="T8" fmla="*/ 0 w 54"/>
                <a:gd name="T9" fmla="*/ 44 h 85"/>
                <a:gd name="T10" fmla="*/ 7 w 54"/>
                <a:gd name="T11" fmla="*/ 11 h 85"/>
                <a:gd name="T12" fmla="*/ 28 w 54"/>
                <a:gd name="T13" fmla="*/ 0 h 85"/>
                <a:gd name="T14" fmla="*/ 54 w 54"/>
                <a:gd name="T15" fmla="*/ 42 h 85"/>
                <a:gd name="T16" fmla="*/ 44 w 54"/>
                <a:gd name="T17" fmla="*/ 43 h 85"/>
                <a:gd name="T18" fmla="*/ 28 w 54"/>
                <a:gd name="T19" fmla="*/ 8 h 85"/>
                <a:gd name="T20" fmla="*/ 10 w 54"/>
                <a:gd name="T21" fmla="*/ 43 h 85"/>
                <a:gd name="T22" fmla="*/ 27 w 54"/>
                <a:gd name="T23" fmla="*/ 77 h 85"/>
                <a:gd name="T24" fmla="*/ 44 w 54"/>
                <a:gd name="T25" fmla="*/ 43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4" h="85">
                  <a:moveTo>
                    <a:pt x="54" y="42"/>
                  </a:moveTo>
                  <a:cubicBezTo>
                    <a:pt x="54" y="55"/>
                    <a:pt x="51" y="66"/>
                    <a:pt x="47" y="73"/>
                  </a:cubicBezTo>
                  <a:cubicBezTo>
                    <a:pt x="42" y="81"/>
                    <a:pt x="35" y="85"/>
                    <a:pt x="26" y="85"/>
                  </a:cubicBezTo>
                  <a:cubicBezTo>
                    <a:pt x="18" y="85"/>
                    <a:pt x="12" y="81"/>
                    <a:pt x="7" y="74"/>
                  </a:cubicBezTo>
                  <a:cubicBezTo>
                    <a:pt x="3" y="67"/>
                    <a:pt x="0" y="57"/>
                    <a:pt x="0" y="44"/>
                  </a:cubicBezTo>
                  <a:cubicBezTo>
                    <a:pt x="0" y="30"/>
                    <a:pt x="3" y="19"/>
                    <a:pt x="7" y="11"/>
                  </a:cubicBezTo>
                  <a:cubicBezTo>
                    <a:pt x="12" y="4"/>
                    <a:pt x="19" y="0"/>
                    <a:pt x="28" y="0"/>
                  </a:cubicBezTo>
                  <a:cubicBezTo>
                    <a:pt x="45" y="0"/>
                    <a:pt x="54" y="14"/>
                    <a:pt x="54" y="42"/>
                  </a:cubicBezTo>
                  <a:close/>
                  <a:moveTo>
                    <a:pt x="44" y="43"/>
                  </a:moveTo>
                  <a:cubicBezTo>
                    <a:pt x="44" y="19"/>
                    <a:pt x="39" y="8"/>
                    <a:pt x="28" y="8"/>
                  </a:cubicBezTo>
                  <a:cubicBezTo>
                    <a:pt x="16" y="8"/>
                    <a:pt x="10" y="20"/>
                    <a:pt x="10" y="43"/>
                  </a:cubicBezTo>
                  <a:cubicBezTo>
                    <a:pt x="10" y="66"/>
                    <a:pt x="16" y="77"/>
                    <a:pt x="27" y="77"/>
                  </a:cubicBezTo>
                  <a:cubicBezTo>
                    <a:pt x="39" y="77"/>
                    <a:pt x="44" y="65"/>
                    <a:pt x="44" y="43"/>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sz="1765"/>
            </a:p>
          </p:txBody>
        </p:sp>
        <p:sp>
          <p:nvSpPr>
            <p:cNvPr id="31" name="Freeform 52"/>
            <p:cNvSpPr>
              <a:spLocks/>
            </p:cNvSpPr>
            <p:nvPr userDrawn="1"/>
          </p:nvSpPr>
          <p:spPr bwMode="auto">
            <a:xfrm>
              <a:off x="5065713" y="5032374"/>
              <a:ext cx="93662" cy="271462"/>
            </a:xfrm>
            <a:custGeom>
              <a:avLst/>
              <a:gdLst>
                <a:gd name="T0" fmla="*/ 19 w 29"/>
                <a:gd name="T1" fmla="*/ 84 h 84"/>
                <a:gd name="T2" fmla="*/ 19 w 29"/>
                <a:gd name="T3" fmla="*/ 13 h 84"/>
                <a:gd name="T4" fmla="*/ 11 w 29"/>
                <a:gd name="T5" fmla="*/ 19 h 84"/>
                <a:gd name="T6" fmla="*/ 0 w 29"/>
                <a:gd name="T7" fmla="*/ 23 h 84"/>
                <a:gd name="T8" fmla="*/ 0 w 29"/>
                <a:gd name="T9" fmla="*/ 14 h 84"/>
                <a:gd name="T10" fmla="*/ 14 w 29"/>
                <a:gd name="T11" fmla="*/ 8 h 84"/>
                <a:gd name="T12" fmla="*/ 25 w 29"/>
                <a:gd name="T13" fmla="*/ 0 h 84"/>
                <a:gd name="T14" fmla="*/ 29 w 29"/>
                <a:gd name="T15" fmla="*/ 0 h 84"/>
                <a:gd name="T16" fmla="*/ 29 w 29"/>
                <a:gd name="T17" fmla="*/ 84 h 84"/>
                <a:gd name="T18" fmla="*/ 19 w 29"/>
                <a:gd name="T19" fmla="*/ 84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9" h="84">
                  <a:moveTo>
                    <a:pt x="19" y="84"/>
                  </a:moveTo>
                  <a:cubicBezTo>
                    <a:pt x="19" y="13"/>
                    <a:pt x="19" y="13"/>
                    <a:pt x="19" y="13"/>
                  </a:cubicBezTo>
                  <a:cubicBezTo>
                    <a:pt x="18" y="15"/>
                    <a:pt x="15" y="17"/>
                    <a:pt x="11" y="19"/>
                  </a:cubicBezTo>
                  <a:cubicBezTo>
                    <a:pt x="7" y="21"/>
                    <a:pt x="4" y="22"/>
                    <a:pt x="0" y="23"/>
                  </a:cubicBezTo>
                  <a:cubicBezTo>
                    <a:pt x="0" y="14"/>
                    <a:pt x="0" y="14"/>
                    <a:pt x="0" y="14"/>
                  </a:cubicBezTo>
                  <a:cubicBezTo>
                    <a:pt x="5" y="12"/>
                    <a:pt x="9" y="11"/>
                    <a:pt x="14" y="8"/>
                  </a:cubicBezTo>
                  <a:cubicBezTo>
                    <a:pt x="18" y="5"/>
                    <a:pt x="22" y="3"/>
                    <a:pt x="25" y="0"/>
                  </a:cubicBezTo>
                  <a:cubicBezTo>
                    <a:pt x="29" y="0"/>
                    <a:pt x="29" y="0"/>
                    <a:pt x="29" y="0"/>
                  </a:cubicBezTo>
                  <a:cubicBezTo>
                    <a:pt x="29" y="84"/>
                    <a:pt x="29" y="84"/>
                    <a:pt x="29" y="84"/>
                  </a:cubicBezTo>
                  <a:lnTo>
                    <a:pt x="19" y="84"/>
                  </a:lnTo>
                  <a:close/>
                </a:path>
              </a:pathLst>
            </a:custGeom>
            <a:grpFill/>
            <a:ln>
              <a:noFill/>
            </a:ln>
          </p:spPr>
          <p:txBody>
            <a:bodyPr vert="horz" wrap="square" lIns="91440" tIns="45720" rIns="91440" bIns="45720" numCol="1" anchor="t" anchorCtr="0" compatLnSpc="1">
              <a:prstTxWarp prst="textNoShape">
                <a:avLst/>
              </a:prstTxWarp>
            </a:bodyPr>
            <a:lstStyle/>
            <a:p>
              <a:endParaRPr lang="en-US" sz="1765"/>
            </a:p>
          </p:txBody>
        </p:sp>
        <p:sp>
          <p:nvSpPr>
            <p:cNvPr id="32" name="Freeform 53"/>
            <p:cNvSpPr>
              <a:spLocks noEditPoints="1"/>
            </p:cNvSpPr>
            <p:nvPr userDrawn="1"/>
          </p:nvSpPr>
          <p:spPr bwMode="auto">
            <a:xfrm>
              <a:off x="5210175" y="5035549"/>
              <a:ext cx="166687" cy="274637"/>
            </a:xfrm>
            <a:custGeom>
              <a:avLst/>
              <a:gdLst>
                <a:gd name="T0" fmla="*/ 52 w 52"/>
                <a:gd name="T1" fmla="*/ 57 h 85"/>
                <a:gd name="T2" fmla="*/ 49 w 52"/>
                <a:gd name="T3" fmla="*/ 71 h 85"/>
                <a:gd name="T4" fmla="*/ 40 w 52"/>
                <a:gd name="T5" fmla="*/ 81 h 85"/>
                <a:gd name="T6" fmla="*/ 27 w 52"/>
                <a:gd name="T7" fmla="*/ 85 h 85"/>
                <a:gd name="T8" fmla="*/ 7 w 52"/>
                <a:gd name="T9" fmla="*/ 75 h 85"/>
                <a:gd name="T10" fmla="*/ 0 w 52"/>
                <a:gd name="T11" fmla="*/ 47 h 85"/>
                <a:gd name="T12" fmla="*/ 4 w 52"/>
                <a:gd name="T13" fmla="*/ 22 h 85"/>
                <a:gd name="T14" fmla="*/ 16 w 52"/>
                <a:gd name="T15" fmla="*/ 6 h 85"/>
                <a:gd name="T16" fmla="*/ 34 w 52"/>
                <a:gd name="T17" fmla="*/ 0 h 85"/>
                <a:gd name="T18" fmla="*/ 47 w 52"/>
                <a:gd name="T19" fmla="*/ 2 h 85"/>
                <a:gd name="T20" fmla="*/ 47 w 52"/>
                <a:gd name="T21" fmla="*/ 11 h 85"/>
                <a:gd name="T22" fmla="*/ 34 w 52"/>
                <a:gd name="T23" fmla="*/ 8 h 85"/>
                <a:gd name="T24" fmla="*/ 17 w 52"/>
                <a:gd name="T25" fmla="*/ 18 h 85"/>
                <a:gd name="T26" fmla="*/ 10 w 52"/>
                <a:gd name="T27" fmla="*/ 44 h 85"/>
                <a:gd name="T28" fmla="*/ 10 w 52"/>
                <a:gd name="T29" fmla="*/ 44 h 85"/>
                <a:gd name="T30" fmla="*/ 29 w 52"/>
                <a:gd name="T31" fmla="*/ 32 h 85"/>
                <a:gd name="T32" fmla="*/ 46 w 52"/>
                <a:gd name="T33" fmla="*/ 39 h 85"/>
                <a:gd name="T34" fmla="*/ 52 w 52"/>
                <a:gd name="T35" fmla="*/ 57 h 85"/>
                <a:gd name="T36" fmla="*/ 43 w 52"/>
                <a:gd name="T37" fmla="*/ 58 h 85"/>
                <a:gd name="T38" fmla="*/ 39 w 52"/>
                <a:gd name="T39" fmla="*/ 45 h 85"/>
                <a:gd name="T40" fmla="*/ 27 w 52"/>
                <a:gd name="T41" fmla="*/ 40 h 85"/>
                <a:gd name="T42" fmla="*/ 15 w 52"/>
                <a:gd name="T43" fmla="*/ 45 h 85"/>
                <a:gd name="T44" fmla="*/ 11 w 52"/>
                <a:gd name="T45" fmla="*/ 56 h 85"/>
                <a:gd name="T46" fmla="*/ 15 w 52"/>
                <a:gd name="T47" fmla="*/ 71 h 85"/>
                <a:gd name="T48" fmla="*/ 27 w 52"/>
                <a:gd name="T49" fmla="*/ 77 h 85"/>
                <a:gd name="T50" fmla="*/ 38 w 52"/>
                <a:gd name="T51" fmla="*/ 72 h 85"/>
                <a:gd name="T52" fmla="*/ 43 w 52"/>
                <a:gd name="T53" fmla="*/ 58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2" h="85">
                  <a:moveTo>
                    <a:pt x="52" y="57"/>
                  </a:moveTo>
                  <a:cubicBezTo>
                    <a:pt x="52" y="62"/>
                    <a:pt x="51" y="67"/>
                    <a:pt x="49" y="71"/>
                  </a:cubicBezTo>
                  <a:cubicBezTo>
                    <a:pt x="47" y="76"/>
                    <a:pt x="44" y="79"/>
                    <a:pt x="40" y="81"/>
                  </a:cubicBezTo>
                  <a:cubicBezTo>
                    <a:pt x="36" y="83"/>
                    <a:pt x="31" y="85"/>
                    <a:pt x="27" y="85"/>
                  </a:cubicBezTo>
                  <a:cubicBezTo>
                    <a:pt x="18" y="85"/>
                    <a:pt x="12" y="81"/>
                    <a:pt x="7" y="75"/>
                  </a:cubicBezTo>
                  <a:cubicBezTo>
                    <a:pt x="3" y="68"/>
                    <a:pt x="0" y="59"/>
                    <a:pt x="0" y="47"/>
                  </a:cubicBezTo>
                  <a:cubicBezTo>
                    <a:pt x="0" y="38"/>
                    <a:pt x="2" y="29"/>
                    <a:pt x="4" y="22"/>
                  </a:cubicBezTo>
                  <a:cubicBezTo>
                    <a:pt x="7" y="15"/>
                    <a:pt x="11" y="10"/>
                    <a:pt x="16" y="6"/>
                  </a:cubicBezTo>
                  <a:cubicBezTo>
                    <a:pt x="21" y="2"/>
                    <a:pt x="27" y="0"/>
                    <a:pt x="34" y="0"/>
                  </a:cubicBezTo>
                  <a:cubicBezTo>
                    <a:pt x="39" y="0"/>
                    <a:pt x="44" y="1"/>
                    <a:pt x="47" y="2"/>
                  </a:cubicBezTo>
                  <a:cubicBezTo>
                    <a:pt x="47" y="11"/>
                    <a:pt x="47" y="11"/>
                    <a:pt x="47" y="11"/>
                  </a:cubicBezTo>
                  <a:cubicBezTo>
                    <a:pt x="43" y="9"/>
                    <a:pt x="39" y="8"/>
                    <a:pt x="34" y="8"/>
                  </a:cubicBezTo>
                  <a:cubicBezTo>
                    <a:pt x="27" y="8"/>
                    <a:pt x="21" y="11"/>
                    <a:pt x="17" y="18"/>
                  </a:cubicBezTo>
                  <a:cubicBezTo>
                    <a:pt x="12" y="24"/>
                    <a:pt x="10" y="33"/>
                    <a:pt x="10" y="44"/>
                  </a:cubicBezTo>
                  <a:cubicBezTo>
                    <a:pt x="10" y="44"/>
                    <a:pt x="10" y="44"/>
                    <a:pt x="10" y="44"/>
                  </a:cubicBezTo>
                  <a:cubicBezTo>
                    <a:pt x="14" y="36"/>
                    <a:pt x="20" y="32"/>
                    <a:pt x="29" y="32"/>
                  </a:cubicBezTo>
                  <a:cubicBezTo>
                    <a:pt x="36" y="32"/>
                    <a:pt x="42" y="34"/>
                    <a:pt x="46" y="39"/>
                  </a:cubicBezTo>
                  <a:cubicBezTo>
                    <a:pt x="50" y="43"/>
                    <a:pt x="52" y="50"/>
                    <a:pt x="52" y="57"/>
                  </a:cubicBezTo>
                  <a:close/>
                  <a:moveTo>
                    <a:pt x="43" y="58"/>
                  </a:moveTo>
                  <a:cubicBezTo>
                    <a:pt x="43" y="53"/>
                    <a:pt x="41" y="48"/>
                    <a:pt x="39" y="45"/>
                  </a:cubicBezTo>
                  <a:cubicBezTo>
                    <a:pt x="36" y="42"/>
                    <a:pt x="32" y="40"/>
                    <a:pt x="27" y="40"/>
                  </a:cubicBezTo>
                  <a:cubicBezTo>
                    <a:pt x="22" y="40"/>
                    <a:pt x="18" y="41"/>
                    <a:pt x="15" y="45"/>
                  </a:cubicBezTo>
                  <a:cubicBezTo>
                    <a:pt x="12" y="48"/>
                    <a:pt x="11" y="52"/>
                    <a:pt x="11" y="56"/>
                  </a:cubicBezTo>
                  <a:cubicBezTo>
                    <a:pt x="11" y="62"/>
                    <a:pt x="12" y="67"/>
                    <a:pt x="15" y="71"/>
                  </a:cubicBezTo>
                  <a:cubicBezTo>
                    <a:pt x="18" y="75"/>
                    <a:pt x="22" y="77"/>
                    <a:pt x="27" y="77"/>
                  </a:cubicBezTo>
                  <a:cubicBezTo>
                    <a:pt x="32" y="77"/>
                    <a:pt x="35" y="75"/>
                    <a:pt x="38" y="72"/>
                  </a:cubicBezTo>
                  <a:cubicBezTo>
                    <a:pt x="41" y="68"/>
                    <a:pt x="43" y="64"/>
                    <a:pt x="43" y="58"/>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sz="1765"/>
            </a:p>
          </p:txBody>
        </p:sp>
        <p:sp>
          <p:nvSpPr>
            <p:cNvPr id="33" name="Freeform 54"/>
            <p:cNvSpPr>
              <a:spLocks noEditPoints="1"/>
            </p:cNvSpPr>
            <p:nvPr userDrawn="1"/>
          </p:nvSpPr>
          <p:spPr bwMode="auto">
            <a:xfrm>
              <a:off x="887413" y="2846387"/>
              <a:ext cx="1714500" cy="384175"/>
            </a:xfrm>
            <a:custGeom>
              <a:avLst/>
              <a:gdLst>
                <a:gd name="T0" fmla="*/ 117 w 534"/>
                <a:gd name="T1" fmla="*/ 58 h 119"/>
                <a:gd name="T2" fmla="*/ 50 w 534"/>
                <a:gd name="T3" fmla="*/ 58 h 119"/>
                <a:gd name="T4" fmla="*/ 0 w 534"/>
                <a:gd name="T5" fmla="*/ 58 h 119"/>
                <a:gd name="T6" fmla="*/ 0 w 534"/>
                <a:gd name="T7" fmla="*/ 61 h 119"/>
                <a:gd name="T8" fmla="*/ 50 w 534"/>
                <a:gd name="T9" fmla="*/ 61 h 119"/>
                <a:gd name="T10" fmla="*/ 117 w 534"/>
                <a:gd name="T11" fmla="*/ 119 h 119"/>
                <a:gd name="T12" fmla="*/ 235 w 534"/>
                <a:gd name="T13" fmla="*/ 24 h 119"/>
                <a:gd name="T14" fmla="*/ 217 w 534"/>
                <a:gd name="T15" fmla="*/ 80 h 119"/>
                <a:gd name="T16" fmla="*/ 179 w 534"/>
                <a:gd name="T17" fmla="*/ 79 h 119"/>
                <a:gd name="T18" fmla="*/ 161 w 534"/>
                <a:gd name="T19" fmla="*/ 24 h 119"/>
                <a:gd name="T20" fmla="*/ 182 w 534"/>
                <a:gd name="T21" fmla="*/ 95 h 119"/>
                <a:gd name="T22" fmla="*/ 199 w 534"/>
                <a:gd name="T23" fmla="*/ 44 h 119"/>
                <a:gd name="T24" fmla="*/ 244 w 534"/>
                <a:gd name="T25" fmla="*/ 24 h 119"/>
                <a:gd name="T26" fmla="*/ 254 w 534"/>
                <a:gd name="T27" fmla="*/ 23 h 119"/>
                <a:gd name="T28" fmla="*/ 250 w 534"/>
                <a:gd name="T29" fmla="*/ 32 h 119"/>
                <a:gd name="T30" fmla="*/ 259 w 534"/>
                <a:gd name="T31" fmla="*/ 28 h 119"/>
                <a:gd name="T32" fmla="*/ 250 w 534"/>
                <a:gd name="T33" fmla="*/ 45 h 119"/>
                <a:gd name="T34" fmla="*/ 258 w 534"/>
                <a:gd name="T35" fmla="*/ 45 h 119"/>
                <a:gd name="T36" fmla="*/ 295 w 534"/>
                <a:gd name="T37" fmla="*/ 44 h 119"/>
                <a:gd name="T38" fmla="*/ 270 w 534"/>
                <a:gd name="T39" fmla="*/ 45 h 119"/>
                <a:gd name="T40" fmla="*/ 278 w 534"/>
                <a:gd name="T41" fmla="*/ 66 h 119"/>
                <a:gd name="T42" fmla="*/ 304 w 534"/>
                <a:gd name="T43" fmla="*/ 66 h 119"/>
                <a:gd name="T44" fmla="*/ 312 w 534"/>
                <a:gd name="T45" fmla="*/ 64 h 119"/>
                <a:gd name="T46" fmla="*/ 360 w 534"/>
                <a:gd name="T47" fmla="*/ 52 h 119"/>
                <a:gd name="T48" fmla="*/ 327 w 534"/>
                <a:gd name="T49" fmla="*/ 51 h 119"/>
                <a:gd name="T50" fmla="*/ 342 w 534"/>
                <a:gd name="T51" fmla="*/ 97 h 119"/>
                <a:gd name="T52" fmla="*/ 360 w 534"/>
                <a:gd name="T53" fmla="*/ 95 h 119"/>
                <a:gd name="T54" fmla="*/ 355 w 534"/>
                <a:gd name="T55" fmla="*/ 85 h 119"/>
                <a:gd name="T56" fmla="*/ 329 w 534"/>
                <a:gd name="T57" fmla="*/ 70 h 119"/>
                <a:gd name="T58" fmla="*/ 356 w 534"/>
                <a:gd name="T59" fmla="*/ 55 h 119"/>
                <a:gd name="T60" fmla="*/ 355 w 534"/>
                <a:gd name="T61" fmla="*/ 85 h 119"/>
                <a:gd name="T62" fmla="*/ 384 w 534"/>
                <a:gd name="T63" fmla="*/ 51 h 119"/>
                <a:gd name="T64" fmla="*/ 401 w 534"/>
                <a:gd name="T65" fmla="*/ 97 h 119"/>
                <a:gd name="T66" fmla="*/ 421 w 534"/>
                <a:gd name="T67" fmla="*/ 51 h 119"/>
                <a:gd name="T68" fmla="*/ 390 w 534"/>
                <a:gd name="T69" fmla="*/ 85 h 119"/>
                <a:gd name="T70" fmla="*/ 402 w 534"/>
                <a:gd name="T71" fmla="*/ 51 h 119"/>
                <a:gd name="T72" fmla="*/ 415 w 534"/>
                <a:gd name="T73" fmla="*/ 85 h 119"/>
                <a:gd name="T74" fmla="*/ 481 w 534"/>
                <a:gd name="T75" fmla="*/ 88 h 119"/>
                <a:gd name="T76" fmla="*/ 462 w 534"/>
                <a:gd name="T77" fmla="*/ 45 h 119"/>
                <a:gd name="T78" fmla="*/ 448 w 534"/>
                <a:gd name="T79" fmla="*/ 83 h 119"/>
                <a:gd name="T80" fmla="*/ 445 w 534"/>
                <a:gd name="T81" fmla="*/ 95 h 119"/>
                <a:gd name="T82" fmla="*/ 465 w 534"/>
                <a:gd name="T83" fmla="*/ 55 h 119"/>
                <a:gd name="T84" fmla="*/ 485 w 534"/>
                <a:gd name="T85" fmla="*/ 95 h 119"/>
                <a:gd name="T86" fmla="*/ 531 w 534"/>
                <a:gd name="T87" fmla="*/ 74 h 119"/>
                <a:gd name="T88" fmla="*/ 511 w 534"/>
                <a:gd name="T89" fmla="*/ 57 h 119"/>
                <a:gd name="T90" fmla="*/ 531 w 534"/>
                <a:gd name="T91" fmla="*/ 54 h 119"/>
                <a:gd name="T92" fmla="*/ 508 w 534"/>
                <a:gd name="T93" fmla="*/ 48 h 119"/>
                <a:gd name="T94" fmla="*/ 515 w 534"/>
                <a:gd name="T95" fmla="*/ 74 h 119"/>
                <a:gd name="T96" fmla="*/ 516 w 534"/>
                <a:gd name="T97" fmla="*/ 90 h 119"/>
                <a:gd name="T98" fmla="*/ 515 w 534"/>
                <a:gd name="T99" fmla="*/ 97 h 119"/>
                <a:gd name="T100" fmla="*/ 531 w 534"/>
                <a:gd name="T101" fmla="*/ 74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534" h="119">
                  <a:moveTo>
                    <a:pt x="53" y="9"/>
                  </a:moveTo>
                  <a:cubicBezTo>
                    <a:pt x="117" y="0"/>
                    <a:pt x="117" y="0"/>
                    <a:pt x="117" y="0"/>
                  </a:cubicBezTo>
                  <a:cubicBezTo>
                    <a:pt x="117" y="58"/>
                    <a:pt x="117" y="58"/>
                    <a:pt x="117" y="58"/>
                  </a:cubicBezTo>
                  <a:cubicBezTo>
                    <a:pt x="53" y="58"/>
                    <a:pt x="53" y="58"/>
                    <a:pt x="53" y="58"/>
                  </a:cubicBezTo>
                  <a:lnTo>
                    <a:pt x="53" y="9"/>
                  </a:lnTo>
                  <a:close/>
                  <a:moveTo>
                    <a:pt x="50" y="58"/>
                  </a:moveTo>
                  <a:cubicBezTo>
                    <a:pt x="50" y="9"/>
                    <a:pt x="50" y="9"/>
                    <a:pt x="50" y="9"/>
                  </a:cubicBezTo>
                  <a:cubicBezTo>
                    <a:pt x="0" y="17"/>
                    <a:pt x="0" y="17"/>
                    <a:pt x="0" y="17"/>
                  </a:cubicBezTo>
                  <a:cubicBezTo>
                    <a:pt x="0" y="58"/>
                    <a:pt x="0" y="58"/>
                    <a:pt x="0" y="58"/>
                  </a:cubicBezTo>
                  <a:lnTo>
                    <a:pt x="50" y="58"/>
                  </a:lnTo>
                  <a:close/>
                  <a:moveTo>
                    <a:pt x="50" y="61"/>
                  </a:moveTo>
                  <a:cubicBezTo>
                    <a:pt x="0" y="61"/>
                    <a:pt x="0" y="61"/>
                    <a:pt x="0" y="61"/>
                  </a:cubicBezTo>
                  <a:cubicBezTo>
                    <a:pt x="0" y="103"/>
                    <a:pt x="0" y="103"/>
                    <a:pt x="0" y="103"/>
                  </a:cubicBezTo>
                  <a:cubicBezTo>
                    <a:pt x="50" y="110"/>
                    <a:pt x="50" y="110"/>
                    <a:pt x="50" y="110"/>
                  </a:cubicBezTo>
                  <a:lnTo>
                    <a:pt x="50" y="61"/>
                  </a:lnTo>
                  <a:close/>
                  <a:moveTo>
                    <a:pt x="53" y="61"/>
                  </a:moveTo>
                  <a:cubicBezTo>
                    <a:pt x="53" y="110"/>
                    <a:pt x="53" y="110"/>
                    <a:pt x="53" y="110"/>
                  </a:cubicBezTo>
                  <a:cubicBezTo>
                    <a:pt x="117" y="119"/>
                    <a:pt x="117" y="119"/>
                    <a:pt x="117" y="119"/>
                  </a:cubicBezTo>
                  <a:cubicBezTo>
                    <a:pt x="117" y="61"/>
                    <a:pt x="117" y="61"/>
                    <a:pt x="117" y="61"/>
                  </a:cubicBezTo>
                  <a:lnTo>
                    <a:pt x="53" y="61"/>
                  </a:lnTo>
                  <a:close/>
                  <a:moveTo>
                    <a:pt x="235" y="24"/>
                  </a:moveTo>
                  <a:cubicBezTo>
                    <a:pt x="220" y="79"/>
                    <a:pt x="220" y="79"/>
                    <a:pt x="220" y="79"/>
                  </a:cubicBezTo>
                  <a:cubicBezTo>
                    <a:pt x="219" y="82"/>
                    <a:pt x="218" y="84"/>
                    <a:pt x="218" y="86"/>
                  </a:cubicBezTo>
                  <a:cubicBezTo>
                    <a:pt x="218" y="84"/>
                    <a:pt x="218" y="82"/>
                    <a:pt x="217" y="80"/>
                  </a:cubicBezTo>
                  <a:cubicBezTo>
                    <a:pt x="202" y="24"/>
                    <a:pt x="202" y="24"/>
                    <a:pt x="202" y="24"/>
                  </a:cubicBezTo>
                  <a:cubicBezTo>
                    <a:pt x="195" y="24"/>
                    <a:pt x="195" y="24"/>
                    <a:pt x="195" y="24"/>
                  </a:cubicBezTo>
                  <a:cubicBezTo>
                    <a:pt x="179" y="79"/>
                    <a:pt x="179" y="79"/>
                    <a:pt x="179" y="79"/>
                  </a:cubicBezTo>
                  <a:cubicBezTo>
                    <a:pt x="178" y="82"/>
                    <a:pt x="178" y="84"/>
                    <a:pt x="178" y="86"/>
                  </a:cubicBezTo>
                  <a:cubicBezTo>
                    <a:pt x="177" y="84"/>
                    <a:pt x="177" y="82"/>
                    <a:pt x="176" y="79"/>
                  </a:cubicBezTo>
                  <a:cubicBezTo>
                    <a:pt x="161" y="24"/>
                    <a:pt x="161" y="24"/>
                    <a:pt x="161" y="24"/>
                  </a:cubicBezTo>
                  <a:cubicBezTo>
                    <a:pt x="152" y="24"/>
                    <a:pt x="152" y="24"/>
                    <a:pt x="152" y="24"/>
                  </a:cubicBezTo>
                  <a:cubicBezTo>
                    <a:pt x="173" y="95"/>
                    <a:pt x="173" y="95"/>
                    <a:pt x="173" y="95"/>
                  </a:cubicBezTo>
                  <a:cubicBezTo>
                    <a:pt x="182" y="95"/>
                    <a:pt x="182" y="95"/>
                    <a:pt x="182" y="95"/>
                  </a:cubicBezTo>
                  <a:cubicBezTo>
                    <a:pt x="197" y="44"/>
                    <a:pt x="197" y="44"/>
                    <a:pt x="197" y="44"/>
                  </a:cubicBezTo>
                  <a:cubicBezTo>
                    <a:pt x="197" y="41"/>
                    <a:pt x="198" y="38"/>
                    <a:pt x="198" y="36"/>
                  </a:cubicBezTo>
                  <a:cubicBezTo>
                    <a:pt x="198" y="39"/>
                    <a:pt x="199" y="41"/>
                    <a:pt x="199" y="44"/>
                  </a:cubicBezTo>
                  <a:cubicBezTo>
                    <a:pt x="213" y="95"/>
                    <a:pt x="213" y="95"/>
                    <a:pt x="213" y="95"/>
                  </a:cubicBezTo>
                  <a:cubicBezTo>
                    <a:pt x="223" y="95"/>
                    <a:pt x="223" y="95"/>
                    <a:pt x="223" y="95"/>
                  </a:cubicBezTo>
                  <a:cubicBezTo>
                    <a:pt x="244" y="24"/>
                    <a:pt x="244" y="24"/>
                    <a:pt x="244" y="24"/>
                  </a:cubicBezTo>
                  <a:lnTo>
                    <a:pt x="235" y="24"/>
                  </a:lnTo>
                  <a:close/>
                  <a:moveTo>
                    <a:pt x="258" y="24"/>
                  </a:moveTo>
                  <a:cubicBezTo>
                    <a:pt x="257" y="23"/>
                    <a:pt x="255" y="23"/>
                    <a:pt x="254" y="23"/>
                  </a:cubicBezTo>
                  <a:cubicBezTo>
                    <a:pt x="252" y="23"/>
                    <a:pt x="251" y="23"/>
                    <a:pt x="250" y="24"/>
                  </a:cubicBezTo>
                  <a:cubicBezTo>
                    <a:pt x="249" y="25"/>
                    <a:pt x="249" y="26"/>
                    <a:pt x="249" y="28"/>
                  </a:cubicBezTo>
                  <a:cubicBezTo>
                    <a:pt x="249" y="29"/>
                    <a:pt x="249" y="31"/>
                    <a:pt x="250" y="32"/>
                  </a:cubicBezTo>
                  <a:cubicBezTo>
                    <a:pt x="251" y="32"/>
                    <a:pt x="253" y="33"/>
                    <a:pt x="254" y="33"/>
                  </a:cubicBezTo>
                  <a:cubicBezTo>
                    <a:pt x="255" y="33"/>
                    <a:pt x="257" y="32"/>
                    <a:pt x="258" y="31"/>
                  </a:cubicBezTo>
                  <a:cubicBezTo>
                    <a:pt x="259" y="31"/>
                    <a:pt x="259" y="29"/>
                    <a:pt x="259" y="28"/>
                  </a:cubicBezTo>
                  <a:cubicBezTo>
                    <a:pt x="259" y="26"/>
                    <a:pt x="259" y="25"/>
                    <a:pt x="258" y="24"/>
                  </a:cubicBezTo>
                  <a:close/>
                  <a:moveTo>
                    <a:pt x="258" y="45"/>
                  </a:moveTo>
                  <a:cubicBezTo>
                    <a:pt x="250" y="45"/>
                    <a:pt x="250" y="45"/>
                    <a:pt x="250" y="45"/>
                  </a:cubicBezTo>
                  <a:cubicBezTo>
                    <a:pt x="250" y="95"/>
                    <a:pt x="250" y="95"/>
                    <a:pt x="250" y="95"/>
                  </a:cubicBezTo>
                  <a:cubicBezTo>
                    <a:pt x="258" y="95"/>
                    <a:pt x="258" y="95"/>
                    <a:pt x="258" y="95"/>
                  </a:cubicBezTo>
                  <a:lnTo>
                    <a:pt x="258" y="45"/>
                  </a:lnTo>
                  <a:close/>
                  <a:moveTo>
                    <a:pt x="312" y="64"/>
                  </a:moveTo>
                  <a:cubicBezTo>
                    <a:pt x="312" y="58"/>
                    <a:pt x="310" y="53"/>
                    <a:pt x="307" y="49"/>
                  </a:cubicBezTo>
                  <a:cubicBezTo>
                    <a:pt x="305" y="46"/>
                    <a:pt x="300" y="44"/>
                    <a:pt x="295" y="44"/>
                  </a:cubicBezTo>
                  <a:cubicBezTo>
                    <a:pt x="287" y="44"/>
                    <a:pt x="282" y="47"/>
                    <a:pt x="278" y="53"/>
                  </a:cubicBezTo>
                  <a:cubicBezTo>
                    <a:pt x="278" y="45"/>
                    <a:pt x="278" y="45"/>
                    <a:pt x="278" y="45"/>
                  </a:cubicBezTo>
                  <a:cubicBezTo>
                    <a:pt x="270" y="45"/>
                    <a:pt x="270" y="45"/>
                    <a:pt x="270" y="45"/>
                  </a:cubicBezTo>
                  <a:cubicBezTo>
                    <a:pt x="270" y="95"/>
                    <a:pt x="270" y="95"/>
                    <a:pt x="270" y="95"/>
                  </a:cubicBezTo>
                  <a:cubicBezTo>
                    <a:pt x="278" y="95"/>
                    <a:pt x="278" y="95"/>
                    <a:pt x="278" y="95"/>
                  </a:cubicBezTo>
                  <a:cubicBezTo>
                    <a:pt x="278" y="66"/>
                    <a:pt x="278" y="66"/>
                    <a:pt x="278" y="66"/>
                  </a:cubicBezTo>
                  <a:cubicBezTo>
                    <a:pt x="278" y="62"/>
                    <a:pt x="279" y="58"/>
                    <a:pt x="282" y="55"/>
                  </a:cubicBezTo>
                  <a:cubicBezTo>
                    <a:pt x="284" y="52"/>
                    <a:pt x="287" y="51"/>
                    <a:pt x="292" y="51"/>
                  </a:cubicBezTo>
                  <a:cubicBezTo>
                    <a:pt x="300" y="51"/>
                    <a:pt x="304" y="56"/>
                    <a:pt x="304" y="66"/>
                  </a:cubicBezTo>
                  <a:cubicBezTo>
                    <a:pt x="304" y="95"/>
                    <a:pt x="304" y="95"/>
                    <a:pt x="304" y="95"/>
                  </a:cubicBezTo>
                  <a:cubicBezTo>
                    <a:pt x="312" y="95"/>
                    <a:pt x="312" y="95"/>
                    <a:pt x="312" y="95"/>
                  </a:cubicBezTo>
                  <a:lnTo>
                    <a:pt x="312" y="64"/>
                  </a:lnTo>
                  <a:close/>
                  <a:moveTo>
                    <a:pt x="368" y="20"/>
                  </a:moveTo>
                  <a:cubicBezTo>
                    <a:pt x="360" y="20"/>
                    <a:pt x="360" y="20"/>
                    <a:pt x="360" y="20"/>
                  </a:cubicBezTo>
                  <a:cubicBezTo>
                    <a:pt x="360" y="52"/>
                    <a:pt x="360" y="52"/>
                    <a:pt x="360" y="52"/>
                  </a:cubicBezTo>
                  <a:cubicBezTo>
                    <a:pt x="359" y="52"/>
                    <a:pt x="359" y="52"/>
                    <a:pt x="359" y="52"/>
                  </a:cubicBezTo>
                  <a:cubicBezTo>
                    <a:pt x="356" y="46"/>
                    <a:pt x="351" y="44"/>
                    <a:pt x="344" y="44"/>
                  </a:cubicBezTo>
                  <a:cubicBezTo>
                    <a:pt x="337" y="44"/>
                    <a:pt x="331" y="46"/>
                    <a:pt x="327" y="51"/>
                  </a:cubicBezTo>
                  <a:cubicBezTo>
                    <a:pt x="323" y="56"/>
                    <a:pt x="321" y="63"/>
                    <a:pt x="321" y="71"/>
                  </a:cubicBezTo>
                  <a:cubicBezTo>
                    <a:pt x="321" y="79"/>
                    <a:pt x="323" y="85"/>
                    <a:pt x="327" y="90"/>
                  </a:cubicBezTo>
                  <a:cubicBezTo>
                    <a:pt x="330" y="94"/>
                    <a:pt x="335" y="97"/>
                    <a:pt x="342" y="97"/>
                  </a:cubicBezTo>
                  <a:cubicBezTo>
                    <a:pt x="349" y="97"/>
                    <a:pt x="356" y="93"/>
                    <a:pt x="359" y="87"/>
                  </a:cubicBezTo>
                  <a:cubicBezTo>
                    <a:pt x="360" y="87"/>
                    <a:pt x="360" y="87"/>
                    <a:pt x="360" y="87"/>
                  </a:cubicBezTo>
                  <a:cubicBezTo>
                    <a:pt x="360" y="95"/>
                    <a:pt x="360" y="95"/>
                    <a:pt x="360" y="95"/>
                  </a:cubicBezTo>
                  <a:cubicBezTo>
                    <a:pt x="368" y="95"/>
                    <a:pt x="368" y="95"/>
                    <a:pt x="368" y="95"/>
                  </a:cubicBezTo>
                  <a:lnTo>
                    <a:pt x="368" y="20"/>
                  </a:lnTo>
                  <a:close/>
                  <a:moveTo>
                    <a:pt x="355" y="85"/>
                  </a:moveTo>
                  <a:cubicBezTo>
                    <a:pt x="353" y="88"/>
                    <a:pt x="348" y="90"/>
                    <a:pt x="344" y="90"/>
                  </a:cubicBezTo>
                  <a:cubicBezTo>
                    <a:pt x="339" y="90"/>
                    <a:pt x="336" y="88"/>
                    <a:pt x="333" y="85"/>
                  </a:cubicBezTo>
                  <a:cubicBezTo>
                    <a:pt x="330" y="82"/>
                    <a:pt x="329" y="77"/>
                    <a:pt x="329" y="70"/>
                  </a:cubicBezTo>
                  <a:cubicBezTo>
                    <a:pt x="329" y="64"/>
                    <a:pt x="331" y="59"/>
                    <a:pt x="333" y="56"/>
                  </a:cubicBezTo>
                  <a:cubicBezTo>
                    <a:pt x="336" y="52"/>
                    <a:pt x="340" y="51"/>
                    <a:pt x="345" y="51"/>
                  </a:cubicBezTo>
                  <a:cubicBezTo>
                    <a:pt x="349" y="51"/>
                    <a:pt x="353" y="52"/>
                    <a:pt x="356" y="55"/>
                  </a:cubicBezTo>
                  <a:cubicBezTo>
                    <a:pt x="358" y="57"/>
                    <a:pt x="360" y="61"/>
                    <a:pt x="360" y="65"/>
                  </a:cubicBezTo>
                  <a:cubicBezTo>
                    <a:pt x="360" y="73"/>
                    <a:pt x="360" y="73"/>
                    <a:pt x="360" y="73"/>
                  </a:cubicBezTo>
                  <a:cubicBezTo>
                    <a:pt x="360" y="78"/>
                    <a:pt x="358" y="82"/>
                    <a:pt x="355" y="85"/>
                  </a:cubicBezTo>
                  <a:close/>
                  <a:moveTo>
                    <a:pt x="421" y="51"/>
                  </a:moveTo>
                  <a:cubicBezTo>
                    <a:pt x="417" y="46"/>
                    <a:pt x="410" y="44"/>
                    <a:pt x="402" y="44"/>
                  </a:cubicBezTo>
                  <a:cubicBezTo>
                    <a:pt x="395" y="44"/>
                    <a:pt x="389" y="46"/>
                    <a:pt x="384" y="51"/>
                  </a:cubicBezTo>
                  <a:cubicBezTo>
                    <a:pt x="380" y="56"/>
                    <a:pt x="377" y="62"/>
                    <a:pt x="377" y="70"/>
                  </a:cubicBezTo>
                  <a:cubicBezTo>
                    <a:pt x="377" y="79"/>
                    <a:pt x="380" y="85"/>
                    <a:pt x="384" y="90"/>
                  </a:cubicBezTo>
                  <a:cubicBezTo>
                    <a:pt x="388" y="94"/>
                    <a:pt x="394" y="97"/>
                    <a:pt x="401" y="97"/>
                  </a:cubicBezTo>
                  <a:cubicBezTo>
                    <a:pt x="409" y="97"/>
                    <a:pt x="416" y="94"/>
                    <a:pt x="420" y="89"/>
                  </a:cubicBezTo>
                  <a:cubicBezTo>
                    <a:pt x="425" y="85"/>
                    <a:pt x="427" y="78"/>
                    <a:pt x="427" y="70"/>
                  </a:cubicBezTo>
                  <a:cubicBezTo>
                    <a:pt x="427" y="62"/>
                    <a:pt x="425" y="55"/>
                    <a:pt x="421" y="51"/>
                  </a:cubicBezTo>
                  <a:close/>
                  <a:moveTo>
                    <a:pt x="415" y="85"/>
                  </a:moveTo>
                  <a:cubicBezTo>
                    <a:pt x="411" y="88"/>
                    <a:pt x="407" y="90"/>
                    <a:pt x="402" y="90"/>
                  </a:cubicBezTo>
                  <a:cubicBezTo>
                    <a:pt x="397" y="90"/>
                    <a:pt x="393" y="88"/>
                    <a:pt x="390" y="85"/>
                  </a:cubicBezTo>
                  <a:cubicBezTo>
                    <a:pt x="387" y="82"/>
                    <a:pt x="385" y="77"/>
                    <a:pt x="385" y="70"/>
                  </a:cubicBezTo>
                  <a:cubicBezTo>
                    <a:pt x="385" y="64"/>
                    <a:pt x="387" y="59"/>
                    <a:pt x="390" y="56"/>
                  </a:cubicBezTo>
                  <a:cubicBezTo>
                    <a:pt x="393" y="52"/>
                    <a:pt x="397" y="51"/>
                    <a:pt x="402" y="51"/>
                  </a:cubicBezTo>
                  <a:cubicBezTo>
                    <a:pt x="407" y="51"/>
                    <a:pt x="411" y="52"/>
                    <a:pt x="415" y="56"/>
                  </a:cubicBezTo>
                  <a:cubicBezTo>
                    <a:pt x="417" y="59"/>
                    <a:pt x="419" y="64"/>
                    <a:pt x="419" y="70"/>
                  </a:cubicBezTo>
                  <a:cubicBezTo>
                    <a:pt x="419" y="77"/>
                    <a:pt x="417" y="82"/>
                    <a:pt x="415" y="85"/>
                  </a:cubicBezTo>
                  <a:close/>
                  <a:moveTo>
                    <a:pt x="492" y="45"/>
                  </a:moveTo>
                  <a:cubicBezTo>
                    <a:pt x="482" y="83"/>
                    <a:pt x="482" y="83"/>
                    <a:pt x="482" y="83"/>
                  </a:cubicBezTo>
                  <a:cubicBezTo>
                    <a:pt x="482" y="85"/>
                    <a:pt x="481" y="86"/>
                    <a:pt x="481" y="88"/>
                  </a:cubicBezTo>
                  <a:cubicBezTo>
                    <a:pt x="481" y="86"/>
                    <a:pt x="480" y="84"/>
                    <a:pt x="480" y="83"/>
                  </a:cubicBezTo>
                  <a:cubicBezTo>
                    <a:pt x="469" y="45"/>
                    <a:pt x="469" y="45"/>
                    <a:pt x="469" y="45"/>
                  </a:cubicBezTo>
                  <a:cubicBezTo>
                    <a:pt x="462" y="45"/>
                    <a:pt x="462" y="45"/>
                    <a:pt x="462" y="45"/>
                  </a:cubicBezTo>
                  <a:cubicBezTo>
                    <a:pt x="450" y="83"/>
                    <a:pt x="450" y="83"/>
                    <a:pt x="450" y="83"/>
                  </a:cubicBezTo>
                  <a:cubicBezTo>
                    <a:pt x="450" y="85"/>
                    <a:pt x="449" y="86"/>
                    <a:pt x="449" y="88"/>
                  </a:cubicBezTo>
                  <a:cubicBezTo>
                    <a:pt x="449" y="86"/>
                    <a:pt x="449" y="84"/>
                    <a:pt x="448" y="83"/>
                  </a:cubicBezTo>
                  <a:cubicBezTo>
                    <a:pt x="438" y="45"/>
                    <a:pt x="438" y="45"/>
                    <a:pt x="438" y="45"/>
                  </a:cubicBezTo>
                  <a:cubicBezTo>
                    <a:pt x="430" y="45"/>
                    <a:pt x="430" y="45"/>
                    <a:pt x="430" y="45"/>
                  </a:cubicBezTo>
                  <a:cubicBezTo>
                    <a:pt x="445" y="95"/>
                    <a:pt x="445" y="95"/>
                    <a:pt x="445" y="95"/>
                  </a:cubicBezTo>
                  <a:cubicBezTo>
                    <a:pt x="453" y="95"/>
                    <a:pt x="453" y="95"/>
                    <a:pt x="453" y="95"/>
                  </a:cubicBezTo>
                  <a:cubicBezTo>
                    <a:pt x="464" y="59"/>
                    <a:pt x="464" y="59"/>
                    <a:pt x="464" y="59"/>
                  </a:cubicBezTo>
                  <a:cubicBezTo>
                    <a:pt x="464" y="57"/>
                    <a:pt x="465" y="56"/>
                    <a:pt x="465" y="55"/>
                  </a:cubicBezTo>
                  <a:cubicBezTo>
                    <a:pt x="465" y="56"/>
                    <a:pt x="465" y="58"/>
                    <a:pt x="466" y="59"/>
                  </a:cubicBezTo>
                  <a:cubicBezTo>
                    <a:pt x="477" y="95"/>
                    <a:pt x="477" y="95"/>
                    <a:pt x="477" y="95"/>
                  </a:cubicBezTo>
                  <a:cubicBezTo>
                    <a:pt x="485" y="95"/>
                    <a:pt x="485" y="95"/>
                    <a:pt x="485" y="95"/>
                  </a:cubicBezTo>
                  <a:cubicBezTo>
                    <a:pt x="500" y="45"/>
                    <a:pt x="500" y="45"/>
                    <a:pt x="500" y="45"/>
                  </a:cubicBezTo>
                  <a:lnTo>
                    <a:pt x="492" y="45"/>
                  </a:lnTo>
                  <a:close/>
                  <a:moveTo>
                    <a:pt x="531" y="74"/>
                  </a:moveTo>
                  <a:cubicBezTo>
                    <a:pt x="529" y="71"/>
                    <a:pt x="525" y="69"/>
                    <a:pt x="521" y="67"/>
                  </a:cubicBezTo>
                  <a:cubicBezTo>
                    <a:pt x="517" y="65"/>
                    <a:pt x="514" y="64"/>
                    <a:pt x="513" y="62"/>
                  </a:cubicBezTo>
                  <a:cubicBezTo>
                    <a:pt x="512" y="61"/>
                    <a:pt x="511" y="60"/>
                    <a:pt x="511" y="57"/>
                  </a:cubicBezTo>
                  <a:cubicBezTo>
                    <a:pt x="511" y="55"/>
                    <a:pt x="512" y="54"/>
                    <a:pt x="514" y="52"/>
                  </a:cubicBezTo>
                  <a:cubicBezTo>
                    <a:pt x="515" y="51"/>
                    <a:pt x="517" y="51"/>
                    <a:pt x="520" y="51"/>
                  </a:cubicBezTo>
                  <a:cubicBezTo>
                    <a:pt x="524" y="51"/>
                    <a:pt x="528" y="52"/>
                    <a:pt x="531" y="54"/>
                  </a:cubicBezTo>
                  <a:cubicBezTo>
                    <a:pt x="531" y="46"/>
                    <a:pt x="531" y="46"/>
                    <a:pt x="531" y="46"/>
                  </a:cubicBezTo>
                  <a:cubicBezTo>
                    <a:pt x="528" y="45"/>
                    <a:pt x="525" y="44"/>
                    <a:pt x="521" y="44"/>
                  </a:cubicBezTo>
                  <a:cubicBezTo>
                    <a:pt x="516" y="44"/>
                    <a:pt x="511" y="45"/>
                    <a:pt x="508" y="48"/>
                  </a:cubicBezTo>
                  <a:cubicBezTo>
                    <a:pt x="505" y="51"/>
                    <a:pt x="503" y="54"/>
                    <a:pt x="503" y="58"/>
                  </a:cubicBezTo>
                  <a:cubicBezTo>
                    <a:pt x="503" y="62"/>
                    <a:pt x="504" y="64"/>
                    <a:pt x="506" y="67"/>
                  </a:cubicBezTo>
                  <a:cubicBezTo>
                    <a:pt x="508" y="69"/>
                    <a:pt x="511" y="71"/>
                    <a:pt x="515" y="74"/>
                  </a:cubicBezTo>
                  <a:cubicBezTo>
                    <a:pt x="520" y="76"/>
                    <a:pt x="522" y="77"/>
                    <a:pt x="524" y="78"/>
                  </a:cubicBezTo>
                  <a:cubicBezTo>
                    <a:pt x="525" y="80"/>
                    <a:pt x="525" y="81"/>
                    <a:pt x="525" y="83"/>
                  </a:cubicBezTo>
                  <a:cubicBezTo>
                    <a:pt x="525" y="88"/>
                    <a:pt x="522" y="90"/>
                    <a:pt x="516" y="90"/>
                  </a:cubicBezTo>
                  <a:cubicBezTo>
                    <a:pt x="511" y="90"/>
                    <a:pt x="507" y="88"/>
                    <a:pt x="503" y="85"/>
                  </a:cubicBezTo>
                  <a:cubicBezTo>
                    <a:pt x="503" y="94"/>
                    <a:pt x="503" y="94"/>
                    <a:pt x="503" y="94"/>
                  </a:cubicBezTo>
                  <a:cubicBezTo>
                    <a:pt x="507" y="96"/>
                    <a:pt x="511" y="97"/>
                    <a:pt x="515" y="97"/>
                  </a:cubicBezTo>
                  <a:cubicBezTo>
                    <a:pt x="521" y="97"/>
                    <a:pt x="525" y="95"/>
                    <a:pt x="529" y="93"/>
                  </a:cubicBezTo>
                  <a:cubicBezTo>
                    <a:pt x="532" y="90"/>
                    <a:pt x="534" y="86"/>
                    <a:pt x="534" y="82"/>
                  </a:cubicBezTo>
                  <a:cubicBezTo>
                    <a:pt x="534" y="79"/>
                    <a:pt x="533" y="76"/>
                    <a:pt x="531" y="74"/>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sz="1765"/>
            </a:p>
          </p:txBody>
        </p:sp>
      </p:grpSp>
      <p:grpSp>
        <p:nvGrpSpPr>
          <p:cNvPr id="34" name="Group 33"/>
          <p:cNvGrpSpPr/>
          <p:nvPr userDrawn="1"/>
        </p:nvGrpSpPr>
        <p:grpSpPr>
          <a:xfrm>
            <a:off x="4154136" y="1899336"/>
            <a:ext cx="4992199" cy="2100126"/>
            <a:chOff x="5649913" y="2582862"/>
            <a:chExt cx="6789737" cy="2855912"/>
          </a:xfrm>
          <a:solidFill>
            <a:schemeClr val="tx1">
              <a:alpha val="70000"/>
            </a:schemeClr>
          </a:solidFill>
        </p:grpSpPr>
        <p:sp>
          <p:nvSpPr>
            <p:cNvPr id="35" name="Rectangle 55"/>
            <p:cNvSpPr>
              <a:spLocks noChangeArrowheads="1"/>
            </p:cNvSpPr>
            <p:nvPr userDrawn="1"/>
          </p:nvSpPr>
          <p:spPr bwMode="auto">
            <a:xfrm>
              <a:off x="5819775" y="5091112"/>
              <a:ext cx="180975" cy="184150"/>
            </a:xfrm>
            <a:prstGeom prst="ellipse">
              <a:avLst/>
            </a:prstGeom>
            <a:grpFill/>
            <a:ln>
              <a:noFill/>
            </a:ln>
          </p:spPr>
          <p:txBody>
            <a:bodyPr vert="horz" wrap="square" lIns="91440" tIns="45720" rIns="91440" bIns="45720" numCol="1" anchor="t" anchorCtr="0" compatLnSpc="1">
              <a:prstTxWarp prst="textNoShape">
                <a:avLst/>
              </a:prstTxWarp>
            </a:bodyPr>
            <a:lstStyle/>
            <a:p>
              <a:endParaRPr lang="en-US" sz="1765"/>
            </a:p>
          </p:txBody>
        </p:sp>
        <p:sp>
          <p:nvSpPr>
            <p:cNvPr id="36" name="Freeform 56"/>
            <p:cNvSpPr>
              <a:spLocks noEditPoints="1"/>
            </p:cNvSpPr>
            <p:nvPr userDrawn="1"/>
          </p:nvSpPr>
          <p:spPr bwMode="auto">
            <a:xfrm>
              <a:off x="5649913" y="4927599"/>
              <a:ext cx="6789737" cy="511175"/>
            </a:xfrm>
            <a:custGeom>
              <a:avLst/>
              <a:gdLst>
                <a:gd name="T0" fmla="*/ 80 w 2114"/>
                <a:gd name="T1" fmla="*/ 147 h 159"/>
                <a:gd name="T2" fmla="*/ 12 w 2114"/>
                <a:gd name="T3" fmla="*/ 80 h 159"/>
                <a:gd name="T4" fmla="*/ 80 w 2114"/>
                <a:gd name="T5" fmla="*/ 12 h 159"/>
                <a:gd name="T6" fmla="*/ 147 w 2114"/>
                <a:gd name="T7" fmla="*/ 80 h 159"/>
                <a:gd name="T8" fmla="*/ 80 w 2114"/>
                <a:gd name="T9" fmla="*/ 147 h 159"/>
                <a:gd name="T10" fmla="*/ 2114 w 2114"/>
                <a:gd name="T11" fmla="*/ 0 h 159"/>
                <a:gd name="T12" fmla="*/ 1112 w 2114"/>
                <a:gd name="T13" fmla="*/ 0 h 159"/>
                <a:gd name="T14" fmla="*/ 1019 w 2114"/>
                <a:gd name="T15" fmla="*/ 74 h 159"/>
                <a:gd name="T16" fmla="*/ 159 w 2114"/>
                <a:gd name="T17" fmla="*/ 74 h 159"/>
                <a:gd name="T18" fmla="*/ 80 w 2114"/>
                <a:gd name="T19" fmla="*/ 0 h 159"/>
                <a:gd name="T20" fmla="*/ 0 w 2114"/>
                <a:gd name="T21" fmla="*/ 80 h 159"/>
                <a:gd name="T22" fmla="*/ 80 w 2114"/>
                <a:gd name="T23" fmla="*/ 159 h 159"/>
                <a:gd name="T24" fmla="*/ 159 w 2114"/>
                <a:gd name="T25" fmla="*/ 86 h 159"/>
                <a:gd name="T26" fmla="*/ 1023 w 2114"/>
                <a:gd name="T27" fmla="*/ 86 h 159"/>
                <a:gd name="T28" fmla="*/ 1116 w 2114"/>
                <a:gd name="T29" fmla="*/ 12 h 159"/>
                <a:gd name="T30" fmla="*/ 2114 w 2114"/>
                <a:gd name="T31" fmla="*/ 12 h 159"/>
                <a:gd name="T32" fmla="*/ 2114 w 2114"/>
                <a:gd name="T33" fmla="*/ 0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114" h="159">
                  <a:moveTo>
                    <a:pt x="80" y="147"/>
                  </a:moveTo>
                  <a:cubicBezTo>
                    <a:pt x="42" y="147"/>
                    <a:pt x="12" y="117"/>
                    <a:pt x="12" y="80"/>
                  </a:cubicBezTo>
                  <a:cubicBezTo>
                    <a:pt x="12" y="42"/>
                    <a:pt x="42" y="12"/>
                    <a:pt x="80" y="12"/>
                  </a:cubicBezTo>
                  <a:cubicBezTo>
                    <a:pt x="117" y="12"/>
                    <a:pt x="147" y="42"/>
                    <a:pt x="147" y="80"/>
                  </a:cubicBezTo>
                  <a:cubicBezTo>
                    <a:pt x="147" y="117"/>
                    <a:pt x="117" y="147"/>
                    <a:pt x="80" y="147"/>
                  </a:cubicBezTo>
                  <a:moveTo>
                    <a:pt x="2114" y="0"/>
                  </a:moveTo>
                  <a:cubicBezTo>
                    <a:pt x="1112" y="0"/>
                    <a:pt x="1112" y="0"/>
                    <a:pt x="1112" y="0"/>
                  </a:cubicBezTo>
                  <a:cubicBezTo>
                    <a:pt x="1019" y="74"/>
                    <a:pt x="1019" y="74"/>
                    <a:pt x="1019" y="74"/>
                  </a:cubicBezTo>
                  <a:cubicBezTo>
                    <a:pt x="159" y="74"/>
                    <a:pt x="159" y="74"/>
                    <a:pt x="159" y="74"/>
                  </a:cubicBezTo>
                  <a:cubicBezTo>
                    <a:pt x="156" y="32"/>
                    <a:pt x="121" y="0"/>
                    <a:pt x="80" y="0"/>
                  </a:cubicBezTo>
                  <a:cubicBezTo>
                    <a:pt x="36" y="0"/>
                    <a:pt x="0" y="36"/>
                    <a:pt x="0" y="80"/>
                  </a:cubicBezTo>
                  <a:cubicBezTo>
                    <a:pt x="0" y="123"/>
                    <a:pt x="36" y="159"/>
                    <a:pt x="80" y="159"/>
                  </a:cubicBezTo>
                  <a:cubicBezTo>
                    <a:pt x="121" y="159"/>
                    <a:pt x="156" y="127"/>
                    <a:pt x="159" y="86"/>
                  </a:cubicBezTo>
                  <a:cubicBezTo>
                    <a:pt x="1023" y="86"/>
                    <a:pt x="1023" y="86"/>
                    <a:pt x="1023" y="86"/>
                  </a:cubicBezTo>
                  <a:cubicBezTo>
                    <a:pt x="1116" y="12"/>
                    <a:pt x="1116" y="12"/>
                    <a:pt x="1116" y="12"/>
                  </a:cubicBezTo>
                  <a:cubicBezTo>
                    <a:pt x="2114" y="12"/>
                    <a:pt x="2114" y="12"/>
                    <a:pt x="2114" y="12"/>
                  </a:cubicBezTo>
                  <a:cubicBezTo>
                    <a:pt x="2114" y="0"/>
                    <a:pt x="2114" y="0"/>
                    <a:pt x="2114" y="0"/>
                  </a:cubicBezTo>
                </a:path>
              </a:pathLst>
            </a:custGeom>
            <a:grpFill/>
            <a:ln>
              <a:noFill/>
            </a:ln>
          </p:spPr>
          <p:txBody>
            <a:bodyPr vert="horz" wrap="square" lIns="91440" tIns="45720" rIns="91440" bIns="45720" numCol="1" anchor="t" anchorCtr="0" compatLnSpc="1">
              <a:prstTxWarp prst="textNoShape">
                <a:avLst/>
              </a:prstTxWarp>
            </a:bodyPr>
            <a:lstStyle/>
            <a:p>
              <a:endParaRPr lang="en-US" sz="1765"/>
            </a:p>
          </p:txBody>
        </p:sp>
        <p:sp>
          <p:nvSpPr>
            <p:cNvPr id="37" name="Freeform 57"/>
            <p:cNvSpPr>
              <a:spLocks noEditPoints="1"/>
            </p:cNvSpPr>
            <p:nvPr userDrawn="1"/>
          </p:nvSpPr>
          <p:spPr bwMode="auto">
            <a:xfrm>
              <a:off x="7356475" y="2582862"/>
              <a:ext cx="5083175" cy="1989137"/>
            </a:xfrm>
            <a:custGeom>
              <a:avLst/>
              <a:gdLst>
                <a:gd name="T0" fmla="*/ 80 w 1583"/>
                <a:gd name="T1" fmla="*/ 606 h 618"/>
                <a:gd name="T2" fmla="*/ 12 w 1583"/>
                <a:gd name="T3" fmla="*/ 539 h 618"/>
                <a:gd name="T4" fmla="*/ 80 w 1583"/>
                <a:gd name="T5" fmla="*/ 471 h 618"/>
                <a:gd name="T6" fmla="*/ 147 w 1583"/>
                <a:gd name="T7" fmla="*/ 539 h 618"/>
                <a:gd name="T8" fmla="*/ 80 w 1583"/>
                <a:gd name="T9" fmla="*/ 606 h 618"/>
                <a:gd name="T10" fmla="*/ 1583 w 1583"/>
                <a:gd name="T11" fmla="*/ 0 h 618"/>
                <a:gd name="T12" fmla="*/ 257 w 1583"/>
                <a:gd name="T13" fmla="*/ 0 h 618"/>
                <a:gd name="T14" fmla="*/ 257 w 1583"/>
                <a:gd name="T15" fmla="*/ 331 h 618"/>
                <a:gd name="T16" fmla="*/ 131 w 1583"/>
                <a:gd name="T17" fmla="*/ 478 h 618"/>
                <a:gd name="T18" fmla="*/ 80 w 1583"/>
                <a:gd name="T19" fmla="*/ 459 h 618"/>
                <a:gd name="T20" fmla="*/ 0 w 1583"/>
                <a:gd name="T21" fmla="*/ 539 h 618"/>
                <a:gd name="T22" fmla="*/ 80 w 1583"/>
                <a:gd name="T23" fmla="*/ 618 h 618"/>
                <a:gd name="T24" fmla="*/ 159 w 1583"/>
                <a:gd name="T25" fmla="*/ 539 h 618"/>
                <a:gd name="T26" fmla="*/ 140 w 1583"/>
                <a:gd name="T27" fmla="*/ 486 h 618"/>
                <a:gd name="T28" fmla="*/ 269 w 1583"/>
                <a:gd name="T29" fmla="*/ 336 h 618"/>
                <a:gd name="T30" fmla="*/ 269 w 1583"/>
                <a:gd name="T31" fmla="*/ 12 h 618"/>
                <a:gd name="T32" fmla="*/ 1583 w 1583"/>
                <a:gd name="T33" fmla="*/ 12 h 618"/>
                <a:gd name="T34" fmla="*/ 1583 w 1583"/>
                <a:gd name="T35" fmla="*/ 0 h 6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583" h="618">
                  <a:moveTo>
                    <a:pt x="80" y="606"/>
                  </a:moveTo>
                  <a:cubicBezTo>
                    <a:pt x="43" y="606"/>
                    <a:pt x="12" y="576"/>
                    <a:pt x="12" y="539"/>
                  </a:cubicBezTo>
                  <a:cubicBezTo>
                    <a:pt x="12" y="501"/>
                    <a:pt x="43" y="471"/>
                    <a:pt x="80" y="471"/>
                  </a:cubicBezTo>
                  <a:cubicBezTo>
                    <a:pt x="117" y="471"/>
                    <a:pt x="147" y="501"/>
                    <a:pt x="147" y="539"/>
                  </a:cubicBezTo>
                  <a:cubicBezTo>
                    <a:pt x="147" y="576"/>
                    <a:pt x="117" y="606"/>
                    <a:pt x="80" y="606"/>
                  </a:cubicBezTo>
                  <a:moveTo>
                    <a:pt x="1583" y="0"/>
                  </a:moveTo>
                  <a:cubicBezTo>
                    <a:pt x="257" y="0"/>
                    <a:pt x="257" y="0"/>
                    <a:pt x="257" y="0"/>
                  </a:cubicBezTo>
                  <a:cubicBezTo>
                    <a:pt x="257" y="331"/>
                    <a:pt x="257" y="331"/>
                    <a:pt x="257" y="331"/>
                  </a:cubicBezTo>
                  <a:cubicBezTo>
                    <a:pt x="131" y="478"/>
                    <a:pt x="131" y="478"/>
                    <a:pt x="131" y="478"/>
                  </a:cubicBezTo>
                  <a:cubicBezTo>
                    <a:pt x="117" y="466"/>
                    <a:pt x="99" y="459"/>
                    <a:pt x="80" y="459"/>
                  </a:cubicBezTo>
                  <a:cubicBezTo>
                    <a:pt x="36" y="459"/>
                    <a:pt x="0" y="495"/>
                    <a:pt x="0" y="539"/>
                  </a:cubicBezTo>
                  <a:cubicBezTo>
                    <a:pt x="0" y="582"/>
                    <a:pt x="36" y="618"/>
                    <a:pt x="80" y="618"/>
                  </a:cubicBezTo>
                  <a:cubicBezTo>
                    <a:pt x="124" y="618"/>
                    <a:pt x="159" y="582"/>
                    <a:pt x="159" y="539"/>
                  </a:cubicBezTo>
                  <a:cubicBezTo>
                    <a:pt x="159" y="518"/>
                    <a:pt x="152" y="500"/>
                    <a:pt x="140" y="486"/>
                  </a:cubicBezTo>
                  <a:cubicBezTo>
                    <a:pt x="269" y="336"/>
                    <a:pt x="269" y="336"/>
                    <a:pt x="269" y="336"/>
                  </a:cubicBezTo>
                  <a:cubicBezTo>
                    <a:pt x="269" y="12"/>
                    <a:pt x="269" y="12"/>
                    <a:pt x="269" y="12"/>
                  </a:cubicBezTo>
                  <a:cubicBezTo>
                    <a:pt x="1583" y="12"/>
                    <a:pt x="1583" y="12"/>
                    <a:pt x="1583" y="12"/>
                  </a:cubicBezTo>
                  <a:cubicBezTo>
                    <a:pt x="1583" y="0"/>
                    <a:pt x="1583" y="0"/>
                    <a:pt x="1583" y="0"/>
                  </a:cubicBezTo>
                </a:path>
              </a:pathLst>
            </a:custGeom>
            <a:grpFill/>
            <a:ln>
              <a:noFill/>
            </a:ln>
          </p:spPr>
          <p:txBody>
            <a:bodyPr vert="horz" wrap="square" lIns="91440" tIns="45720" rIns="91440" bIns="45720" numCol="1" anchor="t" anchorCtr="0" compatLnSpc="1">
              <a:prstTxWarp prst="textNoShape">
                <a:avLst/>
              </a:prstTxWarp>
            </a:bodyPr>
            <a:lstStyle/>
            <a:p>
              <a:endParaRPr lang="en-US" sz="1765"/>
            </a:p>
          </p:txBody>
        </p:sp>
        <p:sp>
          <p:nvSpPr>
            <p:cNvPr id="38" name="Freeform 58"/>
            <p:cNvSpPr>
              <a:spLocks/>
            </p:cNvSpPr>
            <p:nvPr userDrawn="1"/>
          </p:nvSpPr>
          <p:spPr bwMode="auto">
            <a:xfrm>
              <a:off x="8053388" y="2795587"/>
              <a:ext cx="4386262" cy="1468437"/>
            </a:xfrm>
            <a:custGeom>
              <a:avLst/>
              <a:gdLst>
                <a:gd name="T0" fmla="*/ 1366 w 1366"/>
                <a:gd name="T1" fmla="*/ 0 h 456"/>
                <a:gd name="T2" fmla="*/ 155 w 1366"/>
                <a:gd name="T3" fmla="*/ 0 h 456"/>
                <a:gd name="T4" fmla="*/ 155 w 1366"/>
                <a:gd name="T5" fmla="*/ 273 h 456"/>
                <a:gd name="T6" fmla="*/ 45 w 1366"/>
                <a:gd name="T7" fmla="*/ 405 h 456"/>
                <a:gd name="T8" fmla="*/ 28 w 1366"/>
                <a:gd name="T9" fmla="*/ 399 h 456"/>
                <a:gd name="T10" fmla="*/ 0 w 1366"/>
                <a:gd name="T11" fmla="*/ 427 h 456"/>
                <a:gd name="T12" fmla="*/ 28 w 1366"/>
                <a:gd name="T13" fmla="*/ 456 h 456"/>
                <a:gd name="T14" fmla="*/ 56 w 1366"/>
                <a:gd name="T15" fmla="*/ 427 h 456"/>
                <a:gd name="T16" fmla="*/ 53 w 1366"/>
                <a:gd name="T17" fmla="*/ 414 h 456"/>
                <a:gd name="T18" fmla="*/ 167 w 1366"/>
                <a:gd name="T19" fmla="*/ 277 h 456"/>
                <a:gd name="T20" fmla="*/ 167 w 1366"/>
                <a:gd name="T21" fmla="*/ 12 h 456"/>
                <a:gd name="T22" fmla="*/ 1366 w 1366"/>
                <a:gd name="T23" fmla="*/ 12 h 456"/>
                <a:gd name="T24" fmla="*/ 1366 w 1366"/>
                <a:gd name="T25" fmla="*/ 0 h 4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66" h="456">
                  <a:moveTo>
                    <a:pt x="1366" y="0"/>
                  </a:moveTo>
                  <a:cubicBezTo>
                    <a:pt x="155" y="0"/>
                    <a:pt x="155" y="0"/>
                    <a:pt x="155" y="0"/>
                  </a:cubicBezTo>
                  <a:cubicBezTo>
                    <a:pt x="155" y="273"/>
                    <a:pt x="155" y="273"/>
                    <a:pt x="155" y="273"/>
                  </a:cubicBezTo>
                  <a:cubicBezTo>
                    <a:pt x="45" y="405"/>
                    <a:pt x="45" y="405"/>
                    <a:pt x="45" y="405"/>
                  </a:cubicBezTo>
                  <a:cubicBezTo>
                    <a:pt x="40" y="401"/>
                    <a:pt x="34" y="399"/>
                    <a:pt x="28" y="399"/>
                  </a:cubicBezTo>
                  <a:cubicBezTo>
                    <a:pt x="12" y="399"/>
                    <a:pt x="0" y="412"/>
                    <a:pt x="0" y="427"/>
                  </a:cubicBezTo>
                  <a:cubicBezTo>
                    <a:pt x="0" y="443"/>
                    <a:pt x="12" y="456"/>
                    <a:pt x="28" y="456"/>
                  </a:cubicBezTo>
                  <a:cubicBezTo>
                    <a:pt x="43" y="456"/>
                    <a:pt x="56" y="443"/>
                    <a:pt x="56" y="427"/>
                  </a:cubicBezTo>
                  <a:cubicBezTo>
                    <a:pt x="56" y="422"/>
                    <a:pt x="55" y="418"/>
                    <a:pt x="53" y="414"/>
                  </a:cubicBezTo>
                  <a:cubicBezTo>
                    <a:pt x="167" y="277"/>
                    <a:pt x="167" y="277"/>
                    <a:pt x="167" y="277"/>
                  </a:cubicBezTo>
                  <a:cubicBezTo>
                    <a:pt x="167" y="12"/>
                    <a:pt x="167" y="12"/>
                    <a:pt x="167" y="12"/>
                  </a:cubicBezTo>
                  <a:cubicBezTo>
                    <a:pt x="1366" y="12"/>
                    <a:pt x="1366" y="12"/>
                    <a:pt x="1366" y="12"/>
                  </a:cubicBezTo>
                  <a:cubicBezTo>
                    <a:pt x="1366" y="0"/>
                    <a:pt x="1366" y="0"/>
                    <a:pt x="1366" y="0"/>
                  </a:cubicBezTo>
                </a:path>
              </a:pathLst>
            </a:custGeom>
            <a:grpFill/>
            <a:ln>
              <a:noFill/>
            </a:ln>
          </p:spPr>
          <p:txBody>
            <a:bodyPr vert="horz" wrap="square" lIns="91440" tIns="45720" rIns="91440" bIns="45720" numCol="1" anchor="t" anchorCtr="0" compatLnSpc="1">
              <a:prstTxWarp prst="textNoShape">
                <a:avLst/>
              </a:prstTxWarp>
            </a:bodyPr>
            <a:lstStyle/>
            <a:p>
              <a:endParaRPr lang="en-US" sz="1765"/>
            </a:p>
          </p:txBody>
        </p:sp>
        <p:sp>
          <p:nvSpPr>
            <p:cNvPr id="39" name="Freeform 59"/>
            <p:cNvSpPr>
              <a:spLocks/>
            </p:cNvSpPr>
            <p:nvPr userDrawn="1"/>
          </p:nvSpPr>
          <p:spPr bwMode="auto">
            <a:xfrm>
              <a:off x="9871075" y="3313112"/>
              <a:ext cx="2568575" cy="180975"/>
            </a:xfrm>
            <a:custGeom>
              <a:avLst/>
              <a:gdLst>
                <a:gd name="T0" fmla="*/ 28 w 800"/>
                <a:gd name="T1" fmla="*/ 0 h 56"/>
                <a:gd name="T2" fmla="*/ 0 w 800"/>
                <a:gd name="T3" fmla="*/ 28 h 56"/>
                <a:gd name="T4" fmla="*/ 28 w 800"/>
                <a:gd name="T5" fmla="*/ 56 h 56"/>
                <a:gd name="T6" fmla="*/ 56 w 800"/>
                <a:gd name="T7" fmla="*/ 32 h 56"/>
                <a:gd name="T8" fmla="*/ 800 w 800"/>
                <a:gd name="T9" fmla="*/ 32 h 56"/>
                <a:gd name="T10" fmla="*/ 800 w 800"/>
                <a:gd name="T11" fmla="*/ 24 h 56"/>
                <a:gd name="T12" fmla="*/ 56 w 800"/>
                <a:gd name="T13" fmla="*/ 24 h 56"/>
                <a:gd name="T14" fmla="*/ 28 w 800"/>
                <a:gd name="T15" fmla="*/ 0 h 5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00" h="56">
                  <a:moveTo>
                    <a:pt x="28" y="0"/>
                  </a:moveTo>
                  <a:cubicBezTo>
                    <a:pt x="12" y="0"/>
                    <a:pt x="0" y="12"/>
                    <a:pt x="0" y="28"/>
                  </a:cubicBezTo>
                  <a:cubicBezTo>
                    <a:pt x="0" y="44"/>
                    <a:pt x="12" y="56"/>
                    <a:pt x="28" y="56"/>
                  </a:cubicBezTo>
                  <a:cubicBezTo>
                    <a:pt x="42" y="56"/>
                    <a:pt x="54" y="46"/>
                    <a:pt x="56" y="32"/>
                  </a:cubicBezTo>
                  <a:cubicBezTo>
                    <a:pt x="800" y="32"/>
                    <a:pt x="800" y="32"/>
                    <a:pt x="800" y="32"/>
                  </a:cubicBezTo>
                  <a:cubicBezTo>
                    <a:pt x="800" y="24"/>
                    <a:pt x="800" y="24"/>
                    <a:pt x="800" y="24"/>
                  </a:cubicBezTo>
                  <a:cubicBezTo>
                    <a:pt x="56" y="24"/>
                    <a:pt x="56" y="24"/>
                    <a:pt x="56" y="24"/>
                  </a:cubicBezTo>
                  <a:cubicBezTo>
                    <a:pt x="54" y="10"/>
                    <a:pt x="42" y="0"/>
                    <a:pt x="28" y="0"/>
                  </a:cubicBezTo>
                </a:path>
              </a:pathLst>
            </a:custGeom>
            <a:grpFill/>
            <a:ln>
              <a:noFill/>
            </a:ln>
          </p:spPr>
          <p:txBody>
            <a:bodyPr vert="horz" wrap="square" lIns="91440" tIns="45720" rIns="91440" bIns="45720" numCol="1" anchor="t" anchorCtr="0" compatLnSpc="1">
              <a:prstTxWarp prst="textNoShape">
                <a:avLst/>
              </a:prstTxWarp>
            </a:bodyPr>
            <a:lstStyle/>
            <a:p>
              <a:endParaRPr lang="en-US" sz="1765"/>
            </a:p>
          </p:txBody>
        </p:sp>
        <p:sp>
          <p:nvSpPr>
            <p:cNvPr id="40" name="Freeform 60"/>
            <p:cNvSpPr>
              <a:spLocks/>
            </p:cNvSpPr>
            <p:nvPr userDrawn="1"/>
          </p:nvSpPr>
          <p:spPr bwMode="auto">
            <a:xfrm>
              <a:off x="9588500" y="3575049"/>
              <a:ext cx="2851150" cy="179387"/>
            </a:xfrm>
            <a:custGeom>
              <a:avLst/>
              <a:gdLst>
                <a:gd name="T0" fmla="*/ 28 w 888"/>
                <a:gd name="T1" fmla="*/ 0 h 56"/>
                <a:gd name="T2" fmla="*/ 0 w 888"/>
                <a:gd name="T3" fmla="*/ 28 h 56"/>
                <a:gd name="T4" fmla="*/ 28 w 888"/>
                <a:gd name="T5" fmla="*/ 56 h 56"/>
                <a:gd name="T6" fmla="*/ 56 w 888"/>
                <a:gd name="T7" fmla="*/ 32 h 56"/>
                <a:gd name="T8" fmla="*/ 888 w 888"/>
                <a:gd name="T9" fmla="*/ 32 h 56"/>
                <a:gd name="T10" fmla="*/ 888 w 888"/>
                <a:gd name="T11" fmla="*/ 24 h 56"/>
                <a:gd name="T12" fmla="*/ 56 w 888"/>
                <a:gd name="T13" fmla="*/ 24 h 56"/>
                <a:gd name="T14" fmla="*/ 28 w 888"/>
                <a:gd name="T15" fmla="*/ 0 h 5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88" h="56">
                  <a:moveTo>
                    <a:pt x="28" y="0"/>
                  </a:moveTo>
                  <a:cubicBezTo>
                    <a:pt x="13" y="0"/>
                    <a:pt x="0" y="12"/>
                    <a:pt x="0" y="28"/>
                  </a:cubicBezTo>
                  <a:cubicBezTo>
                    <a:pt x="0" y="43"/>
                    <a:pt x="13" y="56"/>
                    <a:pt x="28" y="56"/>
                  </a:cubicBezTo>
                  <a:cubicBezTo>
                    <a:pt x="42" y="56"/>
                    <a:pt x="54" y="45"/>
                    <a:pt x="56" y="32"/>
                  </a:cubicBezTo>
                  <a:cubicBezTo>
                    <a:pt x="888" y="32"/>
                    <a:pt x="888" y="32"/>
                    <a:pt x="888" y="32"/>
                  </a:cubicBezTo>
                  <a:cubicBezTo>
                    <a:pt x="888" y="24"/>
                    <a:pt x="888" y="24"/>
                    <a:pt x="888" y="24"/>
                  </a:cubicBezTo>
                  <a:cubicBezTo>
                    <a:pt x="56" y="24"/>
                    <a:pt x="56" y="24"/>
                    <a:pt x="56" y="24"/>
                  </a:cubicBezTo>
                  <a:cubicBezTo>
                    <a:pt x="54" y="10"/>
                    <a:pt x="42" y="0"/>
                    <a:pt x="28" y="0"/>
                  </a:cubicBezTo>
                </a:path>
              </a:pathLst>
            </a:custGeom>
            <a:grpFill/>
            <a:ln>
              <a:noFill/>
            </a:ln>
          </p:spPr>
          <p:txBody>
            <a:bodyPr vert="horz" wrap="square" lIns="91440" tIns="45720" rIns="91440" bIns="45720" numCol="1" anchor="t" anchorCtr="0" compatLnSpc="1">
              <a:prstTxWarp prst="textNoShape">
                <a:avLst/>
              </a:prstTxWarp>
            </a:bodyPr>
            <a:lstStyle/>
            <a:p>
              <a:endParaRPr lang="en-US" sz="1765"/>
            </a:p>
          </p:txBody>
        </p:sp>
        <p:sp>
          <p:nvSpPr>
            <p:cNvPr id="41" name="Freeform 61"/>
            <p:cNvSpPr>
              <a:spLocks/>
            </p:cNvSpPr>
            <p:nvPr userDrawn="1"/>
          </p:nvSpPr>
          <p:spPr bwMode="auto">
            <a:xfrm>
              <a:off x="9193213" y="3835399"/>
              <a:ext cx="3246437" cy="180975"/>
            </a:xfrm>
            <a:custGeom>
              <a:avLst/>
              <a:gdLst>
                <a:gd name="T0" fmla="*/ 29 w 1011"/>
                <a:gd name="T1" fmla="*/ 0 h 56"/>
                <a:gd name="T2" fmla="*/ 0 w 1011"/>
                <a:gd name="T3" fmla="*/ 28 h 56"/>
                <a:gd name="T4" fmla="*/ 29 w 1011"/>
                <a:gd name="T5" fmla="*/ 56 h 56"/>
                <a:gd name="T6" fmla="*/ 57 w 1011"/>
                <a:gd name="T7" fmla="*/ 32 h 56"/>
                <a:gd name="T8" fmla="*/ 1011 w 1011"/>
                <a:gd name="T9" fmla="*/ 32 h 56"/>
                <a:gd name="T10" fmla="*/ 1011 w 1011"/>
                <a:gd name="T11" fmla="*/ 24 h 56"/>
                <a:gd name="T12" fmla="*/ 57 w 1011"/>
                <a:gd name="T13" fmla="*/ 24 h 56"/>
                <a:gd name="T14" fmla="*/ 29 w 1011"/>
                <a:gd name="T15" fmla="*/ 0 h 5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11" h="56">
                  <a:moveTo>
                    <a:pt x="29" y="0"/>
                  </a:moveTo>
                  <a:cubicBezTo>
                    <a:pt x="13" y="0"/>
                    <a:pt x="0" y="12"/>
                    <a:pt x="0" y="28"/>
                  </a:cubicBezTo>
                  <a:cubicBezTo>
                    <a:pt x="0" y="44"/>
                    <a:pt x="13" y="56"/>
                    <a:pt x="29" y="56"/>
                  </a:cubicBezTo>
                  <a:cubicBezTo>
                    <a:pt x="43" y="56"/>
                    <a:pt x="55" y="46"/>
                    <a:pt x="57" y="32"/>
                  </a:cubicBezTo>
                  <a:cubicBezTo>
                    <a:pt x="1011" y="32"/>
                    <a:pt x="1011" y="32"/>
                    <a:pt x="1011" y="32"/>
                  </a:cubicBezTo>
                  <a:cubicBezTo>
                    <a:pt x="1011" y="24"/>
                    <a:pt x="1011" y="24"/>
                    <a:pt x="1011" y="24"/>
                  </a:cubicBezTo>
                  <a:cubicBezTo>
                    <a:pt x="57" y="24"/>
                    <a:pt x="57" y="24"/>
                    <a:pt x="57" y="24"/>
                  </a:cubicBezTo>
                  <a:cubicBezTo>
                    <a:pt x="55" y="10"/>
                    <a:pt x="43" y="0"/>
                    <a:pt x="29" y="0"/>
                  </a:cubicBezTo>
                </a:path>
              </a:pathLst>
            </a:custGeom>
            <a:grpFill/>
            <a:ln>
              <a:noFill/>
            </a:ln>
          </p:spPr>
          <p:txBody>
            <a:bodyPr vert="horz" wrap="square" lIns="91440" tIns="45720" rIns="91440" bIns="45720" numCol="1" anchor="t" anchorCtr="0" compatLnSpc="1">
              <a:prstTxWarp prst="textNoShape">
                <a:avLst/>
              </a:prstTxWarp>
            </a:bodyPr>
            <a:lstStyle/>
            <a:p>
              <a:endParaRPr lang="en-US" sz="1765"/>
            </a:p>
          </p:txBody>
        </p:sp>
        <p:sp>
          <p:nvSpPr>
            <p:cNvPr id="42" name="Freeform 62"/>
            <p:cNvSpPr>
              <a:spLocks/>
            </p:cNvSpPr>
            <p:nvPr userDrawn="1"/>
          </p:nvSpPr>
          <p:spPr bwMode="auto">
            <a:xfrm>
              <a:off x="9545638" y="4092574"/>
              <a:ext cx="2894012" cy="180975"/>
            </a:xfrm>
            <a:custGeom>
              <a:avLst/>
              <a:gdLst>
                <a:gd name="T0" fmla="*/ 28 w 901"/>
                <a:gd name="T1" fmla="*/ 0 h 56"/>
                <a:gd name="T2" fmla="*/ 0 w 901"/>
                <a:gd name="T3" fmla="*/ 28 h 56"/>
                <a:gd name="T4" fmla="*/ 28 w 901"/>
                <a:gd name="T5" fmla="*/ 56 h 56"/>
                <a:gd name="T6" fmla="*/ 56 w 901"/>
                <a:gd name="T7" fmla="*/ 32 h 56"/>
                <a:gd name="T8" fmla="*/ 901 w 901"/>
                <a:gd name="T9" fmla="*/ 32 h 56"/>
                <a:gd name="T10" fmla="*/ 901 w 901"/>
                <a:gd name="T11" fmla="*/ 24 h 56"/>
                <a:gd name="T12" fmla="*/ 56 w 901"/>
                <a:gd name="T13" fmla="*/ 24 h 56"/>
                <a:gd name="T14" fmla="*/ 28 w 901"/>
                <a:gd name="T15" fmla="*/ 0 h 5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01" h="56">
                  <a:moveTo>
                    <a:pt x="28" y="0"/>
                  </a:moveTo>
                  <a:cubicBezTo>
                    <a:pt x="12" y="0"/>
                    <a:pt x="0" y="12"/>
                    <a:pt x="0" y="28"/>
                  </a:cubicBezTo>
                  <a:cubicBezTo>
                    <a:pt x="0" y="44"/>
                    <a:pt x="12" y="56"/>
                    <a:pt x="28" y="56"/>
                  </a:cubicBezTo>
                  <a:cubicBezTo>
                    <a:pt x="42" y="56"/>
                    <a:pt x="54" y="46"/>
                    <a:pt x="56" y="32"/>
                  </a:cubicBezTo>
                  <a:cubicBezTo>
                    <a:pt x="901" y="32"/>
                    <a:pt x="901" y="32"/>
                    <a:pt x="901" y="32"/>
                  </a:cubicBezTo>
                  <a:cubicBezTo>
                    <a:pt x="901" y="24"/>
                    <a:pt x="901" y="24"/>
                    <a:pt x="901" y="24"/>
                  </a:cubicBezTo>
                  <a:cubicBezTo>
                    <a:pt x="56" y="24"/>
                    <a:pt x="56" y="24"/>
                    <a:pt x="56" y="24"/>
                  </a:cubicBezTo>
                  <a:cubicBezTo>
                    <a:pt x="54" y="10"/>
                    <a:pt x="42" y="0"/>
                    <a:pt x="28" y="0"/>
                  </a:cubicBezTo>
                </a:path>
              </a:pathLst>
            </a:custGeom>
            <a:grpFill/>
            <a:ln>
              <a:noFill/>
            </a:ln>
          </p:spPr>
          <p:txBody>
            <a:bodyPr vert="horz" wrap="square" lIns="91440" tIns="45720" rIns="91440" bIns="45720" numCol="1" anchor="t" anchorCtr="0" compatLnSpc="1">
              <a:prstTxWarp prst="textNoShape">
                <a:avLst/>
              </a:prstTxWarp>
            </a:bodyPr>
            <a:lstStyle/>
            <a:p>
              <a:endParaRPr lang="en-US" sz="1765"/>
            </a:p>
          </p:txBody>
        </p:sp>
        <p:sp>
          <p:nvSpPr>
            <p:cNvPr id="43" name="Freeform 63"/>
            <p:cNvSpPr>
              <a:spLocks/>
            </p:cNvSpPr>
            <p:nvPr userDrawn="1"/>
          </p:nvSpPr>
          <p:spPr bwMode="auto">
            <a:xfrm>
              <a:off x="9828213" y="4354512"/>
              <a:ext cx="2611437" cy="182562"/>
            </a:xfrm>
            <a:custGeom>
              <a:avLst/>
              <a:gdLst>
                <a:gd name="T0" fmla="*/ 28 w 813"/>
                <a:gd name="T1" fmla="*/ 0 h 57"/>
                <a:gd name="T2" fmla="*/ 0 w 813"/>
                <a:gd name="T3" fmla="*/ 28 h 57"/>
                <a:gd name="T4" fmla="*/ 28 w 813"/>
                <a:gd name="T5" fmla="*/ 57 h 57"/>
                <a:gd name="T6" fmla="*/ 56 w 813"/>
                <a:gd name="T7" fmla="*/ 32 h 57"/>
                <a:gd name="T8" fmla="*/ 813 w 813"/>
                <a:gd name="T9" fmla="*/ 32 h 57"/>
                <a:gd name="T10" fmla="*/ 813 w 813"/>
                <a:gd name="T11" fmla="*/ 24 h 57"/>
                <a:gd name="T12" fmla="*/ 56 w 813"/>
                <a:gd name="T13" fmla="*/ 24 h 57"/>
                <a:gd name="T14" fmla="*/ 28 w 813"/>
                <a:gd name="T15" fmla="*/ 0 h 5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13" h="57">
                  <a:moveTo>
                    <a:pt x="28" y="0"/>
                  </a:moveTo>
                  <a:cubicBezTo>
                    <a:pt x="12" y="0"/>
                    <a:pt x="0" y="13"/>
                    <a:pt x="0" y="28"/>
                  </a:cubicBezTo>
                  <a:cubicBezTo>
                    <a:pt x="0" y="44"/>
                    <a:pt x="12" y="57"/>
                    <a:pt x="28" y="57"/>
                  </a:cubicBezTo>
                  <a:cubicBezTo>
                    <a:pt x="42" y="57"/>
                    <a:pt x="54" y="46"/>
                    <a:pt x="56" y="32"/>
                  </a:cubicBezTo>
                  <a:cubicBezTo>
                    <a:pt x="813" y="32"/>
                    <a:pt x="813" y="32"/>
                    <a:pt x="813" y="32"/>
                  </a:cubicBezTo>
                  <a:cubicBezTo>
                    <a:pt x="813" y="24"/>
                    <a:pt x="813" y="24"/>
                    <a:pt x="813" y="24"/>
                  </a:cubicBezTo>
                  <a:cubicBezTo>
                    <a:pt x="56" y="24"/>
                    <a:pt x="56" y="24"/>
                    <a:pt x="56" y="24"/>
                  </a:cubicBezTo>
                  <a:cubicBezTo>
                    <a:pt x="54" y="11"/>
                    <a:pt x="42" y="0"/>
                    <a:pt x="28" y="0"/>
                  </a:cubicBezTo>
                </a:path>
              </a:pathLst>
            </a:custGeom>
            <a:grpFill/>
            <a:ln>
              <a:noFill/>
            </a:ln>
          </p:spPr>
          <p:txBody>
            <a:bodyPr vert="horz" wrap="square" lIns="91440" tIns="45720" rIns="91440" bIns="45720" numCol="1" anchor="t" anchorCtr="0" compatLnSpc="1">
              <a:prstTxWarp prst="textNoShape">
                <a:avLst/>
              </a:prstTxWarp>
            </a:bodyPr>
            <a:lstStyle/>
            <a:p>
              <a:endParaRPr lang="en-US" sz="1765"/>
            </a:p>
          </p:txBody>
        </p:sp>
      </p:grpSp>
    </p:spTree>
    <p:extLst>
      <p:ext uri="{BB962C8B-B14F-4D97-AF65-F5344CB8AC3E}">
        <p14:creationId xmlns:p14="http://schemas.microsoft.com/office/powerpoint/2010/main" val="41709067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3_Title Slide Photo_Option">
    <p:spTree>
      <p:nvGrpSpPr>
        <p:cNvPr id="1" name=""/>
        <p:cNvGrpSpPr/>
        <p:nvPr/>
      </p:nvGrpSpPr>
      <p:grpSpPr>
        <a:xfrm>
          <a:off x="0" y="0"/>
          <a:ext cx="0" cy="0"/>
          <a:chOff x="0" y="0"/>
          <a:chExt cx="0" cy="0"/>
        </a:xfrm>
      </p:grpSpPr>
      <p:sp>
        <p:nvSpPr>
          <p:cNvPr id="9" name="Title 1"/>
          <p:cNvSpPr>
            <a:spLocks noGrp="1"/>
          </p:cNvSpPr>
          <p:nvPr>
            <p:ph type="title" hasCustomPrompt="1"/>
          </p:nvPr>
        </p:nvSpPr>
        <p:spPr bwMode="auto">
          <a:xfrm>
            <a:off x="256740" y="1340052"/>
            <a:ext cx="4397213" cy="1971877"/>
          </a:xfrm>
          <a:noFill/>
        </p:spPr>
        <p:txBody>
          <a:bodyPr lIns="146304" tIns="91440" rIns="146304" bIns="91440" anchor="t" anchorCtr="0"/>
          <a:lstStyle>
            <a:lvl1pPr>
              <a:defRPr sz="3971" spc="-74" baseline="0">
                <a:gradFill>
                  <a:gsLst>
                    <a:gs pos="57576">
                      <a:srgbClr val="FFFFFF"/>
                    </a:gs>
                    <a:gs pos="35000">
                      <a:srgbClr val="FFFFFF"/>
                    </a:gs>
                  </a:gsLst>
                  <a:lin ang="5400000" scaled="0"/>
                </a:gradFill>
              </a:defRPr>
            </a:lvl1pPr>
          </a:lstStyle>
          <a:p>
            <a:r>
              <a:rPr lang="en-US" dirty="0"/>
              <a:t>Presentation title</a:t>
            </a:r>
          </a:p>
        </p:txBody>
      </p:sp>
      <p:sp>
        <p:nvSpPr>
          <p:cNvPr id="3" name="Text Placeholder 2"/>
          <p:cNvSpPr>
            <a:spLocks noGrp="1"/>
          </p:cNvSpPr>
          <p:nvPr>
            <p:ph type="body" sz="quarter" idx="14" hasCustomPrompt="1"/>
          </p:nvPr>
        </p:nvSpPr>
        <p:spPr bwMode="auto">
          <a:xfrm>
            <a:off x="256740" y="3311929"/>
            <a:ext cx="4397213" cy="907580"/>
          </a:xfrm>
        </p:spPr>
        <p:txBody>
          <a:bodyPr tIns="109728" bIns="109728">
            <a:noAutofit/>
          </a:bodyPr>
          <a:lstStyle>
            <a:lvl1pPr marL="0" indent="0">
              <a:spcBef>
                <a:spcPts val="0"/>
              </a:spcBef>
              <a:buNone/>
              <a:defRPr sz="2353">
                <a:gradFill>
                  <a:gsLst>
                    <a:gs pos="57576">
                      <a:srgbClr val="FFFFFF"/>
                    </a:gs>
                    <a:gs pos="35000">
                      <a:srgbClr val="FFFFFF"/>
                    </a:gs>
                  </a:gsLst>
                  <a:lin ang="5400000" scaled="0"/>
                </a:gradFill>
              </a:defRPr>
            </a:lvl1pPr>
          </a:lstStyle>
          <a:p>
            <a:pPr lvl="0"/>
            <a:r>
              <a:rPr lang="en-US" dirty="0"/>
              <a:t>Speaker Name</a:t>
            </a:r>
          </a:p>
        </p:txBody>
      </p:sp>
      <p:grpSp>
        <p:nvGrpSpPr>
          <p:cNvPr id="16" name="Group 15"/>
          <p:cNvGrpSpPr/>
          <p:nvPr userDrawn="1"/>
        </p:nvGrpSpPr>
        <p:grpSpPr>
          <a:xfrm>
            <a:off x="256741" y="4260810"/>
            <a:ext cx="8425364" cy="669721"/>
            <a:chOff x="-19036452" y="3813174"/>
            <a:chExt cx="24413314" cy="1940308"/>
          </a:xfrm>
          <a:solidFill>
            <a:schemeClr val="tx1"/>
          </a:solidFill>
        </p:grpSpPr>
        <p:sp>
          <p:nvSpPr>
            <p:cNvPr id="17" name="Freeform 36"/>
            <p:cNvSpPr>
              <a:spLocks/>
            </p:cNvSpPr>
            <p:nvPr userDrawn="1"/>
          </p:nvSpPr>
          <p:spPr bwMode="auto">
            <a:xfrm>
              <a:off x="887413" y="3832224"/>
              <a:ext cx="1095375" cy="876300"/>
            </a:xfrm>
            <a:custGeom>
              <a:avLst/>
              <a:gdLst>
                <a:gd name="T0" fmla="*/ 263 w 341"/>
                <a:gd name="T1" fmla="*/ 272 h 272"/>
                <a:gd name="T2" fmla="*/ 236 w 341"/>
                <a:gd name="T3" fmla="*/ 272 h 272"/>
                <a:gd name="T4" fmla="*/ 178 w 341"/>
                <a:gd name="T5" fmla="*/ 70 h 272"/>
                <a:gd name="T6" fmla="*/ 173 w 341"/>
                <a:gd name="T7" fmla="*/ 43 h 272"/>
                <a:gd name="T8" fmla="*/ 173 w 341"/>
                <a:gd name="T9" fmla="*/ 43 h 272"/>
                <a:gd name="T10" fmla="*/ 167 w 341"/>
                <a:gd name="T11" fmla="*/ 70 h 272"/>
                <a:gd name="T12" fmla="*/ 107 w 341"/>
                <a:gd name="T13" fmla="*/ 272 h 272"/>
                <a:gd name="T14" fmla="*/ 80 w 341"/>
                <a:gd name="T15" fmla="*/ 272 h 272"/>
                <a:gd name="T16" fmla="*/ 0 w 341"/>
                <a:gd name="T17" fmla="*/ 0 h 272"/>
                <a:gd name="T18" fmla="*/ 28 w 341"/>
                <a:gd name="T19" fmla="*/ 0 h 272"/>
                <a:gd name="T20" fmla="*/ 88 w 341"/>
                <a:gd name="T21" fmla="*/ 213 h 272"/>
                <a:gd name="T22" fmla="*/ 93 w 341"/>
                <a:gd name="T23" fmla="*/ 239 h 272"/>
                <a:gd name="T24" fmla="*/ 94 w 341"/>
                <a:gd name="T25" fmla="*/ 239 h 272"/>
                <a:gd name="T26" fmla="*/ 100 w 341"/>
                <a:gd name="T27" fmla="*/ 213 h 272"/>
                <a:gd name="T28" fmla="*/ 164 w 341"/>
                <a:gd name="T29" fmla="*/ 0 h 272"/>
                <a:gd name="T30" fmla="*/ 184 w 341"/>
                <a:gd name="T31" fmla="*/ 0 h 272"/>
                <a:gd name="T32" fmla="*/ 244 w 341"/>
                <a:gd name="T33" fmla="*/ 214 h 272"/>
                <a:gd name="T34" fmla="*/ 249 w 341"/>
                <a:gd name="T35" fmla="*/ 239 h 272"/>
                <a:gd name="T36" fmla="*/ 250 w 341"/>
                <a:gd name="T37" fmla="*/ 239 h 272"/>
                <a:gd name="T38" fmla="*/ 254 w 341"/>
                <a:gd name="T39" fmla="*/ 220 h 272"/>
                <a:gd name="T40" fmla="*/ 314 w 341"/>
                <a:gd name="T41" fmla="*/ 0 h 272"/>
                <a:gd name="T42" fmla="*/ 341 w 341"/>
                <a:gd name="T43" fmla="*/ 0 h 272"/>
                <a:gd name="T44" fmla="*/ 263 w 341"/>
                <a:gd name="T45" fmla="*/ 272 h 2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41" h="272">
                  <a:moveTo>
                    <a:pt x="263" y="272"/>
                  </a:moveTo>
                  <a:cubicBezTo>
                    <a:pt x="236" y="272"/>
                    <a:pt x="236" y="272"/>
                    <a:pt x="236" y="272"/>
                  </a:cubicBezTo>
                  <a:cubicBezTo>
                    <a:pt x="178" y="70"/>
                    <a:pt x="178" y="70"/>
                    <a:pt x="178" y="70"/>
                  </a:cubicBezTo>
                  <a:cubicBezTo>
                    <a:pt x="175" y="60"/>
                    <a:pt x="174" y="51"/>
                    <a:pt x="173" y="43"/>
                  </a:cubicBezTo>
                  <a:cubicBezTo>
                    <a:pt x="173" y="43"/>
                    <a:pt x="173" y="43"/>
                    <a:pt x="173" y="43"/>
                  </a:cubicBezTo>
                  <a:cubicBezTo>
                    <a:pt x="172" y="51"/>
                    <a:pt x="170" y="60"/>
                    <a:pt x="167" y="70"/>
                  </a:cubicBezTo>
                  <a:cubicBezTo>
                    <a:pt x="107" y="272"/>
                    <a:pt x="107" y="272"/>
                    <a:pt x="107" y="272"/>
                  </a:cubicBezTo>
                  <a:cubicBezTo>
                    <a:pt x="80" y="272"/>
                    <a:pt x="80" y="272"/>
                    <a:pt x="80" y="272"/>
                  </a:cubicBezTo>
                  <a:cubicBezTo>
                    <a:pt x="0" y="0"/>
                    <a:pt x="0" y="0"/>
                    <a:pt x="0" y="0"/>
                  </a:cubicBezTo>
                  <a:cubicBezTo>
                    <a:pt x="28" y="0"/>
                    <a:pt x="28" y="0"/>
                    <a:pt x="28" y="0"/>
                  </a:cubicBezTo>
                  <a:cubicBezTo>
                    <a:pt x="88" y="213"/>
                    <a:pt x="88" y="213"/>
                    <a:pt x="88" y="213"/>
                  </a:cubicBezTo>
                  <a:cubicBezTo>
                    <a:pt x="90" y="221"/>
                    <a:pt x="92" y="230"/>
                    <a:pt x="93" y="239"/>
                  </a:cubicBezTo>
                  <a:cubicBezTo>
                    <a:pt x="94" y="239"/>
                    <a:pt x="94" y="239"/>
                    <a:pt x="94" y="239"/>
                  </a:cubicBezTo>
                  <a:cubicBezTo>
                    <a:pt x="95" y="233"/>
                    <a:pt x="97" y="225"/>
                    <a:pt x="100" y="213"/>
                  </a:cubicBezTo>
                  <a:cubicBezTo>
                    <a:pt x="164" y="0"/>
                    <a:pt x="164" y="0"/>
                    <a:pt x="164" y="0"/>
                  </a:cubicBezTo>
                  <a:cubicBezTo>
                    <a:pt x="184" y="0"/>
                    <a:pt x="184" y="0"/>
                    <a:pt x="184" y="0"/>
                  </a:cubicBezTo>
                  <a:cubicBezTo>
                    <a:pt x="244" y="214"/>
                    <a:pt x="244" y="214"/>
                    <a:pt x="244" y="214"/>
                  </a:cubicBezTo>
                  <a:cubicBezTo>
                    <a:pt x="247" y="224"/>
                    <a:pt x="248" y="232"/>
                    <a:pt x="249" y="239"/>
                  </a:cubicBezTo>
                  <a:cubicBezTo>
                    <a:pt x="250" y="239"/>
                    <a:pt x="250" y="239"/>
                    <a:pt x="250" y="239"/>
                  </a:cubicBezTo>
                  <a:cubicBezTo>
                    <a:pt x="250" y="236"/>
                    <a:pt x="252" y="229"/>
                    <a:pt x="254" y="220"/>
                  </a:cubicBezTo>
                  <a:cubicBezTo>
                    <a:pt x="314" y="0"/>
                    <a:pt x="314" y="0"/>
                    <a:pt x="314" y="0"/>
                  </a:cubicBezTo>
                  <a:cubicBezTo>
                    <a:pt x="341" y="0"/>
                    <a:pt x="341" y="0"/>
                    <a:pt x="341" y="0"/>
                  </a:cubicBezTo>
                  <a:lnTo>
                    <a:pt x="263" y="272"/>
                  </a:lnTo>
                  <a:close/>
                </a:path>
              </a:pathLst>
            </a:custGeom>
            <a:grpFill/>
            <a:ln>
              <a:noFill/>
            </a:ln>
          </p:spPr>
          <p:txBody>
            <a:bodyPr vert="horz" wrap="square" lIns="91440" tIns="45720" rIns="91440" bIns="45720" numCol="1" anchor="t" anchorCtr="0" compatLnSpc="1">
              <a:prstTxWarp prst="textNoShape">
                <a:avLst/>
              </a:prstTxWarp>
            </a:bodyPr>
            <a:lstStyle/>
            <a:p>
              <a:endParaRPr lang="en-US" sz="1765"/>
            </a:p>
          </p:txBody>
        </p:sp>
        <p:sp>
          <p:nvSpPr>
            <p:cNvPr id="18" name="Freeform 37"/>
            <p:cNvSpPr>
              <a:spLocks noEditPoints="1"/>
            </p:cNvSpPr>
            <p:nvPr userDrawn="1"/>
          </p:nvSpPr>
          <p:spPr bwMode="auto">
            <a:xfrm>
              <a:off x="2092325" y="3813174"/>
              <a:ext cx="107950" cy="895350"/>
            </a:xfrm>
            <a:custGeom>
              <a:avLst/>
              <a:gdLst>
                <a:gd name="T0" fmla="*/ 17 w 34"/>
                <a:gd name="T1" fmla="*/ 34 h 278"/>
                <a:gd name="T2" fmla="*/ 5 w 34"/>
                <a:gd name="T3" fmla="*/ 29 h 278"/>
                <a:gd name="T4" fmla="*/ 0 w 34"/>
                <a:gd name="T5" fmla="*/ 17 h 278"/>
                <a:gd name="T6" fmla="*/ 5 w 34"/>
                <a:gd name="T7" fmla="*/ 5 h 278"/>
                <a:gd name="T8" fmla="*/ 17 w 34"/>
                <a:gd name="T9" fmla="*/ 0 h 278"/>
                <a:gd name="T10" fmla="*/ 30 w 34"/>
                <a:gd name="T11" fmla="*/ 5 h 278"/>
                <a:gd name="T12" fmla="*/ 34 w 34"/>
                <a:gd name="T13" fmla="*/ 17 h 278"/>
                <a:gd name="T14" fmla="*/ 29 w 34"/>
                <a:gd name="T15" fmla="*/ 29 h 278"/>
                <a:gd name="T16" fmla="*/ 17 w 34"/>
                <a:gd name="T17" fmla="*/ 34 h 278"/>
                <a:gd name="T18" fmla="*/ 5 w 34"/>
                <a:gd name="T19" fmla="*/ 278 h 278"/>
                <a:gd name="T20" fmla="*/ 5 w 34"/>
                <a:gd name="T21" fmla="*/ 84 h 278"/>
                <a:gd name="T22" fmla="*/ 29 w 34"/>
                <a:gd name="T23" fmla="*/ 84 h 278"/>
                <a:gd name="T24" fmla="*/ 29 w 34"/>
                <a:gd name="T25" fmla="*/ 278 h 278"/>
                <a:gd name="T26" fmla="*/ 5 w 34"/>
                <a:gd name="T27" fmla="*/ 278 h 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4" h="278">
                  <a:moveTo>
                    <a:pt x="17" y="34"/>
                  </a:moveTo>
                  <a:cubicBezTo>
                    <a:pt x="12" y="34"/>
                    <a:pt x="8" y="33"/>
                    <a:pt x="5" y="29"/>
                  </a:cubicBezTo>
                  <a:cubicBezTo>
                    <a:pt x="1" y="26"/>
                    <a:pt x="0" y="22"/>
                    <a:pt x="0" y="17"/>
                  </a:cubicBezTo>
                  <a:cubicBezTo>
                    <a:pt x="0" y="12"/>
                    <a:pt x="1" y="8"/>
                    <a:pt x="5" y="5"/>
                  </a:cubicBezTo>
                  <a:cubicBezTo>
                    <a:pt x="8" y="1"/>
                    <a:pt x="12" y="0"/>
                    <a:pt x="17" y="0"/>
                  </a:cubicBezTo>
                  <a:cubicBezTo>
                    <a:pt x="22" y="0"/>
                    <a:pt x="26" y="1"/>
                    <a:pt x="30" y="5"/>
                  </a:cubicBezTo>
                  <a:cubicBezTo>
                    <a:pt x="33" y="8"/>
                    <a:pt x="34" y="12"/>
                    <a:pt x="34" y="17"/>
                  </a:cubicBezTo>
                  <a:cubicBezTo>
                    <a:pt x="34" y="22"/>
                    <a:pt x="33" y="26"/>
                    <a:pt x="29" y="29"/>
                  </a:cubicBezTo>
                  <a:cubicBezTo>
                    <a:pt x="26" y="33"/>
                    <a:pt x="22" y="34"/>
                    <a:pt x="17" y="34"/>
                  </a:cubicBezTo>
                  <a:close/>
                  <a:moveTo>
                    <a:pt x="5" y="278"/>
                  </a:moveTo>
                  <a:cubicBezTo>
                    <a:pt x="5" y="84"/>
                    <a:pt x="5" y="84"/>
                    <a:pt x="5" y="84"/>
                  </a:cubicBezTo>
                  <a:cubicBezTo>
                    <a:pt x="29" y="84"/>
                    <a:pt x="29" y="84"/>
                    <a:pt x="29" y="84"/>
                  </a:cubicBezTo>
                  <a:cubicBezTo>
                    <a:pt x="29" y="278"/>
                    <a:pt x="29" y="278"/>
                    <a:pt x="29" y="278"/>
                  </a:cubicBezTo>
                  <a:lnTo>
                    <a:pt x="5" y="278"/>
                  </a:lnTo>
                  <a:close/>
                </a:path>
              </a:pathLst>
            </a:custGeom>
            <a:grpFill/>
            <a:ln>
              <a:noFill/>
            </a:ln>
          </p:spPr>
          <p:txBody>
            <a:bodyPr vert="horz" wrap="square" lIns="91440" tIns="45720" rIns="91440" bIns="45720" numCol="1" anchor="t" anchorCtr="0" compatLnSpc="1">
              <a:prstTxWarp prst="textNoShape">
                <a:avLst/>
              </a:prstTxWarp>
            </a:bodyPr>
            <a:lstStyle/>
            <a:p>
              <a:endParaRPr lang="en-US" sz="1765"/>
            </a:p>
          </p:txBody>
        </p:sp>
        <p:sp>
          <p:nvSpPr>
            <p:cNvPr id="19" name="Freeform 38"/>
            <p:cNvSpPr>
              <a:spLocks/>
            </p:cNvSpPr>
            <p:nvPr userDrawn="1"/>
          </p:nvSpPr>
          <p:spPr bwMode="auto">
            <a:xfrm>
              <a:off x="2316163" y="4067174"/>
              <a:ext cx="498475" cy="641350"/>
            </a:xfrm>
            <a:custGeom>
              <a:avLst/>
              <a:gdLst>
                <a:gd name="T0" fmla="*/ 131 w 155"/>
                <a:gd name="T1" fmla="*/ 199 h 199"/>
                <a:gd name="T2" fmla="*/ 131 w 155"/>
                <a:gd name="T3" fmla="*/ 87 h 199"/>
                <a:gd name="T4" fmla="*/ 83 w 155"/>
                <a:gd name="T5" fmla="*/ 21 h 199"/>
                <a:gd name="T6" fmla="*/ 41 w 155"/>
                <a:gd name="T7" fmla="*/ 40 h 199"/>
                <a:gd name="T8" fmla="*/ 24 w 155"/>
                <a:gd name="T9" fmla="*/ 88 h 199"/>
                <a:gd name="T10" fmla="*/ 24 w 155"/>
                <a:gd name="T11" fmla="*/ 199 h 199"/>
                <a:gd name="T12" fmla="*/ 0 w 155"/>
                <a:gd name="T13" fmla="*/ 199 h 199"/>
                <a:gd name="T14" fmla="*/ 0 w 155"/>
                <a:gd name="T15" fmla="*/ 5 h 199"/>
                <a:gd name="T16" fmla="*/ 24 w 155"/>
                <a:gd name="T17" fmla="*/ 5 h 199"/>
                <a:gd name="T18" fmla="*/ 24 w 155"/>
                <a:gd name="T19" fmla="*/ 38 h 199"/>
                <a:gd name="T20" fmla="*/ 25 w 155"/>
                <a:gd name="T21" fmla="*/ 38 h 199"/>
                <a:gd name="T22" fmla="*/ 90 w 155"/>
                <a:gd name="T23" fmla="*/ 0 h 199"/>
                <a:gd name="T24" fmla="*/ 139 w 155"/>
                <a:gd name="T25" fmla="*/ 21 h 199"/>
                <a:gd name="T26" fmla="*/ 155 w 155"/>
                <a:gd name="T27" fmla="*/ 81 h 199"/>
                <a:gd name="T28" fmla="*/ 155 w 155"/>
                <a:gd name="T29" fmla="*/ 199 h 199"/>
                <a:gd name="T30" fmla="*/ 131 w 155"/>
                <a:gd name="T31" fmla="*/ 199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55" h="199">
                  <a:moveTo>
                    <a:pt x="131" y="199"/>
                  </a:moveTo>
                  <a:cubicBezTo>
                    <a:pt x="131" y="87"/>
                    <a:pt x="131" y="87"/>
                    <a:pt x="131" y="87"/>
                  </a:cubicBezTo>
                  <a:cubicBezTo>
                    <a:pt x="131" y="43"/>
                    <a:pt x="115" y="21"/>
                    <a:pt x="83" y="21"/>
                  </a:cubicBezTo>
                  <a:cubicBezTo>
                    <a:pt x="66" y="21"/>
                    <a:pt x="52" y="27"/>
                    <a:pt x="41" y="40"/>
                  </a:cubicBezTo>
                  <a:cubicBezTo>
                    <a:pt x="30" y="53"/>
                    <a:pt x="24" y="69"/>
                    <a:pt x="24" y="88"/>
                  </a:cubicBezTo>
                  <a:cubicBezTo>
                    <a:pt x="24" y="199"/>
                    <a:pt x="24" y="199"/>
                    <a:pt x="24" y="199"/>
                  </a:cubicBezTo>
                  <a:cubicBezTo>
                    <a:pt x="0" y="199"/>
                    <a:pt x="0" y="199"/>
                    <a:pt x="0" y="199"/>
                  </a:cubicBezTo>
                  <a:cubicBezTo>
                    <a:pt x="0" y="5"/>
                    <a:pt x="0" y="5"/>
                    <a:pt x="0" y="5"/>
                  </a:cubicBezTo>
                  <a:cubicBezTo>
                    <a:pt x="24" y="5"/>
                    <a:pt x="24" y="5"/>
                    <a:pt x="24" y="5"/>
                  </a:cubicBezTo>
                  <a:cubicBezTo>
                    <a:pt x="24" y="38"/>
                    <a:pt x="24" y="38"/>
                    <a:pt x="24" y="38"/>
                  </a:cubicBezTo>
                  <a:cubicBezTo>
                    <a:pt x="25" y="38"/>
                    <a:pt x="25" y="38"/>
                    <a:pt x="25" y="38"/>
                  </a:cubicBezTo>
                  <a:cubicBezTo>
                    <a:pt x="39" y="13"/>
                    <a:pt x="61" y="0"/>
                    <a:pt x="90" y="0"/>
                  </a:cubicBezTo>
                  <a:cubicBezTo>
                    <a:pt x="111" y="0"/>
                    <a:pt x="127" y="7"/>
                    <a:pt x="139" y="21"/>
                  </a:cubicBezTo>
                  <a:cubicBezTo>
                    <a:pt x="150" y="35"/>
                    <a:pt x="155" y="54"/>
                    <a:pt x="155" y="81"/>
                  </a:cubicBezTo>
                  <a:cubicBezTo>
                    <a:pt x="155" y="199"/>
                    <a:pt x="155" y="199"/>
                    <a:pt x="155" y="199"/>
                  </a:cubicBezTo>
                  <a:lnTo>
                    <a:pt x="131" y="199"/>
                  </a:lnTo>
                  <a:close/>
                </a:path>
              </a:pathLst>
            </a:custGeom>
            <a:grpFill/>
            <a:ln>
              <a:noFill/>
            </a:ln>
          </p:spPr>
          <p:txBody>
            <a:bodyPr vert="horz" wrap="square" lIns="91440" tIns="45720" rIns="91440" bIns="45720" numCol="1" anchor="t" anchorCtr="0" compatLnSpc="1">
              <a:prstTxWarp prst="textNoShape">
                <a:avLst/>
              </a:prstTxWarp>
            </a:bodyPr>
            <a:lstStyle/>
            <a:p>
              <a:endParaRPr lang="en-US" sz="1765"/>
            </a:p>
          </p:txBody>
        </p:sp>
        <p:sp>
          <p:nvSpPr>
            <p:cNvPr id="20" name="Freeform 39"/>
            <p:cNvSpPr>
              <a:spLocks/>
            </p:cNvSpPr>
            <p:nvPr userDrawn="1"/>
          </p:nvSpPr>
          <p:spPr bwMode="auto">
            <a:xfrm>
              <a:off x="3003550" y="3832224"/>
              <a:ext cx="639762" cy="876300"/>
            </a:xfrm>
            <a:custGeom>
              <a:avLst/>
              <a:gdLst>
                <a:gd name="T0" fmla="*/ 352 w 403"/>
                <a:gd name="T1" fmla="*/ 552 h 552"/>
                <a:gd name="T2" fmla="*/ 352 w 403"/>
                <a:gd name="T3" fmla="*/ 294 h 552"/>
                <a:gd name="T4" fmla="*/ 53 w 403"/>
                <a:gd name="T5" fmla="*/ 294 h 552"/>
                <a:gd name="T6" fmla="*/ 53 w 403"/>
                <a:gd name="T7" fmla="*/ 552 h 552"/>
                <a:gd name="T8" fmla="*/ 0 w 403"/>
                <a:gd name="T9" fmla="*/ 552 h 552"/>
                <a:gd name="T10" fmla="*/ 0 w 403"/>
                <a:gd name="T11" fmla="*/ 0 h 552"/>
                <a:gd name="T12" fmla="*/ 53 w 403"/>
                <a:gd name="T13" fmla="*/ 0 h 552"/>
                <a:gd name="T14" fmla="*/ 53 w 403"/>
                <a:gd name="T15" fmla="*/ 247 h 552"/>
                <a:gd name="T16" fmla="*/ 352 w 403"/>
                <a:gd name="T17" fmla="*/ 247 h 552"/>
                <a:gd name="T18" fmla="*/ 352 w 403"/>
                <a:gd name="T19" fmla="*/ 0 h 552"/>
                <a:gd name="T20" fmla="*/ 403 w 403"/>
                <a:gd name="T21" fmla="*/ 0 h 552"/>
                <a:gd name="T22" fmla="*/ 403 w 403"/>
                <a:gd name="T23" fmla="*/ 552 h 552"/>
                <a:gd name="T24" fmla="*/ 352 w 403"/>
                <a:gd name="T25" fmla="*/ 552 h 5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03" h="552">
                  <a:moveTo>
                    <a:pt x="352" y="552"/>
                  </a:moveTo>
                  <a:lnTo>
                    <a:pt x="352" y="294"/>
                  </a:lnTo>
                  <a:lnTo>
                    <a:pt x="53" y="294"/>
                  </a:lnTo>
                  <a:lnTo>
                    <a:pt x="53" y="552"/>
                  </a:lnTo>
                  <a:lnTo>
                    <a:pt x="0" y="552"/>
                  </a:lnTo>
                  <a:lnTo>
                    <a:pt x="0" y="0"/>
                  </a:lnTo>
                  <a:lnTo>
                    <a:pt x="53" y="0"/>
                  </a:lnTo>
                  <a:lnTo>
                    <a:pt x="53" y="247"/>
                  </a:lnTo>
                  <a:lnTo>
                    <a:pt x="352" y="247"/>
                  </a:lnTo>
                  <a:lnTo>
                    <a:pt x="352" y="0"/>
                  </a:lnTo>
                  <a:lnTo>
                    <a:pt x="403" y="0"/>
                  </a:lnTo>
                  <a:lnTo>
                    <a:pt x="403" y="552"/>
                  </a:lnTo>
                  <a:lnTo>
                    <a:pt x="352" y="552"/>
                  </a:lnTo>
                  <a:close/>
                </a:path>
              </a:pathLst>
            </a:custGeom>
            <a:grpFill/>
            <a:ln>
              <a:noFill/>
            </a:ln>
          </p:spPr>
          <p:txBody>
            <a:bodyPr vert="horz" wrap="square" lIns="91440" tIns="45720" rIns="91440" bIns="45720" numCol="1" anchor="t" anchorCtr="0" compatLnSpc="1">
              <a:prstTxWarp prst="textNoShape">
                <a:avLst/>
              </a:prstTxWarp>
            </a:bodyPr>
            <a:lstStyle/>
            <a:p>
              <a:endParaRPr lang="en-US" sz="1765"/>
            </a:p>
          </p:txBody>
        </p:sp>
        <p:sp>
          <p:nvSpPr>
            <p:cNvPr id="21" name="Freeform 40"/>
            <p:cNvSpPr>
              <a:spLocks/>
            </p:cNvSpPr>
            <p:nvPr userDrawn="1"/>
          </p:nvSpPr>
          <p:spPr bwMode="auto">
            <a:xfrm>
              <a:off x="3810000" y="3832224"/>
              <a:ext cx="446087" cy="876300"/>
            </a:xfrm>
            <a:custGeom>
              <a:avLst/>
              <a:gdLst>
                <a:gd name="T0" fmla="*/ 0 w 281"/>
                <a:gd name="T1" fmla="*/ 552 h 552"/>
                <a:gd name="T2" fmla="*/ 0 w 281"/>
                <a:gd name="T3" fmla="*/ 0 h 552"/>
                <a:gd name="T4" fmla="*/ 267 w 281"/>
                <a:gd name="T5" fmla="*/ 0 h 552"/>
                <a:gd name="T6" fmla="*/ 267 w 281"/>
                <a:gd name="T7" fmla="*/ 47 h 552"/>
                <a:gd name="T8" fmla="*/ 51 w 281"/>
                <a:gd name="T9" fmla="*/ 47 h 552"/>
                <a:gd name="T10" fmla="*/ 51 w 281"/>
                <a:gd name="T11" fmla="*/ 249 h 552"/>
                <a:gd name="T12" fmla="*/ 253 w 281"/>
                <a:gd name="T13" fmla="*/ 249 h 552"/>
                <a:gd name="T14" fmla="*/ 253 w 281"/>
                <a:gd name="T15" fmla="*/ 296 h 552"/>
                <a:gd name="T16" fmla="*/ 51 w 281"/>
                <a:gd name="T17" fmla="*/ 296 h 552"/>
                <a:gd name="T18" fmla="*/ 51 w 281"/>
                <a:gd name="T19" fmla="*/ 505 h 552"/>
                <a:gd name="T20" fmla="*/ 281 w 281"/>
                <a:gd name="T21" fmla="*/ 505 h 552"/>
                <a:gd name="T22" fmla="*/ 281 w 281"/>
                <a:gd name="T23" fmla="*/ 552 h 552"/>
                <a:gd name="T24" fmla="*/ 0 w 281"/>
                <a:gd name="T25" fmla="*/ 552 h 5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81" h="552">
                  <a:moveTo>
                    <a:pt x="0" y="552"/>
                  </a:moveTo>
                  <a:lnTo>
                    <a:pt x="0" y="0"/>
                  </a:lnTo>
                  <a:lnTo>
                    <a:pt x="267" y="0"/>
                  </a:lnTo>
                  <a:lnTo>
                    <a:pt x="267" y="47"/>
                  </a:lnTo>
                  <a:lnTo>
                    <a:pt x="51" y="47"/>
                  </a:lnTo>
                  <a:lnTo>
                    <a:pt x="51" y="249"/>
                  </a:lnTo>
                  <a:lnTo>
                    <a:pt x="253" y="249"/>
                  </a:lnTo>
                  <a:lnTo>
                    <a:pt x="253" y="296"/>
                  </a:lnTo>
                  <a:lnTo>
                    <a:pt x="51" y="296"/>
                  </a:lnTo>
                  <a:lnTo>
                    <a:pt x="51" y="505"/>
                  </a:lnTo>
                  <a:lnTo>
                    <a:pt x="281" y="505"/>
                  </a:lnTo>
                  <a:lnTo>
                    <a:pt x="281" y="552"/>
                  </a:lnTo>
                  <a:lnTo>
                    <a:pt x="0" y="552"/>
                  </a:lnTo>
                  <a:close/>
                </a:path>
              </a:pathLst>
            </a:custGeom>
            <a:grpFill/>
            <a:ln>
              <a:noFill/>
            </a:ln>
          </p:spPr>
          <p:txBody>
            <a:bodyPr vert="horz" wrap="square" lIns="91440" tIns="45720" rIns="91440" bIns="45720" numCol="1" anchor="t" anchorCtr="0" compatLnSpc="1">
              <a:prstTxWarp prst="textNoShape">
                <a:avLst/>
              </a:prstTxWarp>
            </a:bodyPr>
            <a:lstStyle/>
            <a:p>
              <a:endParaRPr lang="en-US" sz="1765"/>
            </a:p>
          </p:txBody>
        </p:sp>
        <p:sp>
          <p:nvSpPr>
            <p:cNvPr id="22" name="Freeform 41"/>
            <p:cNvSpPr>
              <a:spLocks/>
            </p:cNvSpPr>
            <p:nvPr userDrawn="1"/>
          </p:nvSpPr>
          <p:spPr bwMode="auto">
            <a:xfrm>
              <a:off x="4327525" y="3816349"/>
              <a:ext cx="641350" cy="908050"/>
            </a:xfrm>
            <a:custGeom>
              <a:avLst/>
              <a:gdLst>
                <a:gd name="T0" fmla="*/ 200 w 200"/>
                <a:gd name="T1" fmla="*/ 267 h 282"/>
                <a:gd name="T2" fmla="*/ 128 w 200"/>
                <a:gd name="T3" fmla="*/ 282 h 282"/>
                <a:gd name="T4" fmla="*/ 61 w 200"/>
                <a:gd name="T5" fmla="*/ 265 h 282"/>
                <a:gd name="T6" fmla="*/ 16 w 200"/>
                <a:gd name="T7" fmla="*/ 217 h 282"/>
                <a:gd name="T8" fmla="*/ 0 w 200"/>
                <a:gd name="T9" fmla="*/ 146 h 282"/>
                <a:gd name="T10" fmla="*/ 18 w 200"/>
                <a:gd name="T11" fmla="*/ 71 h 282"/>
                <a:gd name="T12" fmla="*/ 66 w 200"/>
                <a:gd name="T13" fmla="*/ 19 h 282"/>
                <a:gd name="T14" fmla="*/ 138 w 200"/>
                <a:gd name="T15" fmla="*/ 0 h 282"/>
                <a:gd name="T16" fmla="*/ 200 w 200"/>
                <a:gd name="T17" fmla="*/ 11 h 282"/>
                <a:gd name="T18" fmla="*/ 200 w 200"/>
                <a:gd name="T19" fmla="*/ 38 h 282"/>
                <a:gd name="T20" fmla="*/ 137 w 200"/>
                <a:gd name="T21" fmla="*/ 23 h 282"/>
                <a:gd name="T22" fmla="*/ 79 w 200"/>
                <a:gd name="T23" fmla="*/ 38 h 282"/>
                <a:gd name="T24" fmla="*/ 40 w 200"/>
                <a:gd name="T25" fmla="*/ 81 h 282"/>
                <a:gd name="T26" fmla="*/ 27 w 200"/>
                <a:gd name="T27" fmla="*/ 144 h 282"/>
                <a:gd name="T28" fmla="*/ 39 w 200"/>
                <a:gd name="T29" fmla="*/ 204 h 282"/>
                <a:gd name="T30" fmla="*/ 76 w 200"/>
                <a:gd name="T31" fmla="*/ 245 h 282"/>
                <a:gd name="T32" fmla="*/ 130 w 200"/>
                <a:gd name="T33" fmla="*/ 259 h 282"/>
                <a:gd name="T34" fmla="*/ 200 w 200"/>
                <a:gd name="T35" fmla="*/ 242 h 282"/>
                <a:gd name="T36" fmla="*/ 200 w 200"/>
                <a:gd name="T37" fmla="*/ 267 h 2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00" h="282">
                  <a:moveTo>
                    <a:pt x="200" y="267"/>
                  </a:moveTo>
                  <a:cubicBezTo>
                    <a:pt x="179" y="277"/>
                    <a:pt x="155" y="282"/>
                    <a:pt x="128" y="282"/>
                  </a:cubicBezTo>
                  <a:cubicBezTo>
                    <a:pt x="103" y="282"/>
                    <a:pt x="81" y="276"/>
                    <a:pt x="61" y="265"/>
                  </a:cubicBezTo>
                  <a:cubicBezTo>
                    <a:pt x="42" y="253"/>
                    <a:pt x="27" y="237"/>
                    <a:pt x="16" y="217"/>
                  </a:cubicBezTo>
                  <a:cubicBezTo>
                    <a:pt x="6" y="196"/>
                    <a:pt x="0" y="172"/>
                    <a:pt x="0" y="146"/>
                  </a:cubicBezTo>
                  <a:cubicBezTo>
                    <a:pt x="0" y="118"/>
                    <a:pt x="6" y="93"/>
                    <a:pt x="18" y="71"/>
                  </a:cubicBezTo>
                  <a:cubicBezTo>
                    <a:pt x="29" y="48"/>
                    <a:pt x="45" y="31"/>
                    <a:pt x="66" y="19"/>
                  </a:cubicBezTo>
                  <a:cubicBezTo>
                    <a:pt x="87" y="6"/>
                    <a:pt x="111" y="0"/>
                    <a:pt x="138" y="0"/>
                  </a:cubicBezTo>
                  <a:cubicBezTo>
                    <a:pt x="161" y="0"/>
                    <a:pt x="181" y="4"/>
                    <a:pt x="200" y="11"/>
                  </a:cubicBezTo>
                  <a:cubicBezTo>
                    <a:pt x="200" y="38"/>
                    <a:pt x="200" y="38"/>
                    <a:pt x="200" y="38"/>
                  </a:cubicBezTo>
                  <a:cubicBezTo>
                    <a:pt x="180" y="28"/>
                    <a:pt x="159" y="23"/>
                    <a:pt x="137" y="23"/>
                  </a:cubicBezTo>
                  <a:cubicBezTo>
                    <a:pt x="115" y="23"/>
                    <a:pt x="96" y="28"/>
                    <a:pt x="79" y="38"/>
                  </a:cubicBezTo>
                  <a:cubicBezTo>
                    <a:pt x="62" y="48"/>
                    <a:pt x="49" y="62"/>
                    <a:pt x="40" y="81"/>
                  </a:cubicBezTo>
                  <a:cubicBezTo>
                    <a:pt x="31" y="99"/>
                    <a:pt x="27" y="121"/>
                    <a:pt x="27" y="144"/>
                  </a:cubicBezTo>
                  <a:cubicBezTo>
                    <a:pt x="27" y="166"/>
                    <a:pt x="31" y="186"/>
                    <a:pt x="39" y="204"/>
                  </a:cubicBezTo>
                  <a:cubicBezTo>
                    <a:pt x="48" y="221"/>
                    <a:pt x="60" y="235"/>
                    <a:pt x="76" y="245"/>
                  </a:cubicBezTo>
                  <a:cubicBezTo>
                    <a:pt x="91" y="254"/>
                    <a:pt x="110" y="259"/>
                    <a:pt x="130" y="259"/>
                  </a:cubicBezTo>
                  <a:cubicBezTo>
                    <a:pt x="157" y="259"/>
                    <a:pt x="180" y="253"/>
                    <a:pt x="200" y="242"/>
                  </a:cubicBezTo>
                  <a:lnTo>
                    <a:pt x="200" y="267"/>
                  </a:lnTo>
                  <a:close/>
                </a:path>
              </a:pathLst>
            </a:custGeom>
            <a:grpFill/>
            <a:ln>
              <a:noFill/>
            </a:ln>
          </p:spPr>
          <p:txBody>
            <a:bodyPr vert="horz" wrap="square" lIns="91440" tIns="45720" rIns="91440" bIns="45720" numCol="1" anchor="t" anchorCtr="0" compatLnSpc="1">
              <a:prstTxWarp prst="textNoShape">
                <a:avLst/>
              </a:prstTxWarp>
            </a:bodyPr>
            <a:lstStyle/>
            <a:p>
              <a:endParaRPr lang="en-US" sz="1765"/>
            </a:p>
          </p:txBody>
        </p:sp>
        <p:sp>
          <p:nvSpPr>
            <p:cNvPr id="23" name="Freeform 42"/>
            <p:cNvSpPr>
              <a:spLocks/>
            </p:cNvSpPr>
            <p:nvPr userDrawn="1"/>
          </p:nvSpPr>
          <p:spPr bwMode="auto">
            <a:xfrm>
              <a:off x="3000375" y="5035549"/>
              <a:ext cx="144462" cy="274637"/>
            </a:xfrm>
            <a:custGeom>
              <a:avLst/>
              <a:gdLst>
                <a:gd name="T0" fmla="*/ 45 w 45"/>
                <a:gd name="T1" fmla="*/ 62 h 85"/>
                <a:gd name="T2" fmla="*/ 38 w 45"/>
                <a:gd name="T3" fmla="*/ 79 h 85"/>
                <a:gd name="T4" fmla="*/ 18 w 45"/>
                <a:gd name="T5" fmla="*/ 85 h 85"/>
                <a:gd name="T6" fmla="*/ 8 w 45"/>
                <a:gd name="T7" fmla="*/ 83 h 85"/>
                <a:gd name="T8" fmla="*/ 0 w 45"/>
                <a:gd name="T9" fmla="*/ 80 h 85"/>
                <a:gd name="T10" fmla="*/ 0 w 45"/>
                <a:gd name="T11" fmla="*/ 69 h 85"/>
                <a:gd name="T12" fmla="*/ 9 w 45"/>
                <a:gd name="T13" fmla="*/ 74 h 85"/>
                <a:gd name="T14" fmla="*/ 20 w 45"/>
                <a:gd name="T15" fmla="*/ 76 h 85"/>
                <a:gd name="T16" fmla="*/ 35 w 45"/>
                <a:gd name="T17" fmla="*/ 64 h 85"/>
                <a:gd name="T18" fmla="*/ 32 w 45"/>
                <a:gd name="T19" fmla="*/ 55 h 85"/>
                <a:gd name="T20" fmla="*/ 18 w 45"/>
                <a:gd name="T21" fmla="*/ 45 h 85"/>
                <a:gd name="T22" fmla="*/ 4 w 45"/>
                <a:gd name="T23" fmla="*/ 34 h 85"/>
                <a:gd name="T24" fmla="*/ 0 w 45"/>
                <a:gd name="T25" fmla="*/ 22 h 85"/>
                <a:gd name="T26" fmla="*/ 7 w 45"/>
                <a:gd name="T27" fmla="*/ 6 h 85"/>
                <a:gd name="T28" fmla="*/ 26 w 45"/>
                <a:gd name="T29" fmla="*/ 0 h 85"/>
                <a:gd name="T30" fmla="*/ 42 w 45"/>
                <a:gd name="T31" fmla="*/ 3 h 85"/>
                <a:gd name="T32" fmla="*/ 42 w 45"/>
                <a:gd name="T33" fmla="*/ 13 h 85"/>
                <a:gd name="T34" fmla="*/ 25 w 45"/>
                <a:gd name="T35" fmla="*/ 8 h 85"/>
                <a:gd name="T36" fmla="*/ 14 w 45"/>
                <a:gd name="T37" fmla="*/ 12 h 85"/>
                <a:gd name="T38" fmla="*/ 10 w 45"/>
                <a:gd name="T39" fmla="*/ 21 h 85"/>
                <a:gd name="T40" fmla="*/ 11 w 45"/>
                <a:gd name="T41" fmla="*/ 27 h 85"/>
                <a:gd name="T42" fmla="*/ 16 w 45"/>
                <a:gd name="T43" fmla="*/ 32 h 85"/>
                <a:gd name="T44" fmla="*/ 26 w 45"/>
                <a:gd name="T45" fmla="*/ 39 h 85"/>
                <a:gd name="T46" fmla="*/ 41 w 45"/>
                <a:gd name="T47" fmla="*/ 50 h 85"/>
                <a:gd name="T48" fmla="*/ 45 w 45"/>
                <a:gd name="T49" fmla="*/ 62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5" h="85">
                  <a:moveTo>
                    <a:pt x="45" y="62"/>
                  </a:moveTo>
                  <a:cubicBezTo>
                    <a:pt x="45" y="69"/>
                    <a:pt x="43" y="75"/>
                    <a:pt x="38" y="79"/>
                  </a:cubicBezTo>
                  <a:cubicBezTo>
                    <a:pt x="33" y="83"/>
                    <a:pt x="27" y="85"/>
                    <a:pt x="18" y="85"/>
                  </a:cubicBezTo>
                  <a:cubicBezTo>
                    <a:pt x="15" y="85"/>
                    <a:pt x="12" y="84"/>
                    <a:pt x="8" y="83"/>
                  </a:cubicBezTo>
                  <a:cubicBezTo>
                    <a:pt x="4" y="82"/>
                    <a:pt x="1" y="81"/>
                    <a:pt x="0" y="80"/>
                  </a:cubicBezTo>
                  <a:cubicBezTo>
                    <a:pt x="0" y="69"/>
                    <a:pt x="0" y="69"/>
                    <a:pt x="0" y="69"/>
                  </a:cubicBezTo>
                  <a:cubicBezTo>
                    <a:pt x="2" y="71"/>
                    <a:pt x="5" y="72"/>
                    <a:pt x="9" y="74"/>
                  </a:cubicBezTo>
                  <a:cubicBezTo>
                    <a:pt x="13" y="75"/>
                    <a:pt x="16" y="76"/>
                    <a:pt x="20" y="76"/>
                  </a:cubicBezTo>
                  <a:cubicBezTo>
                    <a:pt x="30" y="76"/>
                    <a:pt x="35" y="72"/>
                    <a:pt x="35" y="64"/>
                  </a:cubicBezTo>
                  <a:cubicBezTo>
                    <a:pt x="35" y="60"/>
                    <a:pt x="34" y="57"/>
                    <a:pt x="32" y="55"/>
                  </a:cubicBezTo>
                  <a:cubicBezTo>
                    <a:pt x="30" y="52"/>
                    <a:pt x="25" y="49"/>
                    <a:pt x="18" y="45"/>
                  </a:cubicBezTo>
                  <a:cubicBezTo>
                    <a:pt x="11" y="41"/>
                    <a:pt x="7" y="38"/>
                    <a:pt x="4" y="34"/>
                  </a:cubicBezTo>
                  <a:cubicBezTo>
                    <a:pt x="1" y="31"/>
                    <a:pt x="0" y="27"/>
                    <a:pt x="0" y="22"/>
                  </a:cubicBezTo>
                  <a:cubicBezTo>
                    <a:pt x="0" y="15"/>
                    <a:pt x="2" y="10"/>
                    <a:pt x="7" y="6"/>
                  </a:cubicBezTo>
                  <a:cubicBezTo>
                    <a:pt x="12" y="2"/>
                    <a:pt x="18" y="0"/>
                    <a:pt x="26" y="0"/>
                  </a:cubicBezTo>
                  <a:cubicBezTo>
                    <a:pt x="33" y="0"/>
                    <a:pt x="39" y="1"/>
                    <a:pt x="42" y="3"/>
                  </a:cubicBezTo>
                  <a:cubicBezTo>
                    <a:pt x="42" y="13"/>
                    <a:pt x="42" y="13"/>
                    <a:pt x="42" y="13"/>
                  </a:cubicBezTo>
                  <a:cubicBezTo>
                    <a:pt x="38" y="10"/>
                    <a:pt x="32" y="8"/>
                    <a:pt x="25" y="8"/>
                  </a:cubicBezTo>
                  <a:cubicBezTo>
                    <a:pt x="21" y="8"/>
                    <a:pt x="17" y="10"/>
                    <a:pt x="14" y="12"/>
                  </a:cubicBezTo>
                  <a:cubicBezTo>
                    <a:pt x="11" y="14"/>
                    <a:pt x="10" y="17"/>
                    <a:pt x="10" y="21"/>
                  </a:cubicBezTo>
                  <a:cubicBezTo>
                    <a:pt x="10" y="24"/>
                    <a:pt x="10" y="26"/>
                    <a:pt x="11" y="27"/>
                  </a:cubicBezTo>
                  <a:cubicBezTo>
                    <a:pt x="12" y="29"/>
                    <a:pt x="14" y="31"/>
                    <a:pt x="16" y="32"/>
                  </a:cubicBezTo>
                  <a:cubicBezTo>
                    <a:pt x="18" y="34"/>
                    <a:pt x="21" y="36"/>
                    <a:pt x="26" y="39"/>
                  </a:cubicBezTo>
                  <a:cubicBezTo>
                    <a:pt x="33" y="43"/>
                    <a:pt x="38" y="47"/>
                    <a:pt x="41" y="50"/>
                  </a:cubicBezTo>
                  <a:cubicBezTo>
                    <a:pt x="44" y="54"/>
                    <a:pt x="45" y="58"/>
                    <a:pt x="45" y="62"/>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sz="1765"/>
            </a:p>
          </p:txBody>
        </p:sp>
        <p:sp>
          <p:nvSpPr>
            <p:cNvPr id="24" name="Freeform 43"/>
            <p:cNvSpPr>
              <a:spLocks/>
            </p:cNvSpPr>
            <p:nvPr userDrawn="1"/>
          </p:nvSpPr>
          <p:spPr bwMode="auto">
            <a:xfrm>
              <a:off x="3187700" y="5026024"/>
              <a:ext cx="157162" cy="277812"/>
            </a:xfrm>
            <a:custGeom>
              <a:avLst/>
              <a:gdLst>
                <a:gd name="T0" fmla="*/ 49 w 49"/>
                <a:gd name="T1" fmla="*/ 86 h 86"/>
                <a:gd name="T2" fmla="*/ 39 w 49"/>
                <a:gd name="T3" fmla="*/ 86 h 86"/>
                <a:gd name="T4" fmla="*/ 39 w 49"/>
                <a:gd name="T5" fmla="*/ 52 h 86"/>
                <a:gd name="T6" fmla="*/ 26 w 49"/>
                <a:gd name="T7" fmla="*/ 34 h 86"/>
                <a:gd name="T8" fmla="*/ 14 w 49"/>
                <a:gd name="T9" fmla="*/ 40 h 86"/>
                <a:gd name="T10" fmla="*/ 10 w 49"/>
                <a:gd name="T11" fmla="*/ 53 h 86"/>
                <a:gd name="T12" fmla="*/ 10 w 49"/>
                <a:gd name="T13" fmla="*/ 86 h 86"/>
                <a:gd name="T14" fmla="*/ 0 w 49"/>
                <a:gd name="T15" fmla="*/ 86 h 86"/>
                <a:gd name="T16" fmla="*/ 0 w 49"/>
                <a:gd name="T17" fmla="*/ 0 h 86"/>
                <a:gd name="T18" fmla="*/ 10 w 49"/>
                <a:gd name="T19" fmla="*/ 0 h 86"/>
                <a:gd name="T20" fmla="*/ 10 w 49"/>
                <a:gd name="T21" fmla="*/ 37 h 86"/>
                <a:gd name="T22" fmla="*/ 10 w 49"/>
                <a:gd name="T23" fmla="*/ 37 h 86"/>
                <a:gd name="T24" fmla="*/ 29 w 49"/>
                <a:gd name="T25" fmla="*/ 26 h 86"/>
                <a:gd name="T26" fmla="*/ 49 w 49"/>
                <a:gd name="T27" fmla="*/ 50 h 86"/>
                <a:gd name="T28" fmla="*/ 49 w 49"/>
                <a:gd name="T29" fmla="*/ 86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9" h="86">
                  <a:moveTo>
                    <a:pt x="49" y="86"/>
                  </a:moveTo>
                  <a:cubicBezTo>
                    <a:pt x="39" y="86"/>
                    <a:pt x="39" y="86"/>
                    <a:pt x="39" y="86"/>
                  </a:cubicBezTo>
                  <a:cubicBezTo>
                    <a:pt x="39" y="52"/>
                    <a:pt x="39" y="52"/>
                    <a:pt x="39" y="52"/>
                  </a:cubicBezTo>
                  <a:cubicBezTo>
                    <a:pt x="39" y="40"/>
                    <a:pt x="35" y="34"/>
                    <a:pt x="26" y="34"/>
                  </a:cubicBezTo>
                  <a:cubicBezTo>
                    <a:pt x="21" y="34"/>
                    <a:pt x="17" y="36"/>
                    <a:pt x="14" y="40"/>
                  </a:cubicBezTo>
                  <a:cubicBezTo>
                    <a:pt x="11" y="43"/>
                    <a:pt x="10" y="48"/>
                    <a:pt x="10" y="53"/>
                  </a:cubicBezTo>
                  <a:cubicBezTo>
                    <a:pt x="10" y="86"/>
                    <a:pt x="10" y="86"/>
                    <a:pt x="10" y="86"/>
                  </a:cubicBezTo>
                  <a:cubicBezTo>
                    <a:pt x="0" y="86"/>
                    <a:pt x="0" y="86"/>
                    <a:pt x="0" y="86"/>
                  </a:cubicBezTo>
                  <a:cubicBezTo>
                    <a:pt x="0" y="0"/>
                    <a:pt x="0" y="0"/>
                    <a:pt x="0" y="0"/>
                  </a:cubicBezTo>
                  <a:cubicBezTo>
                    <a:pt x="10" y="0"/>
                    <a:pt x="10" y="0"/>
                    <a:pt x="10" y="0"/>
                  </a:cubicBezTo>
                  <a:cubicBezTo>
                    <a:pt x="10" y="37"/>
                    <a:pt x="10" y="37"/>
                    <a:pt x="10" y="37"/>
                  </a:cubicBezTo>
                  <a:cubicBezTo>
                    <a:pt x="10" y="37"/>
                    <a:pt x="10" y="37"/>
                    <a:pt x="10" y="37"/>
                  </a:cubicBezTo>
                  <a:cubicBezTo>
                    <a:pt x="14" y="30"/>
                    <a:pt x="21" y="26"/>
                    <a:pt x="29" y="26"/>
                  </a:cubicBezTo>
                  <a:cubicBezTo>
                    <a:pt x="42" y="26"/>
                    <a:pt x="49" y="34"/>
                    <a:pt x="49" y="50"/>
                  </a:cubicBezTo>
                  <a:lnTo>
                    <a:pt x="49" y="86"/>
                  </a:lnTo>
                  <a:close/>
                </a:path>
              </a:pathLst>
            </a:custGeom>
            <a:grpFill/>
            <a:ln>
              <a:noFill/>
            </a:ln>
          </p:spPr>
          <p:txBody>
            <a:bodyPr vert="horz" wrap="square" lIns="91440" tIns="45720" rIns="91440" bIns="45720" numCol="1" anchor="t" anchorCtr="0" compatLnSpc="1">
              <a:prstTxWarp prst="textNoShape">
                <a:avLst/>
              </a:prstTxWarp>
            </a:bodyPr>
            <a:lstStyle/>
            <a:p>
              <a:endParaRPr lang="en-US" sz="1765"/>
            </a:p>
          </p:txBody>
        </p:sp>
        <p:sp>
          <p:nvSpPr>
            <p:cNvPr id="25" name="Freeform 44"/>
            <p:cNvSpPr>
              <a:spLocks noEditPoints="1"/>
            </p:cNvSpPr>
            <p:nvPr userDrawn="1"/>
          </p:nvSpPr>
          <p:spPr bwMode="auto">
            <a:xfrm>
              <a:off x="3386138" y="5110162"/>
              <a:ext cx="163512" cy="200025"/>
            </a:xfrm>
            <a:custGeom>
              <a:avLst/>
              <a:gdLst>
                <a:gd name="T0" fmla="*/ 51 w 51"/>
                <a:gd name="T1" fmla="*/ 33 h 62"/>
                <a:gd name="T2" fmla="*/ 10 w 51"/>
                <a:gd name="T3" fmla="*/ 33 h 62"/>
                <a:gd name="T4" fmla="*/ 15 w 51"/>
                <a:gd name="T5" fmla="*/ 48 h 62"/>
                <a:gd name="T6" fmla="*/ 29 w 51"/>
                <a:gd name="T7" fmla="*/ 54 h 62"/>
                <a:gd name="T8" fmla="*/ 47 w 51"/>
                <a:gd name="T9" fmla="*/ 47 h 62"/>
                <a:gd name="T10" fmla="*/ 47 w 51"/>
                <a:gd name="T11" fmla="*/ 56 h 62"/>
                <a:gd name="T12" fmla="*/ 27 w 51"/>
                <a:gd name="T13" fmla="*/ 62 h 62"/>
                <a:gd name="T14" fmla="*/ 7 w 51"/>
                <a:gd name="T15" fmla="*/ 54 h 62"/>
                <a:gd name="T16" fmla="*/ 0 w 51"/>
                <a:gd name="T17" fmla="*/ 31 h 62"/>
                <a:gd name="T18" fmla="*/ 4 w 51"/>
                <a:gd name="T19" fmla="*/ 15 h 62"/>
                <a:gd name="T20" fmla="*/ 13 w 51"/>
                <a:gd name="T21" fmla="*/ 4 h 62"/>
                <a:gd name="T22" fmla="*/ 27 w 51"/>
                <a:gd name="T23" fmla="*/ 0 h 62"/>
                <a:gd name="T24" fmla="*/ 45 w 51"/>
                <a:gd name="T25" fmla="*/ 8 h 62"/>
                <a:gd name="T26" fmla="*/ 51 w 51"/>
                <a:gd name="T27" fmla="*/ 28 h 62"/>
                <a:gd name="T28" fmla="*/ 51 w 51"/>
                <a:gd name="T29" fmla="*/ 33 h 62"/>
                <a:gd name="T30" fmla="*/ 42 w 51"/>
                <a:gd name="T31" fmla="*/ 25 h 62"/>
                <a:gd name="T32" fmla="*/ 38 w 51"/>
                <a:gd name="T33" fmla="*/ 13 h 62"/>
                <a:gd name="T34" fmla="*/ 27 w 51"/>
                <a:gd name="T35" fmla="*/ 8 h 62"/>
                <a:gd name="T36" fmla="*/ 16 w 51"/>
                <a:gd name="T37" fmla="*/ 13 h 62"/>
                <a:gd name="T38" fmla="*/ 10 w 51"/>
                <a:gd name="T39" fmla="*/ 25 h 62"/>
                <a:gd name="T40" fmla="*/ 42 w 51"/>
                <a:gd name="T41" fmla="*/ 25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1" h="62">
                  <a:moveTo>
                    <a:pt x="51" y="33"/>
                  </a:moveTo>
                  <a:cubicBezTo>
                    <a:pt x="10" y="33"/>
                    <a:pt x="10" y="33"/>
                    <a:pt x="10" y="33"/>
                  </a:cubicBezTo>
                  <a:cubicBezTo>
                    <a:pt x="10" y="40"/>
                    <a:pt x="12" y="45"/>
                    <a:pt x="15" y="48"/>
                  </a:cubicBezTo>
                  <a:cubicBezTo>
                    <a:pt x="18" y="52"/>
                    <a:pt x="23" y="54"/>
                    <a:pt x="29" y="54"/>
                  </a:cubicBezTo>
                  <a:cubicBezTo>
                    <a:pt x="36" y="54"/>
                    <a:pt x="42" y="51"/>
                    <a:pt x="47" y="47"/>
                  </a:cubicBezTo>
                  <a:cubicBezTo>
                    <a:pt x="47" y="56"/>
                    <a:pt x="47" y="56"/>
                    <a:pt x="47" y="56"/>
                  </a:cubicBezTo>
                  <a:cubicBezTo>
                    <a:pt x="42" y="60"/>
                    <a:pt x="35" y="62"/>
                    <a:pt x="27" y="62"/>
                  </a:cubicBezTo>
                  <a:cubicBezTo>
                    <a:pt x="18" y="62"/>
                    <a:pt x="12" y="59"/>
                    <a:pt x="7" y="54"/>
                  </a:cubicBezTo>
                  <a:cubicBezTo>
                    <a:pt x="2" y="48"/>
                    <a:pt x="0" y="41"/>
                    <a:pt x="0" y="31"/>
                  </a:cubicBezTo>
                  <a:cubicBezTo>
                    <a:pt x="0" y="25"/>
                    <a:pt x="1" y="20"/>
                    <a:pt x="4" y="15"/>
                  </a:cubicBezTo>
                  <a:cubicBezTo>
                    <a:pt x="6" y="10"/>
                    <a:pt x="9" y="7"/>
                    <a:pt x="13" y="4"/>
                  </a:cubicBezTo>
                  <a:cubicBezTo>
                    <a:pt x="17" y="2"/>
                    <a:pt x="22" y="0"/>
                    <a:pt x="27" y="0"/>
                  </a:cubicBezTo>
                  <a:cubicBezTo>
                    <a:pt x="35" y="0"/>
                    <a:pt x="40" y="3"/>
                    <a:pt x="45" y="8"/>
                  </a:cubicBezTo>
                  <a:cubicBezTo>
                    <a:pt x="49" y="13"/>
                    <a:pt x="51" y="19"/>
                    <a:pt x="51" y="28"/>
                  </a:cubicBezTo>
                  <a:lnTo>
                    <a:pt x="51" y="33"/>
                  </a:lnTo>
                  <a:close/>
                  <a:moveTo>
                    <a:pt x="42" y="25"/>
                  </a:moveTo>
                  <a:cubicBezTo>
                    <a:pt x="41" y="20"/>
                    <a:pt x="40" y="16"/>
                    <a:pt x="38" y="13"/>
                  </a:cubicBezTo>
                  <a:cubicBezTo>
                    <a:pt x="35" y="10"/>
                    <a:pt x="31" y="8"/>
                    <a:pt x="27" y="8"/>
                  </a:cubicBezTo>
                  <a:cubicBezTo>
                    <a:pt x="23" y="8"/>
                    <a:pt x="19" y="10"/>
                    <a:pt x="16" y="13"/>
                  </a:cubicBezTo>
                  <a:cubicBezTo>
                    <a:pt x="13" y="16"/>
                    <a:pt x="11" y="20"/>
                    <a:pt x="10" y="25"/>
                  </a:cubicBezTo>
                  <a:lnTo>
                    <a:pt x="42" y="25"/>
                  </a:lnTo>
                  <a:close/>
                </a:path>
              </a:pathLst>
            </a:custGeom>
            <a:grpFill/>
            <a:ln>
              <a:noFill/>
            </a:ln>
          </p:spPr>
          <p:txBody>
            <a:bodyPr vert="horz" wrap="square" lIns="91440" tIns="45720" rIns="91440" bIns="45720" numCol="1" anchor="t" anchorCtr="0" compatLnSpc="1">
              <a:prstTxWarp prst="textNoShape">
                <a:avLst/>
              </a:prstTxWarp>
            </a:bodyPr>
            <a:lstStyle/>
            <a:p>
              <a:endParaRPr lang="en-US" sz="1765"/>
            </a:p>
          </p:txBody>
        </p:sp>
        <p:sp>
          <p:nvSpPr>
            <p:cNvPr id="26" name="Freeform 45"/>
            <p:cNvSpPr>
              <a:spLocks/>
            </p:cNvSpPr>
            <p:nvPr userDrawn="1"/>
          </p:nvSpPr>
          <p:spPr bwMode="auto">
            <a:xfrm>
              <a:off x="3594100" y="5110162"/>
              <a:ext cx="155575" cy="193675"/>
            </a:xfrm>
            <a:custGeom>
              <a:avLst/>
              <a:gdLst>
                <a:gd name="T0" fmla="*/ 48 w 48"/>
                <a:gd name="T1" fmla="*/ 60 h 60"/>
                <a:gd name="T2" fmla="*/ 39 w 48"/>
                <a:gd name="T3" fmla="*/ 60 h 60"/>
                <a:gd name="T4" fmla="*/ 39 w 48"/>
                <a:gd name="T5" fmla="*/ 27 h 60"/>
                <a:gd name="T6" fmla="*/ 25 w 48"/>
                <a:gd name="T7" fmla="*/ 8 h 60"/>
                <a:gd name="T8" fmla="*/ 14 w 48"/>
                <a:gd name="T9" fmla="*/ 13 h 60"/>
                <a:gd name="T10" fmla="*/ 9 w 48"/>
                <a:gd name="T11" fmla="*/ 27 h 60"/>
                <a:gd name="T12" fmla="*/ 9 w 48"/>
                <a:gd name="T13" fmla="*/ 60 h 60"/>
                <a:gd name="T14" fmla="*/ 0 w 48"/>
                <a:gd name="T15" fmla="*/ 60 h 60"/>
                <a:gd name="T16" fmla="*/ 0 w 48"/>
                <a:gd name="T17" fmla="*/ 2 h 60"/>
                <a:gd name="T18" fmla="*/ 9 w 48"/>
                <a:gd name="T19" fmla="*/ 2 h 60"/>
                <a:gd name="T20" fmla="*/ 9 w 48"/>
                <a:gd name="T21" fmla="*/ 11 h 60"/>
                <a:gd name="T22" fmla="*/ 9 w 48"/>
                <a:gd name="T23" fmla="*/ 11 h 60"/>
                <a:gd name="T24" fmla="*/ 29 w 48"/>
                <a:gd name="T25" fmla="*/ 0 h 60"/>
                <a:gd name="T26" fmla="*/ 43 w 48"/>
                <a:gd name="T27" fmla="*/ 6 h 60"/>
                <a:gd name="T28" fmla="*/ 48 w 48"/>
                <a:gd name="T29" fmla="*/ 24 h 60"/>
                <a:gd name="T30" fmla="*/ 48 w 48"/>
                <a:gd name="T31" fmla="*/ 6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8" h="60">
                  <a:moveTo>
                    <a:pt x="48" y="60"/>
                  </a:moveTo>
                  <a:cubicBezTo>
                    <a:pt x="39" y="60"/>
                    <a:pt x="39" y="60"/>
                    <a:pt x="39" y="60"/>
                  </a:cubicBezTo>
                  <a:cubicBezTo>
                    <a:pt x="39" y="27"/>
                    <a:pt x="39" y="27"/>
                    <a:pt x="39" y="27"/>
                  </a:cubicBezTo>
                  <a:cubicBezTo>
                    <a:pt x="39" y="14"/>
                    <a:pt x="35" y="8"/>
                    <a:pt x="25" y="8"/>
                  </a:cubicBezTo>
                  <a:cubicBezTo>
                    <a:pt x="21" y="8"/>
                    <a:pt x="17" y="10"/>
                    <a:pt x="14" y="13"/>
                  </a:cubicBezTo>
                  <a:cubicBezTo>
                    <a:pt x="11" y="17"/>
                    <a:pt x="9" y="21"/>
                    <a:pt x="9" y="27"/>
                  </a:cubicBezTo>
                  <a:cubicBezTo>
                    <a:pt x="9" y="60"/>
                    <a:pt x="9" y="60"/>
                    <a:pt x="9" y="60"/>
                  </a:cubicBezTo>
                  <a:cubicBezTo>
                    <a:pt x="0" y="60"/>
                    <a:pt x="0" y="60"/>
                    <a:pt x="0" y="60"/>
                  </a:cubicBezTo>
                  <a:cubicBezTo>
                    <a:pt x="0" y="2"/>
                    <a:pt x="0" y="2"/>
                    <a:pt x="0" y="2"/>
                  </a:cubicBezTo>
                  <a:cubicBezTo>
                    <a:pt x="9" y="2"/>
                    <a:pt x="9" y="2"/>
                    <a:pt x="9" y="2"/>
                  </a:cubicBezTo>
                  <a:cubicBezTo>
                    <a:pt x="9" y="11"/>
                    <a:pt x="9" y="11"/>
                    <a:pt x="9" y="11"/>
                  </a:cubicBezTo>
                  <a:cubicBezTo>
                    <a:pt x="9" y="11"/>
                    <a:pt x="9" y="11"/>
                    <a:pt x="9" y="11"/>
                  </a:cubicBezTo>
                  <a:cubicBezTo>
                    <a:pt x="14" y="4"/>
                    <a:pt x="20" y="0"/>
                    <a:pt x="29" y="0"/>
                  </a:cubicBezTo>
                  <a:cubicBezTo>
                    <a:pt x="35" y="0"/>
                    <a:pt x="40" y="2"/>
                    <a:pt x="43" y="6"/>
                  </a:cubicBezTo>
                  <a:cubicBezTo>
                    <a:pt x="47" y="11"/>
                    <a:pt x="48" y="17"/>
                    <a:pt x="48" y="24"/>
                  </a:cubicBezTo>
                  <a:lnTo>
                    <a:pt x="48" y="60"/>
                  </a:lnTo>
                  <a:close/>
                </a:path>
              </a:pathLst>
            </a:custGeom>
            <a:grpFill/>
            <a:ln>
              <a:noFill/>
            </a:ln>
          </p:spPr>
          <p:txBody>
            <a:bodyPr vert="horz" wrap="square" lIns="91440" tIns="45720" rIns="91440" bIns="45720" numCol="1" anchor="t" anchorCtr="0" compatLnSpc="1">
              <a:prstTxWarp prst="textNoShape">
                <a:avLst/>
              </a:prstTxWarp>
            </a:bodyPr>
            <a:lstStyle/>
            <a:p>
              <a:endParaRPr lang="en-US" sz="1765"/>
            </a:p>
          </p:txBody>
        </p:sp>
        <p:sp>
          <p:nvSpPr>
            <p:cNvPr id="27" name="Freeform 46"/>
            <p:cNvSpPr>
              <a:spLocks/>
            </p:cNvSpPr>
            <p:nvPr userDrawn="1"/>
          </p:nvSpPr>
          <p:spPr bwMode="auto">
            <a:xfrm>
              <a:off x="3784600" y="5116512"/>
              <a:ext cx="153987" cy="187325"/>
            </a:xfrm>
            <a:custGeom>
              <a:avLst/>
              <a:gdLst>
                <a:gd name="T0" fmla="*/ 97 w 97"/>
                <a:gd name="T1" fmla="*/ 4 h 118"/>
                <a:gd name="T2" fmla="*/ 26 w 97"/>
                <a:gd name="T3" fmla="*/ 102 h 118"/>
                <a:gd name="T4" fmla="*/ 97 w 97"/>
                <a:gd name="T5" fmla="*/ 102 h 118"/>
                <a:gd name="T6" fmla="*/ 97 w 97"/>
                <a:gd name="T7" fmla="*/ 118 h 118"/>
                <a:gd name="T8" fmla="*/ 0 w 97"/>
                <a:gd name="T9" fmla="*/ 118 h 118"/>
                <a:gd name="T10" fmla="*/ 0 w 97"/>
                <a:gd name="T11" fmla="*/ 112 h 118"/>
                <a:gd name="T12" fmla="*/ 69 w 97"/>
                <a:gd name="T13" fmla="*/ 16 h 118"/>
                <a:gd name="T14" fmla="*/ 6 w 97"/>
                <a:gd name="T15" fmla="*/ 16 h 118"/>
                <a:gd name="T16" fmla="*/ 6 w 97"/>
                <a:gd name="T17" fmla="*/ 0 h 118"/>
                <a:gd name="T18" fmla="*/ 97 w 97"/>
                <a:gd name="T19" fmla="*/ 0 h 118"/>
                <a:gd name="T20" fmla="*/ 97 w 97"/>
                <a:gd name="T21" fmla="*/ 4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7" h="118">
                  <a:moveTo>
                    <a:pt x="97" y="4"/>
                  </a:moveTo>
                  <a:lnTo>
                    <a:pt x="26" y="102"/>
                  </a:lnTo>
                  <a:lnTo>
                    <a:pt x="97" y="102"/>
                  </a:lnTo>
                  <a:lnTo>
                    <a:pt x="97" y="118"/>
                  </a:lnTo>
                  <a:lnTo>
                    <a:pt x="0" y="118"/>
                  </a:lnTo>
                  <a:lnTo>
                    <a:pt x="0" y="112"/>
                  </a:lnTo>
                  <a:lnTo>
                    <a:pt x="69" y="16"/>
                  </a:lnTo>
                  <a:lnTo>
                    <a:pt x="6" y="16"/>
                  </a:lnTo>
                  <a:lnTo>
                    <a:pt x="6" y="0"/>
                  </a:lnTo>
                  <a:lnTo>
                    <a:pt x="97" y="0"/>
                  </a:lnTo>
                  <a:lnTo>
                    <a:pt x="97" y="4"/>
                  </a:lnTo>
                  <a:close/>
                </a:path>
              </a:pathLst>
            </a:custGeom>
            <a:grpFill/>
            <a:ln>
              <a:noFill/>
            </a:ln>
          </p:spPr>
          <p:txBody>
            <a:bodyPr vert="horz" wrap="square" lIns="91440" tIns="45720" rIns="91440" bIns="45720" numCol="1" anchor="t" anchorCtr="0" compatLnSpc="1">
              <a:prstTxWarp prst="textNoShape">
                <a:avLst/>
              </a:prstTxWarp>
            </a:bodyPr>
            <a:lstStyle/>
            <a:p>
              <a:endParaRPr lang="en-US" sz="1765"/>
            </a:p>
          </p:txBody>
        </p:sp>
        <p:sp>
          <p:nvSpPr>
            <p:cNvPr id="28" name="Freeform 47"/>
            <p:cNvSpPr>
              <a:spLocks/>
            </p:cNvSpPr>
            <p:nvPr userDrawn="1"/>
          </p:nvSpPr>
          <p:spPr bwMode="auto">
            <a:xfrm>
              <a:off x="3976688" y="5026024"/>
              <a:ext cx="157162" cy="277812"/>
            </a:xfrm>
            <a:custGeom>
              <a:avLst/>
              <a:gdLst>
                <a:gd name="T0" fmla="*/ 49 w 49"/>
                <a:gd name="T1" fmla="*/ 86 h 86"/>
                <a:gd name="T2" fmla="*/ 39 w 49"/>
                <a:gd name="T3" fmla="*/ 86 h 86"/>
                <a:gd name="T4" fmla="*/ 39 w 49"/>
                <a:gd name="T5" fmla="*/ 52 h 86"/>
                <a:gd name="T6" fmla="*/ 26 w 49"/>
                <a:gd name="T7" fmla="*/ 34 h 86"/>
                <a:gd name="T8" fmla="*/ 14 w 49"/>
                <a:gd name="T9" fmla="*/ 40 h 86"/>
                <a:gd name="T10" fmla="*/ 9 w 49"/>
                <a:gd name="T11" fmla="*/ 53 h 86"/>
                <a:gd name="T12" fmla="*/ 9 w 49"/>
                <a:gd name="T13" fmla="*/ 86 h 86"/>
                <a:gd name="T14" fmla="*/ 0 w 49"/>
                <a:gd name="T15" fmla="*/ 86 h 86"/>
                <a:gd name="T16" fmla="*/ 0 w 49"/>
                <a:gd name="T17" fmla="*/ 0 h 86"/>
                <a:gd name="T18" fmla="*/ 9 w 49"/>
                <a:gd name="T19" fmla="*/ 0 h 86"/>
                <a:gd name="T20" fmla="*/ 9 w 49"/>
                <a:gd name="T21" fmla="*/ 37 h 86"/>
                <a:gd name="T22" fmla="*/ 10 w 49"/>
                <a:gd name="T23" fmla="*/ 37 h 86"/>
                <a:gd name="T24" fmla="*/ 29 w 49"/>
                <a:gd name="T25" fmla="*/ 26 h 86"/>
                <a:gd name="T26" fmla="*/ 49 w 49"/>
                <a:gd name="T27" fmla="*/ 50 h 86"/>
                <a:gd name="T28" fmla="*/ 49 w 49"/>
                <a:gd name="T29" fmla="*/ 86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9" h="86">
                  <a:moveTo>
                    <a:pt x="49" y="86"/>
                  </a:moveTo>
                  <a:cubicBezTo>
                    <a:pt x="39" y="86"/>
                    <a:pt x="39" y="86"/>
                    <a:pt x="39" y="86"/>
                  </a:cubicBezTo>
                  <a:cubicBezTo>
                    <a:pt x="39" y="52"/>
                    <a:pt x="39" y="52"/>
                    <a:pt x="39" y="52"/>
                  </a:cubicBezTo>
                  <a:cubicBezTo>
                    <a:pt x="39" y="40"/>
                    <a:pt x="35" y="34"/>
                    <a:pt x="26" y="34"/>
                  </a:cubicBezTo>
                  <a:cubicBezTo>
                    <a:pt x="21" y="34"/>
                    <a:pt x="17" y="36"/>
                    <a:pt x="14" y="40"/>
                  </a:cubicBezTo>
                  <a:cubicBezTo>
                    <a:pt x="11" y="43"/>
                    <a:pt x="9" y="48"/>
                    <a:pt x="9" y="53"/>
                  </a:cubicBezTo>
                  <a:cubicBezTo>
                    <a:pt x="9" y="86"/>
                    <a:pt x="9" y="86"/>
                    <a:pt x="9" y="86"/>
                  </a:cubicBezTo>
                  <a:cubicBezTo>
                    <a:pt x="0" y="86"/>
                    <a:pt x="0" y="86"/>
                    <a:pt x="0" y="86"/>
                  </a:cubicBezTo>
                  <a:cubicBezTo>
                    <a:pt x="0" y="0"/>
                    <a:pt x="0" y="0"/>
                    <a:pt x="0" y="0"/>
                  </a:cubicBezTo>
                  <a:cubicBezTo>
                    <a:pt x="9" y="0"/>
                    <a:pt x="9" y="0"/>
                    <a:pt x="9" y="0"/>
                  </a:cubicBezTo>
                  <a:cubicBezTo>
                    <a:pt x="9" y="37"/>
                    <a:pt x="9" y="37"/>
                    <a:pt x="9" y="37"/>
                  </a:cubicBezTo>
                  <a:cubicBezTo>
                    <a:pt x="10" y="37"/>
                    <a:pt x="10" y="37"/>
                    <a:pt x="10" y="37"/>
                  </a:cubicBezTo>
                  <a:cubicBezTo>
                    <a:pt x="14" y="30"/>
                    <a:pt x="21" y="26"/>
                    <a:pt x="29" y="26"/>
                  </a:cubicBezTo>
                  <a:cubicBezTo>
                    <a:pt x="42" y="26"/>
                    <a:pt x="49" y="34"/>
                    <a:pt x="49" y="50"/>
                  </a:cubicBezTo>
                  <a:lnTo>
                    <a:pt x="49" y="86"/>
                  </a:lnTo>
                  <a:close/>
                </a:path>
              </a:pathLst>
            </a:custGeom>
            <a:grpFill/>
            <a:ln>
              <a:noFill/>
            </a:ln>
          </p:spPr>
          <p:txBody>
            <a:bodyPr vert="horz" wrap="square" lIns="91440" tIns="45720" rIns="91440" bIns="45720" numCol="1" anchor="t" anchorCtr="0" compatLnSpc="1">
              <a:prstTxWarp prst="textNoShape">
                <a:avLst/>
              </a:prstTxWarp>
            </a:bodyPr>
            <a:lstStyle/>
            <a:p>
              <a:endParaRPr lang="en-US" sz="1765"/>
            </a:p>
          </p:txBody>
        </p:sp>
        <p:sp>
          <p:nvSpPr>
            <p:cNvPr id="29" name="Freeform 48"/>
            <p:cNvSpPr>
              <a:spLocks noEditPoints="1"/>
            </p:cNvSpPr>
            <p:nvPr userDrawn="1"/>
          </p:nvSpPr>
          <p:spPr bwMode="auto">
            <a:xfrm>
              <a:off x="4176713" y="5110162"/>
              <a:ext cx="163512" cy="200025"/>
            </a:xfrm>
            <a:custGeom>
              <a:avLst/>
              <a:gdLst>
                <a:gd name="T0" fmla="*/ 51 w 51"/>
                <a:gd name="T1" fmla="*/ 33 h 62"/>
                <a:gd name="T2" fmla="*/ 10 w 51"/>
                <a:gd name="T3" fmla="*/ 33 h 62"/>
                <a:gd name="T4" fmla="*/ 15 w 51"/>
                <a:gd name="T5" fmla="*/ 48 h 62"/>
                <a:gd name="T6" fmla="*/ 29 w 51"/>
                <a:gd name="T7" fmla="*/ 54 h 62"/>
                <a:gd name="T8" fmla="*/ 47 w 51"/>
                <a:gd name="T9" fmla="*/ 47 h 62"/>
                <a:gd name="T10" fmla="*/ 47 w 51"/>
                <a:gd name="T11" fmla="*/ 56 h 62"/>
                <a:gd name="T12" fmla="*/ 26 w 51"/>
                <a:gd name="T13" fmla="*/ 62 h 62"/>
                <a:gd name="T14" fmla="*/ 7 w 51"/>
                <a:gd name="T15" fmla="*/ 54 h 62"/>
                <a:gd name="T16" fmla="*/ 0 w 51"/>
                <a:gd name="T17" fmla="*/ 31 h 62"/>
                <a:gd name="T18" fmla="*/ 3 w 51"/>
                <a:gd name="T19" fmla="*/ 15 h 62"/>
                <a:gd name="T20" fmla="*/ 13 w 51"/>
                <a:gd name="T21" fmla="*/ 4 h 62"/>
                <a:gd name="T22" fmla="*/ 27 w 51"/>
                <a:gd name="T23" fmla="*/ 0 h 62"/>
                <a:gd name="T24" fmla="*/ 45 w 51"/>
                <a:gd name="T25" fmla="*/ 8 h 62"/>
                <a:gd name="T26" fmla="*/ 51 w 51"/>
                <a:gd name="T27" fmla="*/ 28 h 62"/>
                <a:gd name="T28" fmla="*/ 51 w 51"/>
                <a:gd name="T29" fmla="*/ 33 h 62"/>
                <a:gd name="T30" fmla="*/ 41 w 51"/>
                <a:gd name="T31" fmla="*/ 25 h 62"/>
                <a:gd name="T32" fmla="*/ 37 w 51"/>
                <a:gd name="T33" fmla="*/ 13 h 62"/>
                <a:gd name="T34" fmla="*/ 27 w 51"/>
                <a:gd name="T35" fmla="*/ 8 h 62"/>
                <a:gd name="T36" fmla="*/ 16 w 51"/>
                <a:gd name="T37" fmla="*/ 13 h 62"/>
                <a:gd name="T38" fmla="*/ 10 w 51"/>
                <a:gd name="T39" fmla="*/ 25 h 62"/>
                <a:gd name="T40" fmla="*/ 41 w 51"/>
                <a:gd name="T41" fmla="*/ 25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1" h="62">
                  <a:moveTo>
                    <a:pt x="51" y="33"/>
                  </a:moveTo>
                  <a:cubicBezTo>
                    <a:pt x="10" y="33"/>
                    <a:pt x="10" y="33"/>
                    <a:pt x="10" y="33"/>
                  </a:cubicBezTo>
                  <a:cubicBezTo>
                    <a:pt x="10" y="40"/>
                    <a:pt x="11" y="45"/>
                    <a:pt x="15" y="48"/>
                  </a:cubicBezTo>
                  <a:cubicBezTo>
                    <a:pt x="18" y="52"/>
                    <a:pt x="23" y="54"/>
                    <a:pt x="29" y="54"/>
                  </a:cubicBezTo>
                  <a:cubicBezTo>
                    <a:pt x="35" y="54"/>
                    <a:pt x="41" y="51"/>
                    <a:pt x="47" y="47"/>
                  </a:cubicBezTo>
                  <a:cubicBezTo>
                    <a:pt x="47" y="56"/>
                    <a:pt x="47" y="56"/>
                    <a:pt x="47" y="56"/>
                  </a:cubicBezTo>
                  <a:cubicBezTo>
                    <a:pt x="42" y="60"/>
                    <a:pt x="35" y="62"/>
                    <a:pt x="26" y="62"/>
                  </a:cubicBezTo>
                  <a:cubicBezTo>
                    <a:pt x="18" y="62"/>
                    <a:pt x="12" y="59"/>
                    <a:pt x="7" y="54"/>
                  </a:cubicBezTo>
                  <a:cubicBezTo>
                    <a:pt x="2" y="48"/>
                    <a:pt x="0" y="41"/>
                    <a:pt x="0" y="31"/>
                  </a:cubicBezTo>
                  <a:cubicBezTo>
                    <a:pt x="0" y="25"/>
                    <a:pt x="1" y="20"/>
                    <a:pt x="3" y="15"/>
                  </a:cubicBezTo>
                  <a:cubicBezTo>
                    <a:pt x="6" y="10"/>
                    <a:pt x="9" y="7"/>
                    <a:pt x="13" y="4"/>
                  </a:cubicBezTo>
                  <a:cubicBezTo>
                    <a:pt x="17" y="2"/>
                    <a:pt x="22" y="0"/>
                    <a:pt x="27" y="0"/>
                  </a:cubicBezTo>
                  <a:cubicBezTo>
                    <a:pt x="34" y="0"/>
                    <a:pt x="40" y="3"/>
                    <a:pt x="45" y="8"/>
                  </a:cubicBezTo>
                  <a:cubicBezTo>
                    <a:pt x="49" y="13"/>
                    <a:pt x="51" y="19"/>
                    <a:pt x="51" y="28"/>
                  </a:cubicBezTo>
                  <a:lnTo>
                    <a:pt x="51" y="33"/>
                  </a:lnTo>
                  <a:close/>
                  <a:moveTo>
                    <a:pt x="41" y="25"/>
                  </a:moveTo>
                  <a:cubicBezTo>
                    <a:pt x="41" y="20"/>
                    <a:pt x="40" y="16"/>
                    <a:pt x="37" y="13"/>
                  </a:cubicBezTo>
                  <a:cubicBezTo>
                    <a:pt x="35" y="10"/>
                    <a:pt x="31" y="8"/>
                    <a:pt x="27" y="8"/>
                  </a:cubicBezTo>
                  <a:cubicBezTo>
                    <a:pt x="22" y="8"/>
                    <a:pt x="19" y="10"/>
                    <a:pt x="16" y="13"/>
                  </a:cubicBezTo>
                  <a:cubicBezTo>
                    <a:pt x="12" y="16"/>
                    <a:pt x="11" y="20"/>
                    <a:pt x="10" y="25"/>
                  </a:cubicBezTo>
                  <a:lnTo>
                    <a:pt x="41" y="25"/>
                  </a:lnTo>
                  <a:close/>
                </a:path>
              </a:pathLst>
            </a:custGeom>
            <a:grpFill/>
            <a:ln>
              <a:noFill/>
            </a:ln>
          </p:spPr>
          <p:txBody>
            <a:bodyPr vert="horz" wrap="square" lIns="91440" tIns="45720" rIns="91440" bIns="45720" numCol="1" anchor="t" anchorCtr="0" compatLnSpc="1">
              <a:prstTxWarp prst="textNoShape">
                <a:avLst/>
              </a:prstTxWarp>
            </a:bodyPr>
            <a:lstStyle/>
            <a:p>
              <a:endParaRPr lang="en-US" sz="1765"/>
            </a:p>
          </p:txBody>
        </p:sp>
        <p:sp>
          <p:nvSpPr>
            <p:cNvPr id="30" name="Freeform 49"/>
            <p:cNvSpPr>
              <a:spLocks/>
            </p:cNvSpPr>
            <p:nvPr userDrawn="1"/>
          </p:nvSpPr>
          <p:spPr bwMode="auto">
            <a:xfrm>
              <a:off x="4384675" y="5110162"/>
              <a:ext cx="153987" cy="193675"/>
            </a:xfrm>
            <a:custGeom>
              <a:avLst/>
              <a:gdLst>
                <a:gd name="T0" fmla="*/ 48 w 48"/>
                <a:gd name="T1" fmla="*/ 60 h 60"/>
                <a:gd name="T2" fmla="*/ 39 w 48"/>
                <a:gd name="T3" fmla="*/ 60 h 60"/>
                <a:gd name="T4" fmla="*/ 39 w 48"/>
                <a:gd name="T5" fmla="*/ 27 h 60"/>
                <a:gd name="T6" fmla="*/ 25 w 48"/>
                <a:gd name="T7" fmla="*/ 8 h 60"/>
                <a:gd name="T8" fmla="*/ 14 w 48"/>
                <a:gd name="T9" fmla="*/ 13 h 60"/>
                <a:gd name="T10" fmla="*/ 9 w 48"/>
                <a:gd name="T11" fmla="*/ 27 h 60"/>
                <a:gd name="T12" fmla="*/ 9 w 48"/>
                <a:gd name="T13" fmla="*/ 60 h 60"/>
                <a:gd name="T14" fmla="*/ 0 w 48"/>
                <a:gd name="T15" fmla="*/ 60 h 60"/>
                <a:gd name="T16" fmla="*/ 0 w 48"/>
                <a:gd name="T17" fmla="*/ 2 h 60"/>
                <a:gd name="T18" fmla="*/ 9 w 48"/>
                <a:gd name="T19" fmla="*/ 2 h 60"/>
                <a:gd name="T20" fmla="*/ 9 w 48"/>
                <a:gd name="T21" fmla="*/ 11 h 60"/>
                <a:gd name="T22" fmla="*/ 9 w 48"/>
                <a:gd name="T23" fmla="*/ 11 h 60"/>
                <a:gd name="T24" fmla="*/ 28 w 48"/>
                <a:gd name="T25" fmla="*/ 0 h 60"/>
                <a:gd name="T26" fmla="*/ 43 w 48"/>
                <a:gd name="T27" fmla="*/ 6 h 60"/>
                <a:gd name="T28" fmla="*/ 48 w 48"/>
                <a:gd name="T29" fmla="*/ 24 h 60"/>
                <a:gd name="T30" fmla="*/ 48 w 48"/>
                <a:gd name="T31" fmla="*/ 6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8" h="60">
                  <a:moveTo>
                    <a:pt x="48" y="60"/>
                  </a:moveTo>
                  <a:cubicBezTo>
                    <a:pt x="39" y="60"/>
                    <a:pt x="39" y="60"/>
                    <a:pt x="39" y="60"/>
                  </a:cubicBezTo>
                  <a:cubicBezTo>
                    <a:pt x="39" y="27"/>
                    <a:pt x="39" y="27"/>
                    <a:pt x="39" y="27"/>
                  </a:cubicBezTo>
                  <a:cubicBezTo>
                    <a:pt x="39" y="14"/>
                    <a:pt x="34" y="8"/>
                    <a:pt x="25" y="8"/>
                  </a:cubicBezTo>
                  <a:cubicBezTo>
                    <a:pt x="21" y="8"/>
                    <a:pt x="17" y="10"/>
                    <a:pt x="14" y="13"/>
                  </a:cubicBezTo>
                  <a:cubicBezTo>
                    <a:pt x="11" y="17"/>
                    <a:pt x="9" y="21"/>
                    <a:pt x="9" y="27"/>
                  </a:cubicBezTo>
                  <a:cubicBezTo>
                    <a:pt x="9" y="60"/>
                    <a:pt x="9" y="60"/>
                    <a:pt x="9" y="60"/>
                  </a:cubicBezTo>
                  <a:cubicBezTo>
                    <a:pt x="0" y="60"/>
                    <a:pt x="0" y="60"/>
                    <a:pt x="0" y="60"/>
                  </a:cubicBezTo>
                  <a:cubicBezTo>
                    <a:pt x="0" y="2"/>
                    <a:pt x="0" y="2"/>
                    <a:pt x="0" y="2"/>
                  </a:cubicBezTo>
                  <a:cubicBezTo>
                    <a:pt x="9" y="2"/>
                    <a:pt x="9" y="2"/>
                    <a:pt x="9" y="2"/>
                  </a:cubicBezTo>
                  <a:cubicBezTo>
                    <a:pt x="9" y="11"/>
                    <a:pt x="9" y="11"/>
                    <a:pt x="9" y="11"/>
                  </a:cubicBezTo>
                  <a:cubicBezTo>
                    <a:pt x="9" y="11"/>
                    <a:pt x="9" y="11"/>
                    <a:pt x="9" y="11"/>
                  </a:cubicBezTo>
                  <a:cubicBezTo>
                    <a:pt x="14" y="4"/>
                    <a:pt x="20" y="0"/>
                    <a:pt x="28" y="0"/>
                  </a:cubicBezTo>
                  <a:cubicBezTo>
                    <a:pt x="35" y="0"/>
                    <a:pt x="40" y="2"/>
                    <a:pt x="43" y="6"/>
                  </a:cubicBezTo>
                  <a:cubicBezTo>
                    <a:pt x="47" y="11"/>
                    <a:pt x="48" y="17"/>
                    <a:pt x="48" y="24"/>
                  </a:cubicBezTo>
                  <a:lnTo>
                    <a:pt x="48" y="60"/>
                  </a:lnTo>
                  <a:close/>
                </a:path>
              </a:pathLst>
            </a:custGeom>
            <a:grpFill/>
            <a:ln>
              <a:noFill/>
            </a:ln>
          </p:spPr>
          <p:txBody>
            <a:bodyPr vert="horz" wrap="square" lIns="91440" tIns="45720" rIns="91440" bIns="45720" numCol="1" anchor="t" anchorCtr="0" compatLnSpc="1">
              <a:prstTxWarp prst="textNoShape">
                <a:avLst/>
              </a:prstTxWarp>
            </a:bodyPr>
            <a:lstStyle/>
            <a:p>
              <a:endParaRPr lang="en-US" sz="1765"/>
            </a:p>
          </p:txBody>
        </p:sp>
        <p:sp>
          <p:nvSpPr>
            <p:cNvPr id="31" name="Freeform 50"/>
            <p:cNvSpPr>
              <a:spLocks/>
            </p:cNvSpPr>
            <p:nvPr userDrawn="1"/>
          </p:nvSpPr>
          <p:spPr bwMode="auto">
            <a:xfrm>
              <a:off x="4673600" y="5035549"/>
              <a:ext cx="163512" cy="268287"/>
            </a:xfrm>
            <a:custGeom>
              <a:avLst/>
              <a:gdLst>
                <a:gd name="T0" fmla="*/ 38 w 51"/>
                <a:gd name="T1" fmla="*/ 23 h 83"/>
                <a:gd name="T2" fmla="*/ 34 w 51"/>
                <a:gd name="T3" fmla="*/ 12 h 83"/>
                <a:gd name="T4" fmla="*/ 23 w 51"/>
                <a:gd name="T5" fmla="*/ 8 h 83"/>
                <a:gd name="T6" fmla="*/ 13 w 51"/>
                <a:gd name="T7" fmla="*/ 10 h 83"/>
                <a:gd name="T8" fmla="*/ 3 w 51"/>
                <a:gd name="T9" fmla="*/ 18 h 83"/>
                <a:gd name="T10" fmla="*/ 3 w 51"/>
                <a:gd name="T11" fmla="*/ 8 h 83"/>
                <a:gd name="T12" fmla="*/ 12 w 51"/>
                <a:gd name="T13" fmla="*/ 2 h 83"/>
                <a:gd name="T14" fmla="*/ 24 w 51"/>
                <a:gd name="T15" fmla="*/ 0 h 83"/>
                <a:gd name="T16" fmla="*/ 41 w 51"/>
                <a:gd name="T17" fmla="*/ 6 h 83"/>
                <a:gd name="T18" fmla="*/ 47 w 51"/>
                <a:gd name="T19" fmla="*/ 22 h 83"/>
                <a:gd name="T20" fmla="*/ 43 w 51"/>
                <a:gd name="T21" fmla="*/ 37 h 83"/>
                <a:gd name="T22" fmla="*/ 29 w 51"/>
                <a:gd name="T23" fmla="*/ 51 h 83"/>
                <a:gd name="T24" fmla="*/ 16 w 51"/>
                <a:gd name="T25" fmla="*/ 62 h 83"/>
                <a:gd name="T26" fmla="*/ 11 w 51"/>
                <a:gd name="T27" fmla="*/ 68 h 83"/>
                <a:gd name="T28" fmla="*/ 10 w 51"/>
                <a:gd name="T29" fmla="*/ 75 h 83"/>
                <a:gd name="T30" fmla="*/ 51 w 51"/>
                <a:gd name="T31" fmla="*/ 75 h 83"/>
                <a:gd name="T32" fmla="*/ 51 w 51"/>
                <a:gd name="T33" fmla="*/ 83 h 83"/>
                <a:gd name="T34" fmla="*/ 0 w 51"/>
                <a:gd name="T35" fmla="*/ 83 h 83"/>
                <a:gd name="T36" fmla="*/ 0 w 51"/>
                <a:gd name="T37" fmla="*/ 79 h 83"/>
                <a:gd name="T38" fmla="*/ 2 w 51"/>
                <a:gd name="T39" fmla="*/ 68 h 83"/>
                <a:gd name="T40" fmla="*/ 8 w 51"/>
                <a:gd name="T41" fmla="*/ 59 h 83"/>
                <a:gd name="T42" fmla="*/ 22 w 51"/>
                <a:gd name="T43" fmla="*/ 47 h 83"/>
                <a:gd name="T44" fmla="*/ 34 w 51"/>
                <a:gd name="T45" fmla="*/ 35 h 83"/>
                <a:gd name="T46" fmla="*/ 38 w 51"/>
                <a:gd name="T47" fmla="*/ 23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1" h="83">
                  <a:moveTo>
                    <a:pt x="38" y="23"/>
                  </a:moveTo>
                  <a:cubicBezTo>
                    <a:pt x="38" y="18"/>
                    <a:pt x="37" y="14"/>
                    <a:pt x="34" y="12"/>
                  </a:cubicBezTo>
                  <a:cubicBezTo>
                    <a:pt x="31" y="9"/>
                    <a:pt x="27" y="8"/>
                    <a:pt x="23" y="8"/>
                  </a:cubicBezTo>
                  <a:cubicBezTo>
                    <a:pt x="19" y="8"/>
                    <a:pt x="16" y="9"/>
                    <a:pt x="13" y="10"/>
                  </a:cubicBezTo>
                  <a:cubicBezTo>
                    <a:pt x="9" y="12"/>
                    <a:pt x="6" y="15"/>
                    <a:pt x="3" y="18"/>
                  </a:cubicBezTo>
                  <a:cubicBezTo>
                    <a:pt x="3" y="8"/>
                    <a:pt x="3" y="8"/>
                    <a:pt x="3" y="8"/>
                  </a:cubicBezTo>
                  <a:cubicBezTo>
                    <a:pt x="6" y="5"/>
                    <a:pt x="9" y="3"/>
                    <a:pt x="12" y="2"/>
                  </a:cubicBezTo>
                  <a:cubicBezTo>
                    <a:pt x="15" y="0"/>
                    <a:pt x="19" y="0"/>
                    <a:pt x="24" y="0"/>
                  </a:cubicBezTo>
                  <a:cubicBezTo>
                    <a:pt x="31" y="0"/>
                    <a:pt x="37" y="2"/>
                    <a:pt x="41" y="6"/>
                  </a:cubicBezTo>
                  <a:cubicBezTo>
                    <a:pt x="45" y="10"/>
                    <a:pt x="47" y="15"/>
                    <a:pt x="47" y="22"/>
                  </a:cubicBezTo>
                  <a:cubicBezTo>
                    <a:pt x="47" y="28"/>
                    <a:pt x="46" y="33"/>
                    <a:pt x="43" y="37"/>
                  </a:cubicBezTo>
                  <a:cubicBezTo>
                    <a:pt x="41" y="42"/>
                    <a:pt x="36" y="46"/>
                    <a:pt x="29" y="51"/>
                  </a:cubicBezTo>
                  <a:cubicBezTo>
                    <a:pt x="22" y="56"/>
                    <a:pt x="18" y="60"/>
                    <a:pt x="16" y="62"/>
                  </a:cubicBezTo>
                  <a:cubicBezTo>
                    <a:pt x="14" y="64"/>
                    <a:pt x="12" y="66"/>
                    <a:pt x="11" y="68"/>
                  </a:cubicBezTo>
                  <a:cubicBezTo>
                    <a:pt x="10" y="70"/>
                    <a:pt x="10" y="72"/>
                    <a:pt x="10" y="75"/>
                  </a:cubicBezTo>
                  <a:cubicBezTo>
                    <a:pt x="51" y="75"/>
                    <a:pt x="51" y="75"/>
                    <a:pt x="51" y="75"/>
                  </a:cubicBezTo>
                  <a:cubicBezTo>
                    <a:pt x="51" y="83"/>
                    <a:pt x="51" y="83"/>
                    <a:pt x="51" y="83"/>
                  </a:cubicBezTo>
                  <a:cubicBezTo>
                    <a:pt x="0" y="83"/>
                    <a:pt x="0" y="83"/>
                    <a:pt x="0" y="83"/>
                  </a:cubicBezTo>
                  <a:cubicBezTo>
                    <a:pt x="0" y="79"/>
                    <a:pt x="0" y="79"/>
                    <a:pt x="0" y="79"/>
                  </a:cubicBezTo>
                  <a:cubicBezTo>
                    <a:pt x="0" y="75"/>
                    <a:pt x="1" y="71"/>
                    <a:pt x="2" y="68"/>
                  </a:cubicBezTo>
                  <a:cubicBezTo>
                    <a:pt x="3" y="65"/>
                    <a:pt x="5" y="62"/>
                    <a:pt x="8" y="59"/>
                  </a:cubicBezTo>
                  <a:cubicBezTo>
                    <a:pt x="10" y="56"/>
                    <a:pt x="15" y="52"/>
                    <a:pt x="22" y="47"/>
                  </a:cubicBezTo>
                  <a:cubicBezTo>
                    <a:pt x="28" y="43"/>
                    <a:pt x="32" y="39"/>
                    <a:pt x="34" y="35"/>
                  </a:cubicBezTo>
                  <a:cubicBezTo>
                    <a:pt x="37" y="32"/>
                    <a:pt x="38" y="27"/>
                    <a:pt x="38" y="23"/>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sz="1765"/>
            </a:p>
          </p:txBody>
        </p:sp>
        <p:sp>
          <p:nvSpPr>
            <p:cNvPr id="32" name="Freeform 51"/>
            <p:cNvSpPr>
              <a:spLocks noEditPoints="1"/>
            </p:cNvSpPr>
            <p:nvPr userDrawn="1"/>
          </p:nvSpPr>
          <p:spPr bwMode="auto">
            <a:xfrm>
              <a:off x="4864100" y="5035549"/>
              <a:ext cx="173037" cy="274637"/>
            </a:xfrm>
            <a:custGeom>
              <a:avLst/>
              <a:gdLst>
                <a:gd name="T0" fmla="*/ 54 w 54"/>
                <a:gd name="T1" fmla="*/ 42 h 85"/>
                <a:gd name="T2" fmla="*/ 47 w 54"/>
                <a:gd name="T3" fmla="*/ 73 h 85"/>
                <a:gd name="T4" fmla="*/ 26 w 54"/>
                <a:gd name="T5" fmla="*/ 85 h 85"/>
                <a:gd name="T6" fmla="*/ 7 w 54"/>
                <a:gd name="T7" fmla="*/ 74 h 85"/>
                <a:gd name="T8" fmla="*/ 0 w 54"/>
                <a:gd name="T9" fmla="*/ 44 h 85"/>
                <a:gd name="T10" fmla="*/ 7 w 54"/>
                <a:gd name="T11" fmla="*/ 11 h 85"/>
                <a:gd name="T12" fmla="*/ 28 w 54"/>
                <a:gd name="T13" fmla="*/ 0 h 85"/>
                <a:gd name="T14" fmla="*/ 54 w 54"/>
                <a:gd name="T15" fmla="*/ 42 h 85"/>
                <a:gd name="T16" fmla="*/ 44 w 54"/>
                <a:gd name="T17" fmla="*/ 43 h 85"/>
                <a:gd name="T18" fmla="*/ 28 w 54"/>
                <a:gd name="T19" fmla="*/ 8 h 85"/>
                <a:gd name="T20" fmla="*/ 10 w 54"/>
                <a:gd name="T21" fmla="*/ 43 h 85"/>
                <a:gd name="T22" fmla="*/ 27 w 54"/>
                <a:gd name="T23" fmla="*/ 77 h 85"/>
                <a:gd name="T24" fmla="*/ 44 w 54"/>
                <a:gd name="T25" fmla="*/ 43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4" h="85">
                  <a:moveTo>
                    <a:pt x="54" y="42"/>
                  </a:moveTo>
                  <a:cubicBezTo>
                    <a:pt x="54" y="55"/>
                    <a:pt x="51" y="66"/>
                    <a:pt x="47" y="73"/>
                  </a:cubicBezTo>
                  <a:cubicBezTo>
                    <a:pt x="42" y="81"/>
                    <a:pt x="35" y="85"/>
                    <a:pt x="26" y="85"/>
                  </a:cubicBezTo>
                  <a:cubicBezTo>
                    <a:pt x="18" y="85"/>
                    <a:pt x="12" y="81"/>
                    <a:pt x="7" y="74"/>
                  </a:cubicBezTo>
                  <a:cubicBezTo>
                    <a:pt x="3" y="67"/>
                    <a:pt x="0" y="57"/>
                    <a:pt x="0" y="44"/>
                  </a:cubicBezTo>
                  <a:cubicBezTo>
                    <a:pt x="0" y="30"/>
                    <a:pt x="3" y="19"/>
                    <a:pt x="7" y="11"/>
                  </a:cubicBezTo>
                  <a:cubicBezTo>
                    <a:pt x="12" y="4"/>
                    <a:pt x="19" y="0"/>
                    <a:pt x="28" y="0"/>
                  </a:cubicBezTo>
                  <a:cubicBezTo>
                    <a:pt x="45" y="0"/>
                    <a:pt x="54" y="14"/>
                    <a:pt x="54" y="42"/>
                  </a:cubicBezTo>
                  <a:close/>
                  <a:moveTo>
                    <a:pt x="44" y="43"/>
                  </a:moveTo>
                  <a:cubicBezTo>
                    <a:pt x="44" y="19"/>
                    <a:pt x="39" y="8"/>
                    <a:pt x="28" y="8"/>
                  </a:cubicBezTo>
                  <a:cubicBezTo>
                    <a:pt x="16" y="8"/>
                    <a:pt x="10" y="20"/>
                    <a:pt x="10" y="43"/>
                  </a:cubicBezTo>
                  <a:cubicBezTo>
                    <a:pt x="10" y="66"/>
                    <a:pt x="16" y="77"/>
                    <a:pt x="27" y="77"/>
                  </a:cubicBezTo>
                  <a:cubicBezTo>
                    <a:pt x="39" y="77"/>
                    <a:pt x="44" y="65"/>
                    <a:pt x="44" y="43"/>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sz="1765"/>
            </a:p>
          </p:txBody>
        </p:sp>
        <p:sp>
          <p:nvSpPr>
            <p:cNvPr id="33" name="Freeform 52"/>
            <p:cNvSpPr>
              <a:spLocks/>
            </p:cNvSpPr>
            <p:nvPr userDrawn="1"/>
          </p:nvSpPr>
          <p:spPr bwMode="auto">
            <a:xfrm>
              <a:off x="5065713" y="5032374"/>
              <a:ext cx="93662" cy="271462"/>
            </a:xfrm>
            <a:custGeom>
              <a:avLst/>
              <a:gdLst>
                <a:gd name="T0" fmla="*/ 19 w 29"/>
                <a:gd name="T1" fmla="*/ 84 h 84"/>
                <a:gd name="T2" fmla="*/ 19 w 29"/>
                <a:gd name="T3" fmla="*/ 13 h 84"/>
                <a:gd name="T4" fmla="*/ 11 w 29"/>
                <a:gd name="T5" fmla="*/ 19 h 84"/>
                <a:gd name="T6" fmla="*/ 0 w 29"/>
                <a:gd name="T7" fmla="*/ 23 h 84"/>
                <a:gd name="T8" fmla="*/ 0 w 29"/>
                <a:gd name="T9" fmla="*/ 14 h 84"/>
                <a:gd name="T10" fmla="*/ 14 w 29"/>
                <a:gd name="T11" fmla="*/ 8 h 84"/>
                <a:gd name="T12" fmla="*/ 25 w 29"/>
                <a:gd name="T13" fmla="*/ 0 h 84"/>
                <a:gd name="T14" fmla="*/ 29 w 29"/>
                <a:gd name="T15" fmla="*/ 0 h 84"/>
                <a:gd name="T16" fmla="*/ 29 w 29"/>
                <a:gd name="T17" fmla="*/ 84 h 84"/>
                <a:gd name="T18" fmla="*/ 19 w 29"/>
                <a:gd name="T19" fmla="*/ 84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9" h="84">
                  <a:moveTo>
                    <a:pt x="19" y="84"/>
                  </a:moveTo>
                  <a:cubicBezTo>
                    <a:pt x="19" y="13"/>
                    <a:pt x="19" y="13"/>
                    <a:pt x="19" y="13"/>
                  </a:cubicBezTo>
                  <a:cubicBezTo>
                    <a:pt x="18" y="15"/>
                    <a:pt x="15" y="17"/>
                    <a:pt x="11" y="19"/>
                  </a:cubicBezTo>
                  <a:cubicBezTo>
                    <a:pt x="7" y="21"/>
                    <a:pt x="4" y="22"/>
                    <a:pt x="0" y="23"/>
                  </a:cubicBezTo>
                  <a:cubicBezTo>
                    <a:pt x="0" y="14"/>
                    <a:pt x="0" y="14"/>
                    <a:pt x="0" y="14"/>
                  </a:cubicBezTo>
                  <a:cubicBezTo>
                    <a:pt x="5" y="12"/>
                    <a:pt x="9" y="11"/>
                    <a:pt x="14" y="8"/>
                  </a:cubicBezTo>
                  <a:cubicBezTo>
                    <a:pt x="18" y="5"/>
                    <a:pt x="22" y="3"/>
                    <a:pt x="25" y="0"/>
                  </a:cubicBezTo>
                  <a:cubicBezTo>
                    <a:pt x="29" y="0"/>
                    <a:pt x="29" y="0"/>
                    <a:pt x="29" y="0"/>
                  </a:cubicBezTo>
                  <a:cubicBezTo>
                    <a:pt x="29" y="84"/>
                    <a:pt x="29" y="84"/>
                    <a:pt x="29" y="84"/>
                  </a:cubicBezTo>
                  <a:lnTo>
                    <a:pt x="19" y="84"/>
                  </a:lnTo>
                  <a:close/>
                </a:path>
              </a:pathLst>
            </a:custGeom>
            <a:grpFill/>
            <a:ln>
              <a:noFill/>
            </a:ln>
          </p:spPr>
          <p:txBody>
            <a:bodyPr vert="horz" wrap="square" lIns="91440" tIns="45720" rIns="91440" bIns="45720" numCol="1" anchor="t" anchorCtr="0" compatLnSpc="1">
              <a:prstTxWarp prst="textNoShape">
                <a:avLst/>
              </a:prstTxWarp>
            </a:bodyPr>
            <a:lstStyle/>
            <a:p>
              <a:endParaRPr lang="en-US" sz="1765"/>
            </a:p>
          </p:txBody>
        </p:sp>
        <p:sp>
          <p:nvSpPr>
            <p:cNvPr id="34" name="Freeform 53"/>
            <p:cNvSpPr>
              <a:spLocks noEditPoints="1"/>
            </p:cNvSpPr>
            <p:nvPr userDrawn="1"/>
          </p:nvSpPr>
          <p:spPr bwMode="auto">
            <a:xfrm>
              <a:off x="5210175" y="5035549"/>
              <a:ext cx="166687" cy="274637"/>
            </a:xfrm>
            <a:custGeom>
              <a:avLst/>
              <a:gdLst>
                <a:gd name="T0" fmla="*/ 52 w 52"/>
                <a:gd name="T1" fmla="*/ 57 h 85"/>
                <a:gd name="T2" fmla="*/ 49 w 52"/>
                <a:gd name="T3" fmla="*/ 71 h 85"/>
                <a:gd name="T4" fmla="*/ 40 w 52"/>
                <a:gd name="T5" fmla="*/ 81 h 85"/>
                <a:gd name="T6" fmla="*/ 27 w 52"/>
                <a:gd name="T7" fmla="*/ 85 h 85"/>
                <a:gd name="T8" fmla="*/ 7 w 52"/>
                <a:gd name="T9" fmla="*/ 75 h 85"/>
                <a:gd name="T10" fmla="*/ 0 w 52"/>
                <a:gd name="T11" fmla="*/ 47 h 85"/>
                <a:gd name="T12" fmla="*/ 4 w 52"/>
                <a:gd name="T13" fmla="*/ 22 h 85"/>
                <a:gd name="T14" fmla="*/ 16 w 52"/>
                <a:gd name="T15" fmla="*/ 6 h 85"/>
                <a:gd name="T16" fmla="*/ 34 w 52"/>
                <a:gd name="T17" fmla="*/ 0 h 85"/>
                <a:gd name="T18" fmla="*/ 47 w 52"/>
                <a:gd name="T19" fmla="*/ 2 h 85"/>
                <a:gd name="T20" fmla="*/ 47 w 52"/>
                <a:gd name="T21" fmla="*/ 11 h 85"/>
                <a:gd name="T22" fmla="*/ 34 w 52"/>
                <a:gd name="T23" fmla="*/ 8 h 85"/>
                <a:gd name="T24" fmla="*/ 17 w 52"/>
                <a:gd name="T25" fmla="*/ 18 h 85"/>
                <a:gd name="T26" fmla="*/ 10 w 52"/>
                <a:gd name="T27" fmla="*/ 44 h 85"/>
                <a:gd name="T28" fmla="*/ 10 w 52"/>
                <a:gd name="T29" fmla="*/ 44 h 85"/>
                <a:gd name="T30" fmla="*/ 29 w 52"/>
                <a:gd name="T31" fmla="*/ 32 h 85"/>
                <a:gd name="T32" fmla="*/ 46 w 52"/>
                <a:gd name="T33" fmla="*/ 39 h 85"/>
                <a:gd name="T34" fmla="*/ 52 w 52"/>
                <a:gd name="T35" fmla="*/ 57 h 85"/>
                <a:gd name="T36" fmla="*/ 43 w 52"/>
                <a:gd name="T37" fmla="*/ 58 h 85"/>
                <a:gd name="T38" fmla="*/ 39 w 52"/>
                <a:gd name="T39" fmla="*/ 45 h 85"/>
                <a:gd name="T40" fmla="*/ 27 w 52"/>
                <a:gd name="T41" fmla="*/ 40 h 85"/>
                <a:gd name="T42" fmla="*/ 15 w 52"/>
                <a:gd name="T43" fmla="*/ 45 h 85"/>
                <a:gd name="T44" fmla="*/ 11 w 52"/>
                <a:gd name="T45" fmla="*/ 56 h 85"/>
                <a:gd name="T46" fmla="*/ 15 w 52"/>
                <a:gd name="T47" fmla="*/ 71 h 85"/>
                <a:gd name="T48" fmla="*/ 27 w 52"/>
                <a:gd name="T49" fmla="*/ 77 h 85"/>
                <a:gd name="T50" fmla="*/ 38 w 52"/>
                <a:gd name="T51" fmla="*/ 72 h 85"/>
                <a:gd name="T52" fmla="*/ 43 w 52"/>
                <a:gd name="T53" fmla="*/ 58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2" h="85">
                  <a:moveTo>
                    <a:pt x="52" y="57"/>
                  </a:moveTo>
                  <a:cubicBezTo>
                    <a:pt x="52" y="62"/>
                    <a:pt x="51" y="67"/>
                    <a:pt x="49" y="71"/>
                  </a:cubicBezTo>
                  <a:cubicBezTo>
                    <a:pt x="47" y="76"/>
                    <a:pt x="44" y="79"/>
                    <a:pt x="40" y="81"/>
                  </a:cubicBezTo>
                  <a:cubicBezTo>
                    <a:pt x="36" y="83"/>
                    <a:pt x="31" y="85"/>
                    <a:pt x="27" y="85"/>
                  </a:cubicBezTo>
                  <a:cubicBezTo>
                    <a:pt x="18" y="85"/>
                    <a:pt x="12" y="81"/>
                    <a:pt x="7" y="75"/>
                  </a:cubicBezTo>
                  <a:cubicBezTo>
                    <a:pt x="3" y="68"/>
                    <a:pt x="0" y="59"/>
                    <a:pt x="0" y="47"/>
                  </a:cubicBezTo>
                  <a:cubicBezTo>
                    <a:pt x="0" y="38"/>
                    <a:pt x="2" y="29"/>
                    <a:pt x="4" y="22"/>
                  </a:cubicBezTo>
                  <a:cubicBezTo>
                    <a:pt x="7" y="15"/>
                    <a:pt x="11" y="10"/>
                    <a:pt x="16" y="6"/>
                  </a:cubicBezTo>
                  <a:cubicBezTo>
                    <a:pt x="21" y="2"/>
                    <a:pt x="27" y="0"/>
                    <a:pt x="34" y="0"/>
                  </a:cubicBezTo>
                  <a:cubicBezTo>
                    <a:pt x="39" y="0"/>
                    <a:pt x="44" y="1"/>
                    <a:pt x="47" y="2"/>
                  </a:cubicBezTo>
                  <a:cubicBezTo>
                    <a:pt x="47" y="11"/>
                    <a:pt x="47" y="11"/>
                    <a:pt x="47" y="11"/>
                  </a:cubicBezTo>
                  <a:cubicBezTo>
                    <a:pt x="43" y="9"/>
                    <a:pt x="39" y="8"/>
                    <a:pt x="34" y="8"/>
                  </a:cubicBezTo>
                  <a:cubicBezTo>
                    <a:pt x="27" y="8"/>
                    <a:pt x="21" y="11"/>
                    <a:pt x="17" y="18"/>
                  </a:cubicBezTo>
                  <a:cubicBezTo>
                    <a:pt x="12" y="24"/>
                    <a:pt x="10" y="33"/>
                    <a:pt x="10" y="44"/>
                  </a:cubicBezTo>
                  <a:cubicBezTo>
                    <a:pt x="10" y="44"/>
                    <a:pt x="10" y="44"/>
                    <a:pt x="10" y="44"/>
                  </a:cubicBezTo>
                  <a:cubicBezTo>
                    <a:pt x="14" y="36"/>
                    <a:pt x="20" y="32"/>
                    <a:pt x="29" y="32"/>
                  </a:cubicBezTo>
                  <a:cubicBezTo>
                    <a:pt x="36" y="32"/>
                    <a:pt x="42" y="34"/>
                    <a:pt x="46" y="39"/>
                  </a:cubicBezTo>
                  <a:cubicBezTo>
                    <a:pt x="50" y="43"/>
                    <a:pt x="52" y="50"/>
                    <a:pt x="52" y="57"/>
                  </a:cubicBezTo>
                  <a:close/>
                  <a:moveTo>
                    <a:pt x="43" y="58"/>
                  </a:moveTo>
                  <a:cubicBezTo>
                    <a:pt x="43" y="53"/>
                    <a:pt x="41" y="48"/>
                    <a:pt x="39" y="45"/>
                  </a:cubicBezTo>
                  <a:cubicBezTo>
                    <a:pt x="36" y="42"/>
                    <a:pt x="32" y="40"/>
                    <a:pt x="27" y="40"/>
                  </a:cubicBezTo>
                  <a:cubicBezTo>
                    <a:pt x="22" y="40"/>
                    <a:pt x="18" y="41"/>
                    <a:pt x="15" y="45"/>
                  </a:cubicBezTo>
                  <a:cubicBezTo>
                    <a:pt x="12" y="48"/>
                    <a:pt x="11" y="52"/>
                    <a:pt x="11" y="56"/>
                  </a:cubicBezTo>
                  <a:cubicBezTo>
                    <a:pt x="11" y="62"/>
                    <a:pt x="12" y="67"/>
                    <a:pt x="15" y="71"/>
                  </a:cubicBezTo>
                  <a:cubicBezTo>
                    <a:pt x="18" y="75"/>
                    <a:pt x="22" y="77"/>
                    <a:pt x="27" y="77"/>
                  </a:cubicBezTo>
                  <a:cubicBezTo>
                    <a:pt x="32" y="77"/>
                    <a:pt x="35" y="75"/>
                    <a:pt x="38" y="72"/>
                  </a:cubicBezTo>
                  <a:cubicBezTo>
                    <a:pt x="41" y="68"/>
                    <a:pt x="43" y="64"/>
                    <a:pt x="43" y="58"/>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sz="1765"/>
            </a:p>
          </p:txBody>
        </p:sp>
        <p:sp>
          <p:nvSpPr>
            <p:cNvPr id="35" name="Freeform 54"/>
            <p:cNvSpPr>
              <a:spLocks noEditPoints="1"/>
            </p:cNvSpPr>
            <p:nvPr userDrawn="1"/>
          </p:nvSpPr>
          <p:spPr bwMode="auto">
            <a:xfrm>
              <a:off x="-19036452" y="5013805"/>
              <a:ext cx="3301039" cy="739677"/>
            </a:xfrm>
            <a:custGeom>
              <a:avLst/>
              <a:gdLst>
                <a:gd name="T0" fmla="*/ 117 w 534"/>
                <a:gd name="T1" fmla="*/ 58 h 119"/>
                <a:gd name="T2" fmla="*/ 50 w 534"/>
                <a:gd name="T3" fmla="*/ 58 h 119"/>
                <a:gd name="T4" fmla="*/ 0 w 534"/>
                <a:gd name="T5" fmla="*/ 58 h 119"/>
                <a:gd name="T6" fmla="*/ 0 w 534"/>
                <a:gd name="T7" fmla="*/ 61 h 119"/>
                <a:gd name="T8" fmla="*/ 50 w 534"/>
                <a:gd name="T9" fmla="*/ 61 h 119"/>
                <a:gd name="T10" fmla="*/ 117 w 534"/>
                <a:gd name="T11" fmla="*/ 119 h 119"/>
                <a:gd name="T12" fmla="*/ 235 w 534"/>
                <a:gd name="T13" fmla="*/ 24 h 119"/>
                <a:gd name="T14" fmla="*/ 217 w 534"/>
                <a:gd name="T15" fmla="*/ 80 h 119"/>
                <a:gd name="T16" fmla="*/ 179 w 534"/>
                <a:gd name="T17" fmla="*/ 79 h 119"/>
                <a:gd name="T18" fmla="*/ 161 w 534"/>
                <a:gd name="T19" fmla="*/ 24 h 119"/>
                <a:gd name="T20" fmla="*/ 182 w 534"/>
                <a:gd name="T21" fmla="*/ 95 h 119"/>
                <a:gd name="T22" fmla="*/ 199 w 534"/>
                <a:gd name="T23" fmla="*/ 44 h 119"/>
                <a:gd name="T24" fmla="*/ 244 w 534"/>
                <a:gd name="T25" fmla="*/ 24 h 119"/>
                <a:gd name="T26" fmla="*/ 254 w 534"/>
                <a:gd name="T27" fmla="*/ 23 h 119"/>
                <a:gd name="T28" fmla="*/ 250 w 534"/>
                <a:gd name="T29" fmla="*/ 32 h 119"/>
                <a:gd name="T30" fmla="*/ 259 w 534"/>
                <a:gd name="T31" fmla="*/ 28 h 119"/>
                <a:gd name="T32" fmla="*/ 250 w 534"/>
                <a:gd name="T33" fmla="*/ 45 h 119"/>
                <a:gd name="T34" fmla="*/ 258 w 534"/>
                <a:gd name="T35" fmla="*/ 45 h 119"/>
                <a:gd name="T36" fmla="*/ 295 w 534"/>
                <a:gd name="T37" fmla="*/ 44 h 119"/>
                <a:gd name="T38" fmla="*/ 270 w 534"/>
                <a:gd name="T39" fmla="*/ 45 h 119"/>
                <a:gd name="T40" fmla="*/ 278 w 534"/>
                <a:gd name="T41" fmla="*/ 66 h 119"/>
                <a:gd name="T42" fmla="*/ 304 w 534"/>
                <a:gd name="T43" fmla="*/ 66 h 119"/>
                <a:gd name="T44" fmla="*/ 312 w 534"/>
                <a:gd name="T45" fmla="*/ 64 h 119"/>
                <a:gd name="T46" fmla="*/ 360 w 534"/>
                <a:gd name="T47" fmla="*/ 52 h 119"/>
                <a:gd name="T48" fmla="*/ 327 w 534"/>
                <a:gd name="T49" fmla="*/ 51 h 119"/>
                <a:gd name="T50" fmla="*/ 342 w 534"/>
                <a:gd name="T51" fmla="*/ 97 h 119"/>
                <a:gd name="T52" fmla="*/ 360 w 534"/>
                <a:gd name="T53" fmla="*/ 95 h 119"/>
                <a:gd name="T54" fmla="*/ 355 w 534"/>
                <a:gd name="T55" fmla="*/ 85 h 119"/>
                <a:gd name="T56" fmla="*/ 329 w 534"/>
                <a:gd name="T57" fmla="*/ 70 h 119"/>
                <a:gd name="T58" fmla="*/ 356 w 534"/>
                <a:gd name="T59" fmla="*/ 55 h 119"/>
                <a:gd name="T60" fmla="*/ 355 w 534"/>
                <a:gd name="T61" fmla="*/ 85 h 119"/>
                <a:gd name="T62" fmla="*/ 384 w 534"/>
                <a:gd name="T63" fmla="*/ 51 h 119"/>
                <a:gd name="T64" fmla="*/ 401 w 534"/>
                <a:gd name="T65" fmla="*/ 97 h 119"/>
                <a:gd name="T66" fmla="*/ 421 w 534"/>
                <a:gd name="T67" fmla="*/ 51 h 119"/>
                <a:gd name="T68" fmla="*/ 390 w 534"/>
                <a:gd name="T69" fmla="*/ 85 h 119"/>
                <a:gd name="T70" fmla="*/ 402 w 534"/>
                <a:gd name="T71" fmla="*/ 51 h 119"/>
                <a:gd name="T72" fmla="*/ 415 w 534"/>
                <a:gd name="T73" fmla="*/ 85 h 119"/>
                <a:gd name="T74" fmla="*/ 481 w 534"/>
                <a:gd name="T75" fmla="*/ 88 h 119"/>
                <a:gd name="T76" fmla="*/ 462 w 534"/>
                <a:gd name="T77" fmla="*/ 45 h 119"/>
                <a:gd name="T78" fmla="*/ 448 w 534"/>
                <a:gd name="T79" fmla="*/ 83 h 119"/>
                <a:gd name="T80" fmla="*/ 445 w 534"/>
                <a:gd name="T81" fmla="*/ 95 h 119"/>
                <a:gd name="T82" fmla="*/ 465 w 534"/>
                <a:gd name="T83" fmla="*/ 55 h 119"/>
                <a:gd name="T84" fmla="*/ 485 w 534"/>
                <a:gd name="T85" fmla="*/ 95 h 119"/>
                <a:gd name="T86" fmla="*/ 531 w 534"/>
                <a:gd name="T87" fmla="*/ 74 h 119"/>
                <a:gd name="T88" fmla="*/ 511 w 534"/>
                <a:gd name="T89" fmla="*/ 57 h 119"/>
                <a:gd name="T90" fmla="*/ 531 w 534"/>
                <a:gd name="T91" fmla="*/ 54 h 119"/>
                <a:gd name="T92" fmla="*/ 508 w 534"/>
                <a:gd name="T93" fmla="*/ 48 h 119"/>
                <a:gd name="T94" fmla="*/ 515 w 534"/>
                <a:gd name="T95" fmla="*/ 74 h 119"/>
                <a:gd name="T96" fmla="*/ 516 w 534"/>
                <a:gd name="T97" fmla="*/ 90 h 119"/>
                <a:gd name="T98" fmla="*/ 515 w 534"/>
                <a:gd name="T99" fmla="*/ 97 h 119"/>
                <a:gd name="T100" fmla="*/ 531 w 534"/>
                <a:gd name="T101" fmla="*/ 74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534" h="119">
                  <a:moveTo>
                    <a:pt x="53" y="9"/>
                  </a:moveTo>
                  <a:cubicBezTo>
                    <a:pt x="117" y="0"/>
                    <a:pt x="117" y="0"/>
                    <a:pt x="117" y="0"/>
                  </a:cubicBezTo>
                  <a:cubicBezTo>
                    <a:pt x="117" y="58"/>
                    <a:pt x="117" y="58"/>
                    <a:pt x="117" y="58"/>
                  </a:cubicBezTo>
                  <a:cubicBezTo>
                    <a:pt x="53" y="58"/>
                    <a:pt x="53" y="58"/>
                    <a:pt x="53" y="58"/>
                  </a:cubicBezTo>
                  <a:lnTo>
                    <a:pt x="53" y="9"/>
                  </a:lnTo>
                  <a:close/>
                  <a:moveTo>
                    <a:pt x="50" y="58"/>
                  </a:moveTo>
                  <a:cubicBezTo>
                    <a:pt x="50" y="9"/>
                    <a:pt x="50" y="9"/>
                    <a:pt x="50" y="9"/>
                  </a:cubicBezTo>
                  <a:cubicBezTo>
                    <a:pt x="0" y="17"/>
                    <a:pt x="0" y="17"/>
                    <a:pt x="0" y="17"/>
                  </a:cubicBezTo>
                  <a:cubicBezTo>
                    <a:pt x="0" y="58"/>
                    <a:pt x="0" y="58"/>
                    <a:pt x="0" y="58"/>
                  </a:cubicBezTo>
                  <a:lnTo>
                    <a:pt x="50" y="58"/>
                  </a:lnTo>
                  <a:close/>
                  <a:moveTo>
                    <a:pt x="50" y="61"/>
                  </a:moveTo>
                  <a:cubicBezTo>
                    <a:pt x="0" y="61"/>
                    <a:pt x="0" y="61"/>
                    <a:pt x="0" y="61"/>
                  </a:cubicBezTo>
                  <a:cubicBezTo>
                    <a:pt x="0" y="103"/>
                    <a:pt x="0" y="103"/>
                    <a:pt x="0" y="103"/>
                  </a:cubicBezTo>
                  <a:cubicBezTo>
                    <a:pt x="50" y="110"/>
                    <a:pt x="50" y="110"/>
                    <a:pt x="50" y="110"/>
                  </a:cubicBezTo>
                  <a:lnTo>
                    <a:pt x="50" y="61"/>
                  </a:lnTo>
                  <a:close/>
                  <a:moveTo>
                    <a:pt x="53" y="61"/>
                  </a:moveTo>
                  <a:cubicBezTo>
                    <a:pt x="53" y="110"/>
                    <a:pt x="53" y="110"/>
                    <a:pt x="53" y="110"/>
                  </a:cubicBezTo>
                  <a:cubicBezTo>
                    <a:pt x="117" y="119"/>
                    <a:pt x="117" y="119"/>
                    <a:pt x="117" y="119"/>
                  </a:cubicBezTo>
                  <a:cubicBezTo>
                    <a:pt x="117" y="61"/>
                    <a:pt x="117" y="61"/>
                    <a:pt x="117" y="61"/>
                  </a:cubicBezTo>
                  <a:lnTo>
                    <a:pt x="53" y="61"/>
                  </a:lnTo>
                  <a:close/>
                  <a:moveTo>
                    <a:pt x="235" y="24"/>
                  </a:moveTo>
                  <a:cubicBezTo>
                    <a:pt x="220" y="79"/>
                    <a:pt x="220" y="79"/>
                    <a:pt x="220" y="79"/>
                  </a:cubicBezTo>
                  <a:cubicBezTo>
                    <a:pt x="219" y="82"/>
                    <a:pt x="218" y="84"/>
                    <a:pt x="218" y="86"/>
                  </a:cubicBezTo>
                  <a:cubicBezTo>
                    <a:pt x="218" y="84"/>
                    <a:pt x="218" y="82"/>
                    <a:pt x="217" y="80"/>
                  </a:cubicBezTo>
                  <a:cubicBezTo>
                    <a:pt x="202" y="24"/>
                    <a:pt x="202" y="24"/>
                    <a:pt x="202" y="24"/>
                  </a:cubicBezTo>
                  <a:cubicBezTo>
                    <a:pt x="195" y="24"/>
                    <a:pt x="195" y="24"/>
                    <a:pt x="195" y="24"/>
                  </a:cubicBezTo>
                  <a:cubicBezTo>
                    <a:pt x="179" y="79"/>
                    <a:pt x="179" y="79"/>
                    <a:pt x="179" y="79"/>
                  </a:cubicBezTo>
                  <a:cubicBezTo>
                    <a:pt x="178" y="82"/>
                    <a:pt x="178" y="84"/>
                    <a:pt x="178" y="86"/>
                  </a:cubicBezTo>
                  <a:cubicBezTo>
                    <a:pt x="177" y="84"/>
                    <a:pt x="177" y="82"/>
                    <a:pt x="176" y="79"/>
                  </a:cubicBezTo>
                  <a:cubicBezTo>
                    <a:pt x="161" y="24"/>
                    <a:pt x="161" y="24"/>
                    <a:pt x="161" y="24"/>
                  </a:cubicBezTo>
                  <a:cubicBezTo>
                    <a:pt x="152" y="24"/>
                    <a:pt x="152" y="24"/>
                    <a:pt x="152" y="24"/>
                  </a:cubicBezTo>
                  <a:cubicBezTo>
                    <a:pt x="173" y="95"/>
                    <a:pt x="173" y="95"/>
                    <a:pt x="173" y="95"/>
                  </a:cubicBezTo>
                  <a:cubicBezTo>
                    <a:pt x="182" y="95"/>
                    <a:pt x="182" y="95"/>
                    <a:pt x="182" y="95"/>
                  </a:cubicBezTo>
                  <a:cubicBezTo>
                    <a:pt x="197" y="44"/>
                    <a:pt x="197" y="44"/>
                    <a:pt x="197" y="44"/>
                  </a:cubicBezTo>
                  <a:cubicBezTo>
                    <a:pt x="197" y="41"/>
                    <a:pt x="198" y="38"/>
                    <a:pt x="198" y="36"/>
                  </a:cubicBezTo>
                  <a:cubicBezTo>
                    <a:pt x="198" y="39"/>
                    <a:pt x="199" y="41"/>
                    <a:pt x="199" y="44"/>
                  </a:cubicBezTo>
                  <a:cubicBezTo>
                    <a:pt x="213" y="95"/>
                    <a:pt x="213" y="95"/>
                    <a:pt x="213" y="95"/>
                  </a:cubicBezTo>
                  <a:cubicBezTo>
                    <a:pt x="223" y="95"/>
                    <a:pt x="223" y="95"/>
                    <a:pt x="223" y="95"/>
                  </a:cubicBezTo>
                  <a:cubicBezTo>
                    <a:pt x="244" y="24"/>
                    <a:pt x="244" y="24"/>
                    <a:pt x="244" y="24"/>
                  </a:cubicBezTo>
                  <a:lnTo>
                    <a:pt x="235" y="24"/>
                  </a:lnTo>
                  <a:close/>
                  <a:moveTo>
                    <a:pt x="258" y="24"/>
                  </a:moveTo>
                  <a:cubicBezTo>
                    <a:pt x="257" y="23"/>
                    <a:pt x="255" y="23"/>
                    <a:pt x="254" y="23"/>
                  </a:cubicBezTo>
                  <a:cubicBezTo>
                    <a:pt x="252" y="23"/>
                    <a:pt x="251" y="23"/>
                    <a:pt x="250" y="24"/>
                  </a:cubicBezTo>
                  <a:cubicBezTo>
                    <a:pt x="249" y="25"/>
                    <a:pt x="249" y="26"/>
                    <a:pt x="249" y="28"/>
                  </a:cubicBezTo>
                  <a:cubicBezTo>
                    <a:pt x="249" y="29"/>
                    <a:pt x="249" y="31"/>
                    <a:pt x="250" y="32"/>
                  </a:cubicBezTo>
                  <a:cubicBezTo>
                    <a:pt x="251" y="32"/>
                    <a:pt x="253" y="33"/>
                    <a:pt x="254" y="33"/>
                  </a:cubicBezTo>
                  <a:cubicBezTo>
                    <a:pt x="255" y="33"/>
                    <a:pt x="257" y="32"/>
                    <a:pt x="258" y="31"/>
                  </a:cubicBezTo>
                  <a:cubicBezTo>
                    <a:pt x="259" y="31"/>
                    <a:pt x="259" y="29"/>
                    <a:pt x="259" y="28"/>
                  </a:cubicBezTo>
                  <a:cubicBezTo>
                    <a:pt x="259" y="26"/>
                    <a:pt x="259" y="25"/>
                    <a:pt x="258" y="24"/>
                  </a:cubicBezTo>
                  <a:close/>
                  <a:moveTo>
                    <a:pt x="258" y="45"/>
                  </a:moveTo>
                  <a:cubicBezTo>
                    <a:pt x="250" y="45"/>
                    <a:pt x="250" y="45"/>
                    <a:pt x="250" y="45"/>
                  </a:cubicBezTo>
                  <a:cubicBezTo>
                    <a:pt x="250" y="95"/>
                    <a:pt x="250" y="95"/>
                    <a:pt x="250" y="95"/>
                  </a:cubicBezTo>
                  <a:cubicBezTo>
                    <a:pt x="258" y="95"/>
                    <a:pt x="258" y="95"/>
                    <a:pt x="258" y="95"/>
                  </a:cubicBezTo>
                  <a:lnTo>
                    <a:pt x="258" y="45"/>
                  </a:lnTo>
                  <a:close/>
                  <a:moveTo>
                    <a:pt x="312" y="64"/>
                  </a:moveTo>
                  <a:cubicBezTo>
                    <a:pt x="312" y="58"/>
                    <a:pt x="310" y="53"/>
                    <a:pt x="307" y="49"/>
                  </a:cubicBezTo>
                  <a:cubicBezTo>
                    <a:pt x="305" y="46"/>
                    <a:pt x="300" y="44"/>
                    <a:pt x="295" y="44"/>
                  </a:cubicBezTo>
                  <a:cubicBezTo>
                    <a:pt x="287" y="44"/>
                    <a:pt x="282" y="47"/>
                    <a:pt x="278" y="53"/>
                  </a:cubicBezTo>
                  <a:cubicBezTo>
                    <a:pt x="278" y="45"/>
                    <a:pt x="278" y="45"/>
                    <a:pt x="278" y="45"/>
                  </a:cubicBezTo>
                  <a:cubicBezTo>
                    <a:pt x="270" y="45"/>
                    <a:pt x="270" y="45"/>
                    <a:pt x="270" y="45"/>
                  </a:cubicBezTo>
                  <a:cubicBezTo>
                    <a:pt x="270" y="95"/>
                    <a:pt x="270" y="95"/>
                    <a:pt x="270" y="95"/>
                  </a:cubicBezTo>
                  <a:cubicBezTo>
                    <a:pt x="278" y="95"/>
                    <a:pt x="278" y="95"/>
                    <a:pt x="278" y="95"/>
                  </a:cubicBezTo>
                  <a:cubicBezTo>
                    <a:pt x="278" y="66"/>
                    <a:pt x="278" y="66"/>
                    <a:pt x="278" y="66"/>
                  </a:cubicBezTo>
                  <a:cubicBezTo>
                    <a:pt x="278" y="62"/>
                    <a:pt x="279" y="58"/>
                    <a:pt x="282" y="55"/>
                  </a:cubicBezTo>
                  <a:cubicBezTo>
                    <a:pt x="284" y="52"/>
                    <a:pt x="287" y="51"/>
                    <a:pt x="292" y="51"/>
                  </a:cubicBezTo>
                  <a:cubicBezTo>
                    <a:pt x="300" y="51"/>
                    <a:pt x="304" y="56"/>
                    <a:pt x="304" y="66"/>
                  </a:cubicBezTo>
                  <a:cubicBezTo>
                    <a:pt x="304" y="95"/>
                    <a:pt x="304" y="95"/>
                    <a:pt x="304" y="95"/>
                  </a:cubicBezTo>
                  <a:cubicBezTo>
                    <a:pt x="312" y="95"/>
                    <a:pt x="312" y="95"/>
                    <a:pt x="312" y="95"/>
                  </a:cubicBezTo>
                  <a:lnTo>
                    <a:pt x="312" y="64"/>
                  </a:lnTo>
                  <a:close/>
                  <a:moveTo>
                    <a:pt x="368" y="20"/>
                  </a:moveTo>
                  <a:cubicBezTo>
                    <a:pt x="360" y="20"/>
                    <a:pt x="360" y="20"/>
                    <a:pt x="360" y="20"/>
                  </a:cubicBezTo>
                  <a:cubicBezTo>
                    <a:pt x="360" y="52"/>
                    <a:pt x="360" y="52"/>
                    <a:pt x="360" y="52"/>
                  </a:cubicBezTo>
                  <a:cubicBezTo>
                    <a:pt x="359" y="52"/>
                    <a:pt x="359" y="52"/>
                    <a:pt x="359" y="52"/>
                  </a:cubicBezTo>
                  <a:cubicBezTo>
                    <a:pt x="356" y="46"/>
                    <a:pt x="351" y="44"/>
                    <a:pt x="344" y="44"/>
                  </a:cubicBezTo>
                  <a:cubicBezTo>
                    <a:pt x="337" y="44"/>
                    <a:pt x="331" y="46"/>
                    <a:pt x="327" y="51"/>
                  </a:cubicBezTo>
                  <a:cubicBezTo>
                    <a:pt x="323" y="56"/>
                    <a:pt x="321" y="63"/>
                    <a:pt x="321" y="71"/>
                  </a:cubicBezTo>
                  <a:cubicBezTo>
                    <a:pt x="321" y="79"/>
                    <a:pt x="323" y="85"/>
                    <a:pt x="327" y="90"/>
                  </a:cubicBezTo>
                  <a:cubicBezTo>
                    <a:pt x="330" y="94"/>
                    <a:pt x="335" y="97"/>
                    <a:pt x="342" y="97"/>
                  </a:cubicBezTo>
                  <a:cubicBezTo>
                    <a:pt x="349" y="97"/>
                    <a:pt x="356" y="93"/>
                    <a:pt x="359" y="87"/>
                  </a:cubicBezTo>
                  <a:cubicBezTo>
                    <a:pt x="360" y="87"/>
                    <a:pt x="360" y="87"/>
                    <a:pt x="360" y="87"/>
                  </a:cubicBezTo>
                  <a:cubicBezTo>
                    <a:pt x="360" y="95"/>
                    <a:pt x="360" y="95"/>
                    <a:pt x="360" y="95"/>
                  </a:cubicBezTo>
                  <a:cubicBezTo>
                    <a:pt x="368" y="95"/>
                    <a:pt x="368" y="95"/>
                    <a:pt x="368" y="95"/>
                  </a:cubicBezTo>
                  <a:lnTo>
                    <a:pt x="368" y="20"/>
                  </a:lnTo>
                  <a:close/>
                  <a:moveTo>
                    <a:pt x="355" y="85"/>
                  </a:moveTo>
                  <a:cubicBezTo>
                    <a:pt x="353" y="88"/>
                    <a:pt x="348" y="90"/>
                    <a:pt x="344" y="90"/>
                  </a:cubicBezTo>
                  <a:cubicBezTo>
                    <a:pt x="339" y="90"/>
                    <a:pt x="336" y="88"/>
                    <a:pt x="333" y="85"/>
                  </a:cubicBezTo>
                  <a:cubicBezTo>
                    <a:pt x="330" y="82"/>
                    <a:pt x="329" y="77"/>
                    <a:pt x="329" y="70"/>
                  </a:cubicBezTo>
                  <a:cubicBezTo>
                    <a:pt x="329" y="64"/>
                    <a:pt x="331" y="59"/>
                    <a:pt x="333" y="56"/>
                  </a:cubicBezTo>
                  <a:cubicBezTo>
                    <a:pt x="336" y="52"/>
                    <a:pt x="340" y="51"/>
                    <a:pt x="345" y="51"/>
                  </a:cubicBezTo>
                  <a:cubicBezTo>
                    <a:pt x="349" y="51"/>
                    <a:pt x="353" y="52"/>
                    <a:pt x="356" y="55"/>
                  </a:cubicBezTo>
                  <a:cubicBezTo>
                    <a:pt x="358" y="57"/>
                    <a:pt x="360" y="61"/>
                    <a:pt x="360" y="65"/>
                  </a:cubicBezTo>
                  <a:cubicBezTo>
                    <a:pt x="360" y="73"/>
                    <a:pt x="360" y="73"/>
                    <a:pt x="360" y="73"/>
                  </a:cubicBezTo>
                  <a:cubicBezTo>
                    <a:pt x="360" y="78"/>
                    <a:pt x="358" y="82"/>
                    <a:pt x="355" y="85"/>
                  </a:cubicBezTo>
                  <a:close/>
                  <a:moveTo>
                    <a:pt x="421" y="51"/>
                  </a:moveTo>
                  <a:cubicBezTo>
                    <a:pt x="417" y="46"/>
                    <a:pt x="410" y="44"/>
                    <a:pt x="402" y="44"/>
                  </a:cubicBezTo>
                  <a:cubicBezTo>
                    <a:pt x="395" y="44"/>
                    <a:pt x="389" y="46"/>
                    <a:pt x="384" y="51"/>
                  </a:cubicBezTo>
                  <a:cubicBezTo>
                    <a:pt x="380" y="56"/>
                    <a:pt x="377" y="62"/>
                    <a:pt x="377" y="70"/>
                  </a:cubicBezTo>
                  <a:cubicBezTo>
                    <a:pt x="377" y="79"/>
                    <a:pt x="380" y="85"/>
                    <a:pt x="384" y="90"/>
                  </a:cubicBezTo>
                  <a:cubicBezTo>
                    <a:pt x="388" y="94"/>
                    <a:pt x="394" y="97"/>
                    <a:pt x="401" y="97"/>
                  </a:cubicBezTo>
                  <a:cubicBezTo>
                    <a:pt x="409" y="97"/>
                    <a:pt x="416" y="94"/>
                    <a:pt x="420" y="89"/>
                  </a:cubicBezTo>
                  <a:cubicBezTo>
                    <a:pt x="425" y="85"/>
                    <a:pt x="427" y="78"/>
                    <a:pt x="427" y="70"/>
                  </a:cubicBezTo>
                  <a:cubicBezTo>
                    <a:pt x="427" y="62"/>
                    <a:pt x="425" y="55"/>
                    <a:pt x="421" y="51"/>
                  </a:cubicBezTo>
                  <a:close/>
                  <a:moveTo>
                    <a:pt x="415" y="85"/>
                  </a:moveTo>
                  <a:cubicBezTo>
                    <a:pt x="411" y="88"/>
                    <a:pt x="407" y="90"/>
                    <a:pt x="402" y="90"/>
                  </a:cubicBezTo>
                  <a:cubicBezTo>
                    <a:pt x="397" y="90"/>
                    <a:pt x="393" y="88"/>
                    <a:pt x="390" y="85"/>
                  </a:cubicBezTo>
                  <a:cubicBezTo>
                    <a:pt x="387" y="82"/>
                    <a:pt x="385" y="77"/>
                    <a:pt x="385" y="70"/>
                  </a:cubicBezTo>
                  <a:cubicBezTo>
                    <a:pt x="385" y="64"/>
                    <a:pt x="387" y="59"/>
                    <a:pt x="390" y="56"/>
                  </a:cubicBezTo>
                  <a:cubicBezTo>
                    <a:pt x="393" y="52"/>
                    <a:pt x="397" y="51"/>
                    <a:pt x="402" y="51"/>
                  </a:cubicBezTo>
                  <a:cubicBezTo>
                    <a:pt x="407" y="51"/>
                    <a:pt x="411" y="52"/>
                    <a:pt x="415" y="56"/>
                  </a:cubicBezTo>
                  <a:cubicBezTo>
                    <a:pt x="417" y="59"/>
                    <a:pt x="419" y="64"/>
                    <a:pt x="419" y="70"/>
                  </a:cubicBezTo>
                  <a:cubicBezTo>
                    <a:pt x="419" y="77"/>
                    <a:pt x="417" y="82"/>
                    <a:pt x="415" y="85"/>
                  </a:cubicBezTo>
                  <a:close/>
                  <a:moveTo>
                    <a:pt x="492" y="45"/>
                  </a:moveTo>
                  <a:cubicBezTo>
                    <a:pt x="482" y="83"/>
                    <a:pt x="482" y="83"/>
                    <a:pt x="482" y="83"/>
                  </a:cubicBezTo>
                  <a:cubicBezTo>
                    <a:pt x="482" y="85"/>
                    <a:pt x="481" y="86"/>
                    <a:pt x="481" y="88"/>
                  </a:cubicBezTo>
                  <a:cubicBezTo>
                    <a:pt x="481" y="86"/>
                    <a:pt x="480" y="84"/>
                    <a:pt x="480" y="83"/>
                  </a:cubicBezTo>
                  <a:cubicBezTo>
                    <a:pt x="469" y="45"/>
                    <a:pt x="469" y="45"/>
                    <a:pt x="469" y="45"/>
                  </a:cubicBezTo>
                  <a:cubicBezTo>
                    <a:pt x="462" y="45"/>
                    <a:pt x="462" y="45"/>
                    <a:pt x="462" y="45"/>
                  </a:cubicBezTo>
                  <a:cubicBezTo>
                    <a:pt x="450" y="83"/>
                    <a:pt x="450" y="83"/>
                    <a:pt x="450" y="83"/>
                  </a:cubicBezTo>
                  <a:cubicBezTo>
                    <a:pt x="450" y="85"/>
                    <a:pt x="449" y="86"/>
                    <a:pt x="449" y="88"/>
                  </a:cubicBezTo>
                  <a:cubicBezTo>
                    <a:pt x="449" y="86"/>
                    <a:pt x="449" y="84"/>
                    <a:pt x="448" y="83"/>
                  </a:cubicBezTo>
                  <a:cubicBezTo>
                    <a:pt x="438" y="45"/>
                    <a:pt x="438" y="45"/>
                    <a:pt x="438" y="45"/>
                  </a:cubicBezTo>
                  <a:cubicBezTo>
                    <a:pt x="430" y="45"/>
                    <a:pt x="430" y="45"/>
                    <a:pt x="430" y="45"/>
                  </a:cubicBezTo>
                  <a:cubicBezTo>
                    <a:pt x="445" y="95"/>
                    <a:pt x="445" y="95"/>
                    <a:pt x="445" y="95"/>
                  </a:cubicBezTo>
                  <a:cubicBezTo>
                    <a:pt x="453" y="95"/>
                    <a:pt x="453" y="95"/>
                    <a:pt x="453" y="95"/>
                  </a:cubicBezTo>
                  <a:cubicBezTo>
                    <a:pt x="464" y="59"/>
                    <a:pt x="464" y="59"/>
                    <a:pt x="464" y="59"/>
                  </a:cubicBezTo>
                  <a:cubicBezTo>
                    <a:pt x="464" y="57"/>
                    <a:pt x="465" y="56"/>
                    <a:pt x="465" y="55"/>
                  </a:cubicBezTo>
                  <a:cubicBezTo>
                    <a:pt x="465" y="56"/>
                    <a:pt x="465" y="58"/>
                    <a:pt x="466" y="59"/>
                  </a:cubicBezTo>
                  <a:cubicBezTo>
                    <a:pt x="477" y="95"/>
                    <a:pt x="477" y="95"/>
                    <a:pt x="477" y="95"/>
                  </a:cubicBezTo>
                  <a:cubicBezTo>
                    <a:pt x="485" y="95"/>
                    <a:pt x="485" y="95"/>
                    <a:pt x="485" y="95"/>
                  </a:cubicBezTo>
                  <a:cubicBezTo>
                    <a:pt x="500" y="45"/>
                    <a:pt x="500" y="45"/>
                    <a:pt x="500" y="45"/>
                  </a:cubicBezTo>
                  <a:lnTo>
                    <a:pt x="492" y="45"/>
                  </a:lnTo>
                  <a:close/>
                  <a:moveTo>
                    <a:pt x="531" y="74"/>
                  </a:moveTo>
                  <a:cubicBezTo>
                    <a:pt x="529" y="71"/>
                    <a:pt x="525" y="69"/>
                    <a:pt x="521" y="67"/>
                  </a:cubicBezTo>
                  <a:cubicBezTo>
                    <a:pt x="517" y="65"/>
                    <a:pt x="514" y="64"/>
                    <a:pt x="513" y="62"/>
                  </a:cubicBezTo>
                  <a:cubicBezTo>
                    <a:pt x="512" y="61"/>
                    <a:pt x="511" y="60"/>
                    <a:pt x="511" y="57"/>
                  </a:cubicBezTo>
                  <a:cubicBezTo>
                    <a:pt x="511" y="55"/>
                    <a:pt x="512" y="54"/>
                    <a:pt x="514" y="52"/>
                  </a:cubicBezTo>
                  <a:cubicBezTo>
                    <a:pt x="515" y="51"/>
                    <a:pt x="517" y="51"/>
                    <a:pt x="520" y="51"/>
                  </a:cubicBezTo>
                  <a:cubicBezTo>
                    <a:pt x="524" y="51"/>
                    <a:pt x="528" y="52"/>
                    <a:pt x="531" y="54"/>
                  </a:cubicBezTo>
                  <a:cubicBezTo>
                    <a:pt x="531" y="46"/>
                    <a:pt x="531" y="46"/>
                    <a:pt x="531" y="46"/>
                  </a:cubicBezTo>
                  <a:cubicBezTo>
                    <a:pt x="528" y="45"/>
                    <a:pt x="525" y="44"/>
                    <a:pt x="521" y="44"/>
                  </a:cubicBezTo>
                  <a:cubicBezTo>
                    <a:pt x="516" y="44"/>
                    <a:pt x="511" y="45"/>
                    <a:pt x="508" y="48"/>
                  </a:cubicBezTo>
                  <a:cubicBezTo>
                    <a:pt x="505" y="51"/>
                    <a:pt x="503" y="54"/>
                    <a:pt x="503" y="58"/>
                  </a:cubicBezTo>
                  <a:cubicBezTo>
                    <a:pt x="503" y="62"/>
                    <a:pt x="504" y="64"/>
                    <a:pt x="506" y="67"/>
                  </a:cubicBezTo>
                  <a:cubicBezTo>
                    <a:pt x="508" y="69"/>
                    <a:pt x="511" y="71"/>
                    <a:pt x="515" y="74"/>
                  </a:cubicBezTo>
                  <a:cubicBezTo>
                    <a:pt x="520" y="76"/>
                    <a:pt x="522" y="77"/>
                    <a:pt x="524" y="78"/>
                  </a:cubicBezTo>
                  <a:cubicBezTo>
                    <a:pt x="525" y="80"/>
                    <a:pt x="525" y="81"/>
                    <a:pt x="525" y="83"/>
                  </a:cubicBezTo>
                  <a:cubicBezTo>
                    <a:pt x="525" y="88"/>
                    <a:pt x="522" y="90"/>
                    <a:pt x="516" y="90"/>
                  </a:cubicBezTo>
                  <a:cubicBezTo>
                    <a:pt x="511" y="90"/>
                    <a:pt x="507" y="88"/>
                    <a:pt x="503" y="85"/>
                  </a:cubicBezTo>
                  <a:cubicBezTo>
                    <a:pt x="503" y="94"/>
                    <a:pt x="503" y="94"/>
                    <a:pt x="503" y="94"/>
                  </a:cubicBezTo>
                  <a:cubicBezTo>
                    <a:pt x="507" y="96"/>
                    <a:pt x="511" y="97"/>
                    <a:pt x="515" y="97"/>
                  </a:cubicBezTo>
                  <a:cubicBezTo>
                    <a:pt x="521" y="97"/>
                    <a:pt x="525" y="95"/>
                    <a:pt x="529" y="93"/>
                  </a:cubicBezTo>
                  <a:cubicBezTo>
                    <a:pt x="532" y="90"/>
                    <a:pt x="534" y="86"/>
                    <a:pt x="534" y="82"/>
                  </a:cubicBezTo>
                  <a:cubicBezTo>
                    <a:pt x="534" y="79"/>
                    <a:pt x="533" y="76"/>
                    <a:pt x="531" y="74"/>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sz="1765"/>
            </a:p>
          </p:txBody>
        </p:sp>
      </p:grpSp>
      <p:grpSp>
        <p:nvGrpSpPr>
          <p:cNvPr id="36" name="Group 35"/>
          <p:cNvGrpSpPr/>
          <p:nvPr userDrawn="1"/>
        </p:nvGrpSpPr>
        <p:grpSpPr>
          <a:xfrm>
            <a:off x="4154136" y="1899336"/>
            <a:ext cx="4992199" cy="2100126"/>
            <a:chOff x="5649913" y="2582862"/>
            <a:chExt cx="6789737" cy="2855912"/>
          </a:xfrm>
          <a:solidFill>
            <a:schemeClr val="tx1">
              <a:alpha val="70000"/>
            </a:schemeClr>
          </a:solidFill>
        </p:grpSpPr>
        <p:sp>
          <p:nvSpPr>
            <p:cNvPr id="37" name="Rectangle 55"/>
            <p:cNvSpPr>
              <a:spLocks noChangeArrowheads="1"/>
            </p:cNvSpPr>
            <p:nvPr userDrawn="1"/>
          </p:nvSpPr>
          <p:spPr bwMode="auto">
            <a:xfrm>
              <a:off x="5819775" y="5091112"/>
              <a:ext cx="180975" cy="184150"/>
            </a:xfrm>
            <a:prstGeom prst="ellipse">
              <a:avLst/>
            </a:prstGeom>
            <a:grpFill/>
            <a:ln>
              <a:noFill/>
            </a:ln>
          </p:spPr>
          <p:txBody>
            <a:bodyPr vert="horz" wrap="square" lIns="91440" tIns="45720" rIns="91440" bIns="45720" numCol="1" anchor="t" anchorCtr="0" compatLnSpc="1">
              <a:prstTxWarp prst="textNoShape">
                <a:avLst/>
              </a:prstTxWarp>
            </a:bodyPr>
            <a:lstStyle/>
            <a:p>
              <a:endParaRPr lang="en-US" sz="1765"/>
            </a:p>
          </p:txBody>
        </p:sp>
        <p:sp>
          <p:nvSpPr>
            <p:cNvPr id="38" name="Freeform 56"/>
            <p:cNvSpPr>
              <a:spLocks noEditPoints="1"/>
            </p:cNvSpPr>
            <p:nvPr userDrawn="1"/>
          </p:nvSpPr>
          <p:spPr bwMode="auto">
            <a:xfrm>
              <a:off x="5649913" y="4927599"/>
              <a:ext cx="6789737" cy="511175"/>
            </a:xfrm>
            <a:custGeom>
              <a:avLst/>
              <a:gdLst>
                <a:gd name="T0" fmla="*/ 80 w 2114"/>
                <a:gd name="T1" fmla="*/ 147 h 159"/>
                <a:gd name="T2" fmla="*/ 12 w 2114"/>
                <a:gd name="T3" fmla="*/ 80 h 159"/>
                <a:gd name="T4" fmla="*/ 80 w 2114"/>
                <a:gd name="T5" fmla="*/ 12 h 159"/>
                <a:gd name="T6" fmla="*/ 147 w 2114"/>
                <a:gd name="T7" fmla="*/ 80 h 159"/>
                <a:gd name="T8" fmla="*/ 80 w 2114"/>
                <a:gd name="T9" fmla="*/ 147 h 159"/>
                <a:gd name="T10" fmla="*/ 2114 w 2114"/>
                <a:gd name="T11" fmla="*/ 0 h 159"/>
                <a:gd name="T12" fmla="*/ 1112 w 2114"/>
                <a:gd name="T13" fmla="*/ 0 h 159"/>
                <a:gd name="T14" fmla="*/ 1019 w 2114"/>
                <a:gd name="T15" fmla="*/ 74 h 159"/>
                <a:gd name="T16" fmla="*/ 159 w 2114"/>
                <a:gd name="T17" fmla="*/ 74 h 159"/>
                <a:gd name="T18" fmla="*/ 80 w 2114"/>
                <a:gd name="T19" fmla="*/ 0 h 159"/>
                <a:gd name="T20" fmla="*/ 0 w 2114"/>
                <a:gd name="T21" fmla="*/ 80 h 159"/>
                <a:gd name="T22" fmla="*/ 80 w 2114"/>
                <a:gd name="T23" fmla="*/ 159 h 159"/>
                <a:gd name="T24" fmla="*/ 159 w 2114"/>
                <a:gd name="T25" fmla="*/ 86 h 159"/>
                <a:gd name="T26" fmla="*/ 1023 w 2114"/>
                <a:gd name="T27" fmla="*/ 86 h 159"/>
                <a:gd name="T28" fmla="*/ 1116 w 2114"/>
                <a:gd name="T29" fmla="*/ 12 h 159"/>
                <a:gd name="T30" fmla="*/ 2114 w 2114"/>
                <a:gd name="T31" fmla="*/ 12 h 159"/>
                <a:gd name="T32" fmla="*/ 2114 w 2114"/>
                <a:gd name="T33" fmla="*/ 0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114" h="159">
                  <a:moveTo>
                    <a:pt x="80" y="147"/>
                  </a:moveTo>
                  <a:cubicBezTo>
                    <a:pt x="42" y="147"/>
                    <a:pt x="12" y="117"/>
                    <a:pt x="12" y="80"/>
                  </a:cubicBezTo>
                  <a:cubicBezTo>
                    <a:pt x="12" y="42"/>
                    <a:pt x="42" y="12"/>
                    <a:pt x="80" y="12"/>
                  </a:cubicBezTo>
                  <a:cubicBezTo>
                    <a:pt x="117" y="12"/>
                    <a:pt x="147" y="42"/>
                    <a:pt x="147" y="80"/>
                  </a:cubicBezTo>
                  <a:cubicBezTo>
                    <a:pt x="147" y="117"/>
                    <a:pt x="117" y="147"/>
                    <a:pt x="80" y="147"/>
                  </a:cubicBezTo>
                  <a:moveTo>
                    <a:pt x="2114" y="0"/>
                  </a:moveTo>
                  <a:cubicBezTo>
                    <a:pt x="1112" y="0"/>
                    <a:pt x="1112" y="0"/>
                    <a:pt x="1112" y="0"/>
                  </a:cubicBezTo>
                  <a:cubicBezTo>
                    <a:pt x="1019" y="74"/>
                    <a:pt x="1019" y="74"/>
                    <a:pt x="1019" y="74"/>
                  </a:cubicBezTo>
                  <a:cubicBezTo>
                    <a:pt x="159" y="74"/>
                    <a:pt x="159" y="74"/>
                    <a:pt x="159" y="74"/>
                  </a:cubicBezTo>
                  <a:cubicBezTo>
                    <a:pt x="156" y="32"/>
                    <a:pt x="121" y="0"/>
                    <a:pt x="80" y="0"/>
                  </a:cubicBezTo>
                  <a:cubicBezTo>
                    <a:pt x="36" y="0"/>
                    <a:pt x="0" y="36"/>
                    <a:pt x="0" y="80"/>
                  </a:cubicBezTo>
                  <a:cubicBezTo>
                    <a:pt x="0" y="123"/>
                    <a:pt x="36" y="159"/>
                    <a:pt x="80" y="159"/>
                  </a:cubicBezTo>
                  <a:cubicBezTo>
                    <a:pt x="121" y="159"/>
                    <a:pt x="156" y="127"/>
                    <a:pt x="159" y="86"/>
                  </a:cubicBezTo>
                  <a:cubicBezTo>
                    <a:pt x="1023" y="86"/>
                    <a:pt x="1023" y="86"/>
                    <a:pt x="1023" y="86"/>
                  </a:cubicBezTo>
                  <a:cubicBezTo>
                    <a:pt x="1116" y="12"/>
                    <a:pt x="1116" y="12"/>
                    <a:pt x="1116" y="12"/>
                  </a:cubicBezTo>
                  <a:cubicBezTo>
                    <a:pt x="2114" y="12"/>
                    <a:pt x="2114" y="12"/>
                    <a:pt x="2114" y="12"/>
                  </a:cubicBezTo>
                  <a:cubicBezTo>
                    <a:pt x="2114" y="0"/>
                    <a:pt x="2114" y="0"/>
                    <a:pt x="2114" y="0"/>
                  </a:cubicBezTo>
                </a:path>
              </a:pathLst>
            </a:custGeom>
            <a:grpFill/>
            <a:ln>
              <a:noFill/>
            </a:ln>
          </p:spPr>
          <p:txBody>
            <a:bodyPr vert="horz" wrap="square" lIns="91440" tIns="45720" rIns="91440" bIns="45720" numCol="1" anchor="t" anchorCtr="0" compatLnSpc="1">
              <a:prstTxWarp prst="textNoShape">
                <a:avLst/>
              </a:prstTxWarp>
            </a:bodyPr>
            <a:lstStyle/>
            <a:p>
              <a:endParaRPr lang="en-US" sz="1765"/>
            </a:p>
          </p:txBody>
        </p:sp>
        <p:sp>
          <p:nvSpPr>
            <p:cNvPr id="39" name="Freeform 57"/>
            <p:cNvSpPr>
              <a:spLocks noEditPoints="1"/>
            </p:cNvSpPr>
            <p:nvPr userDrawn="1"/>
          </p:nvSpPr>
          <p:spPr bwMode="auto">
            <a:xfrm>
              <a:off x="7356475" y="2582862"/>
              <a:ext cx="5083175" cy="1989137"/>
            </a:xfrm>
            <a:custGeom>
              <a:avLst/>
              <a:gdLst>
                <a:gd name="T0" fmla="*/ 80 w 1583"/>
                <a:gd name="T1" fmla="*/ 606 h 618"/>
                <a:gd name="T2" fmla="*/ 12 w 1583"/>
                <a:gd name="T3" fmla="*/ 539 h 618"/>
                <a:gd name="T4" fmla="*/ 80 w 1583"/>
                <a:gd name="T5" fmla="*/ 471 h 618"/>
                <a:gd name="T6" fmla="*/ 147 w 1583"/>
                <a:gd name="T7" fmla="*/ 539 h 618"/>
                <a:gd name="T8" fmla="*/ 80 w 1583"/>
                <a:gd name="T9" fmla="*/ 606 h 618"/>
                <a:gd name="T10" fmla="*/ 1583 w 1583"/>
                <a:gd name="T11" fmla="*/ 0 h 618"/>
                <a:gd name="T12" fmla="*/ 257 w 1583"/>
                <a:gd name="T13" fmla="*/ 0 h 618"/>
                <a:gd name="T14" fmla="*/ 257 w 1583"/>
                <a:gd name="T15" fmla="*/ 331 h 618"/>
                <a:gd name="T16" fmla="*/ 131 w 1583"/>
                <a:gd name="T17" fmla="*/ 478 h 618"/>
                <a:gd name="T18" fmla="*/ 80 w 1583"/>
                <a:gd name="T19" fmla="*/ 459 h 618"/>
                <a:gd name="T20" fmla="*/ 0 w 1583"/>
                <a:gd name="T21" fmla="*/ 539 h 618"/>
                <a:gd name="T22" fmla="*/ 80 w 1583"/>
                <a:gd name="T23" fmla="*/ 618 h 618"/>
                <a:gd name="T24" fmla="*/ 159 w 1583"/>
                <a:gd name="T25" fmla="*/ 539 h 618"/>
                <a:gd name="T26" fmla="*/ 140 w 1583"/>
                <a:gd name="T27" fmla="*/ 486 h 618"/>
                <a:gd name="T28" fmla="*/ 269 w 1583"/>
                <a:gd name="T29" fmla="*/ 336 h 618"/>
                <a:gd name="T30" fmla="*/ 269 w 1583"/>
                <a:gd name="T31" fmla="*/ 12 h 618"/>
                <a:gd name="T32" fmla="*/ 1583 w 1583"/>
                <a:gd name="T33" fmla="*/ 12 h 618"/>
                <a:gd name="T34" fmla="*/ 1583 w 1583"/>
                <a:gd name="T35" fmla="*/ 0 h 6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583" h="618">
                  <a:moveTo>
                    <a:pt x="80" y="606"/>
                  </a:moveTo>
                  <a:cubicBezTo>
                    <a:pt x="43" y="606"/>
                    <a:pt x="12" y="576"/>
                    <a:pt x="12" y="539"/>
                  </a:cubicBezTo>
                  <a:cubicBezTo>
                    <a:pt x="12" y="501"/>
                    <a:pt x="43" y="471"/>
                    <a:pt x="80" y="471"/>
                  </a:cubicBezTo>
                  <a:cubicBezTo>
                    <a:pt x="117" y="471"/>
                    <a:pt x="147" y="501"/>
                    <a:pt x="147" y="539"/>
                  </a:cubicBezTo>
                  <a:cubicBezTo>
                    <a:pt x="147" y="576"/>
                    <a:pt x="117" y="606"/>
                    <a:pt x="80" y="606"/>
                  </a:cubicBezTo>
                  <a:moveTo>
                    <a:pt x="1583" y="0"/>
                  </a:moveTo>
                  <a:cubicBezTo>
                    <a:pt x="257" y="0"/>
                    <a:pt x="257" y="0"/>
                    <a:pt x="257" y="0"/>
                  </a:cubicBezTo>
                  <a:cubicBezTo>
                    <a:pt x="257" y="331"/>
                    <a:pt x="257" y="331"/>
                    <a:pt x="257" y="331"/>
                  </a:cubicBezTo>
                  <a:cubicBezTo>
                    <a:pt x="131" y="478"/>
                    <a:pt x="131" y="478"/>
                    <a:pt x="131" y="478"/>
                  </a:cubicBezTo>
                  <a:cubicBezTo>
                    <a:pt x="117" y="466"/>
                    <a:pt x="99" y="459"/>
                    <a:pt x="80" y="459"/>
                  </a:cubicBezTo>
                  <a:cubicBezTo>
                    <a:pt x="36" y="459"/>
                    <a:pt x="0" y="495"/>
                    <a:pt x="0" y="539"/>
                  </a:cubicBezTo>
                  <a:cubicBezTo>
                    <a:pt x="0" y="582"/>
                    <a:pt x="36" y="618"/>
                    <a:pt x="80" y="618"/>
                  </a:cubicBezTo>
                  <a:cubicBezTo>
                    <a:pt x="124" y="618"/>
                    <a:pt x="159" y="582"/>
                    <a:pt x="159" y="539"/>
                  </a:cubicBezTo>
                  <a:cubicBezTo>
                    <a:pt x="159" y="518"/>
                    <a:pt x="152" y="500"/>
                    <a:pt x="140" y="486"/>
                  </a:cubicBezTo>
                  <a:cubicBezTo>
                    <a:pt x="269" y="336"/>
                    <a:pt x="269" y="336"/>
                    <a:pt x="269" y="336"/>
                  </a:cubicBezTo>
                  <a:cubicBezTo>
                    <a:pt x="269" y="12"/>
                    <a:pt x="269" y="12"/>
                    <a:pt x="269" y="12"/>
                  </a:cubicBezTo>
                  <a:cubicBezTo>
                    <a:pt x="1583" y="12"/>
                    <a:pt x="1583" y="12"/>
                    <a:pt x="1583" y="12"/>
                  </a:cubicBezTo>
                  <a:cubicBezTo>
                    <a:pt x="1583" y="0"/>
                    <a:pt x="1583" y="0"/>
                    <a:pt x="1583" y="0"/>
                  </a:cubicBezTo>
                </a:path>
              </a:pathLst>
            </a:custGeom>
            <a:grpFill/>
            <a:ln>
              <a:noFill/>
            </a:ln>
          </p:spPr>
          <p:txBody>
            <a:bodyPr vert="horz" wrap="square" lIns="91440" tIns="45720" rIns="91440" bIns="45720" numCol="1" anchor="t" anchorCtr="0" compatLnSpc="1">
              <a:prstTxWarp prst="textNoShape">
                <a:avLst/>
              </a:prstTxWarp>
            </a:bodyPr>
            <a:lstStyle/>
            <a:p>
              <a:endParaRPr lang="en-US" sz="1765"/>
            </a:p>
          </p:txBody>
        </p:sp>
        <p:sp>
          <p:nvSpPr>
            <p:cNvPr id="40" name="Freeform 58"/>
            <p:cNvSpPr>
              <a:spLocks/>
            </p:cNvSpPr>
            <p:nvPr userDrawn="1"/>
          </p:nvSpPr>
          <p:spPr bwMode="auto">
            <a:xfrm>
              <a:off x="8053388" y="2795587"/>
              <a:ext cx="4386262" cy="1468437"/>
            </a:xfrm>
            <a:custGeom>
              <a:avLst/>
              <a:gdLst>
                <a:gd name="T0" fmla="*/ 1366 w 1366"/>
                <a:gd name="T1" fmla="*/ 0 h 456"/>
                <a:gd name="T2" fmla="*/ 155 w 1366"/>
                <a:gd name="T3" fmla="*/ 0 h 456"/>
                <a:gd name="T4" fmla="*/ 155 w 1366"/>
                <a:gd name="T5" fmla="*/ 273 h 456"/>
                <a:gd name="T6" fmla="*/ 45 w 1366"/>
                <a:gd name="T7" fmla="*/ 405 h 456"/>
                <a:gd name="T8" fmla="*/ 28 w 1366"/>
                <a:gd name="T9" fmla="*/ 399 h 456"/>
                <a:gd name="T10" fmla="*/ 0 w 1366"/>
                <a:gd name="T11" fmla="*/ 427 h 456"/>
                <a:gd name="T12" fmla="*/ 28 w 1366"/>
                <a:gd name="T13" fmla="*/ 456 h 456"/>
                <a:gd name="T14" fmla="*/ 56 w 1366"/>
                <a:gd name="T15" fmla="*/ 427 h 456"/>
                <a:gd name="T16" fmla="*/ 53 w 1366"/>
                <a:gd name="T17" fmla="*/ 414 h 456"/>
                <a:gd name="T18" fmla="*/ 167 w 1366"/>
                <a:gd name="T19" fmla="*/ 277 h 456"/>
                <a:gd name="T20" fmla="*/ 167 w 1366"/>
                <a:gd name="T21" fmla="*/ 12 h 456"/>
                <a:gd name="T22" fmla="*/ 1366 w 1366"/>
                <a:gd name="T23" fmla="*/ 12 h 456"/>
                <a:gd name="T24" fmla="*/ 1366 w 1366"/>
                <a:gd name="T25" fmla="*/ 0 h 4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66" h="456">
                  <a:moveTo>
                    <a:pt x="1366" y="0"/>
                  </a:moveTo>
                  <a:cubicBezTo>
                    <a:pt x="155" y="0"/>
                    <a:pt x="155" y="0"/>
                    <a:pt x="155" y="0"/>
                  </a:cubicBezTo>
                  <a:cubicBezTo>
                    <a:pt x="155" y="273"/>
                    <a:pt x="155" y="273"/>
                    <a:pt x="155" y="273"/>
                  </a:cubicBezTo>
                  <a:cubicBezTo>
                    <a:pt x="45" y="405"/>
                    <a:pt x="45" y="405"/>
                    <a:pt x="45" y="405"/>
                  </a:cubicBezTo>
                  <a:cubicBezTo>
                    <a:pt x="40" y="401"/>
                    <a:pt x="34" y="399"/>
                    <a:pt x="28" y="399"/>
                  </a:cubicBezTo>
                  <a:cubicBezTo>
                    <a:pt x="12" y="399"/>
                    <a:pt x="0" y="412"/>
                    <a:pt x="0" y="427"/>
                  </a:cubicBezTo>
                  <a:cubicBezTo>
                    <a:pt x="0" y="443"/>
                    <a:pt x="12" y="456"/>
                    <a:pt x="28" y="456"/>
                  </a:cubicBezTo>
                  <a:cubicBezTo>
                    <a:pt x="43" y="456"/>
                    <a:pt x="56" y="443"/>
                    <a:pt x="56" y="427"/>
                  </a:cubicBezTo>
                  <a:cubicBezTo>
                    <a:pt x="56" y="422"/>
                    <a:pt x="55" y="418"/>
                    <a:pt x="53" y="414"/>
                  </a:cubicBezTo>
                  <a:cubicBezTo>
                    <a:pt x="167" y="277"/>
                    <a:pt x="167" y="277"/>
                    <a:pt x="167" y="277"/>
                  </a:cubicBezTo>
                  <a:cubicBezTo>
                    <a:pt x="167" y="12"/>
                    <a:pt x="167" y="12"/>
                    <a:pt x="167" y="12"/>
                  </a:cubicBezTo>
                  <a:cubicBezTo>
                    <a:pt x="1366" y="12"/>
                    <a:pt x="1366" y="12"/>
                    <a:pt x="1366" y="12"/>
                  </a:cubicBezTo>
                  <a:cubicBezTo>
                    <a:pt x="1366" y="0"/>
                    <a:pt x="1366" y="0"/>
                    <a:pt x="1366" y="0"/>
                  </a:cubicBezTo>
                </a:path>
              </a:pathLst>
            </a:custGeom>
            <a:grpFill/>
            <a:ln>
              <a:noFill/>
            </a:ln>
          </p:spPr>
          <p:txBody>
            <a:bodyPr vert="horz" wrap="square" lIns="91440" tIns="45720" rIns="91440" bIns="45720" numCol="1" anchor="t" anchorCtr="0" compatLnSpc="1">
              <a:prstTxWarp prst="textNoShape">
                <a:avLst/>
              </a:prstTxWarp>
            </a:bodyPr>
            <a:lstStyle/>
            <a:p>
              <a:endParaRPr lang="en-US" sz="1765"/>
            </a:p>
          </p:txBody>
        </p:sp>
        <p:sp>
          <p:nvSpPr>
            <p:cNvPr id="41" name="Freeform 59"/>
            <p:cNvSpPr>
              <a:spLocks/>
            </p:cNvSpPr>
            <p:nvPr userDrawn="1"/>
          </p:nvSpPr>
          <p:spPr bwMode="auto">
            <a:xfrm>
              <a:off x="9871075" y="3313112"/>
              <a:ext cx="2568575" cy="180975"/>
            </a:xfrm>
            <a:custGeom>
              <a:avLst/>
              <a:gdLst>
                <a:gd name="T0" fmla="*/ 28 w 800"/>
                <a:gd name="T1" fmla="*/ 0 h 56"/>
                <a:gd name="T2" fmla="*/ 0 w 800"/>
                <a:gd name="T3" fmla="*/ 28 h 56"/>
                <a:gd name="T4" fmla="*/ 28 w 800"/>
                <a:gd name="T5" fmla="*/ 56 h 56"/>
                <a:gd name="T6" fmla="*/ 56 w 800"/>
                <a:gd name="T7" fmla="*/ 32 h 56"/>
                <a:gd name="T8" fmla="*/ 800 w 800"/>
                <a:gd name="T9" fmla="*/ 32 h 56"/>
                <a:gd name="T10" fmla="*/ 800 w 800"/>
                <a:gd name="T11" fmla="*/ 24 h 56"/>
                <a:gd name="T12" fmla="*/ 56 w 800"/>
                <a:gd name="T13" fmla="*/ 24 h 56"/>
                <a:gd name="T14" fmla="*/ 28 w 800"/>
                <a:gd name="T15" fmla="*/ 0 h 5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00" h="56">
                  <a:moveTo>
                    <a:pt x="28" y="0"/>
                  </a:moveTo>
                  <a:cubicBezTo>
                    <a:pt x="12" y="0"/>
                    <a:pt x="0" y="12"/>
                    <a:pt x="0" y="28"/>
                  </a:cubicBezTo>
                  <a:cubicBezTo>
                    <a:pt x="0" y="44"/>
                    <a:pt x="12" y="56"/>
                    <a:pt x="28" y="56"/>
                  </a:cubicBezTo>
                  <a:cubicBezTo>
                    <a:pt x="42" y="56"/>
                    <a:pt x="54" y="46"/>
                    <a:pt x="56" y="32"/>
                  </a:cubicBezTo>
                  <a:cubicBezTo>
                    <a:pt x="800" y="32"/>
                    <a:pt x="800" y="32"/>
                    <a:pt x="800" y="32"/>
                  </a:cubicBezTo>
                  <a:cubicBezTo>
                    <a:pt x="800" y="24"/>
                    <a:pt x="800" y="24"/>
                    <a:pt x="800" y="24"/>
                  </a:cubicBezTo>
                  <a:cubicBezTo>
                    <a:pt x="56" y="24"/>
                    <a:pt x="56" y="24"/>
                    <a:pt x="56" y="24"/>
                  </a:cubicBezTo>
                  <a:cubicBezTo>
                    <a:pt x="54" y="10"/>
                    <a:pt x="42" y="0"/>
                    <a:pt x="28" y="0"/>
                  </a:cubicBezTo>
                </a:path>
              </a:pathLst>
            </a:custGeom>
            <a:grpFill/>
            <a:ln>
              <a:noFill/>
            </a:ln>
          </p:spPr>
          <p:txBody>
            <a:bodyPr vert="horz" wrap="square" lIns="91440" tIns="45720" rIns="91440" bIns="45720" numCol="1" anchor="t" anchorCtr="0" compatLnSpc="1">
              <a:prstTxWarp prst="textNoShape">
                <a:avLst/>
              </a:prstTxWarp>
            </a:bodyPr>
            <a:lstStyle/>
            <a:p>
              <a:endParaRPr lang="en-US" sz="1765"/>
            </a:p>
          </p:txBody>
        </p:sp>
        <p:sp>
          <p:nvSpPr>
            <p:cNvPr id="42" name="Freeform 60"/>
            <p:cNvSpPr>
              <a:spLocks/>
            </p:cNvSpPr>
            <p:nvPr userDrawn="1"/>
          </p:nvSpPr>
          <p:spPr bwMode="auto">
            <a:xfrm>
              <a:off x="9588500" y="3575049"/>
              <a:ext cx="2851150" cy="179387"/>
            </a:xfrm>
            <a:custGeom>
              <a:avLst/>
              <a:gdLst>
                <a:gd name="T0" fmla="*/ 28 w 888"/>
                <a:gd name="T1" fmla="*/ 0 h 56"/>
                <a:gd name="T2" fmla="*/ 0 w 888"/>
                <a:gd name="T3" fmla="*/ 28 h 56"/>
                <a:gd name="T4" fmla="*/ 28 w 888"/>
                <a:gd name="T5" fmla="*/ 56 h 56"/>
                <a:gd name="T6" fmla="*/ 56 w 888"/>
                <a:gd name="T7" fmla="*/ 32 h 56"/>
                <a:gd name="T8" fmla="*/ 888 w 888"/>
                <a:gd name="T9" fmla="*/ 32 h 56"/>
                <a:gd name="T10" fmla="*/ 888 w 888"/>
                <a:gd name="T11" fmla="*/ 24 h 56"/>
                <a:gd name="T12" fmla="*/ 56 w 888"/>
                <a:gd name="T13" fmla="*/ 24 h 56"/>
                <a:gd name="T14" fmla="*/ 28 w 888"/>
                <a:gd name="T15" fmla="*/ 0 h 5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88" h="56">
                  <a:moveTo>
                    <a:pt x="28" y="0"/>
                  </a:moveTo>
                  <a:cubicBezTo>
                    <a:pt x="13" y="0"/>
                    <a:pt x="0" y="12"/>
                    <a:pt x="0" y="28"/>
                  </a:cubicBezTo>
                  <a:cubicBezTo>
                    <a:pt x="0" y="43"/>
                    <a:pt x="13" y="56"/>
                    <a:pt x="28" y="56"/>
                  </a:cubicBezTo>
                  <a:cubicBezTo>
                    <a:pt x="42" y="56"/>
                    <a:pt x="54" y="45"/>
                    <a:pt x="56" y="32"/>
                  </a:cubicBezTo>
                  <a:cubicBezTo>
                    <a:pt x="888" y="32"/>
                    <a:pt x="888" y="32"/>
                    <a:pt x="888" y="32"/>
                  </a:cubicBezTo>
                  <a:cubicBezTo>
                    <a:pt x="888" y="24"/>
                    <a:pt x="888" y="24"/>
                    <a:pt x="888" y="24"/>
                  </a:cubicBezTo>
                  <a:cubicBezTo>
                    <a:pt x="56" y="24"/>
                    <a:pt x="56" y="24"/>
                    <a:pt x="56" y="24"/>
                  </a:cubicBezTo>
                  <a:cubicBezTo>
                    <a:pt x="54" y="10"/>
                    <a:pt x="42" y="0"/>
                    <a:pt x="28" y="0"/>
                  </a:cubicBezTo>
                </a:path>
              </a:pathLst>
            </a:custGeom>
            <a:grpFill/>
            <a:ln>
              <a:noFill/>
            </a:ln>
          </p:spPr>
          <p:txBody>
            <a:bodyPr vert="horz" wrap="square" lIns="91440" tIns="45720" rIns="91440" bIns="45720" numCol="1" anchor="t" anchorCtr="0" compatLnSpc="1">
              <a:prstTxWarp prst="textNoShape">
                <a:avLst/>
              </a:prstTxWarp>
            </a:bodyPr>
            <a:lstStyle/>
            <a:p>
              <a:endParaRPr lang="en-US" sz="1765"/>
            </a:p>
          </p:txBody>
        </p:sp>
        <p:sp>
          <p:nvSpPr>
            <p:cNvPr id="43" name="Freeform 61"/>
            <p:cNvSpPr>
              <a:spLocks/>
            </p:cNvSpPr>
            <p:nvPr userDrawn="1"/>
          </p:nvSpPr>
          <p:spPr bwMode="auto">
            <a:xfrm>
              <a:off x="9193213" y="3835399"/>
              <a:ext cx="3246437" cy="180975"/>
            </a:xfrm>
            <a:custGeom>
              <a:avLst/>
              <a:gdLst>
                <a:gd name="T0" fmla="*/ 29 w 1011"/>
                <a:gd name="T1" fmla="*/ 0 h 56"/>
                <a:gd name="T2" fmla="*/ 0 w 1011"/>
                <a:gd name="T3" fmla="*/ 28 h 56"/>
                <a:gd name="T4" fmla="*/ 29 w 1011"/>
                <a:gd name="T5" fmla="*/ 56 h 56"/>
                <a:gd name="T6" fmla="*/ 57 w 1011"/>
                <a:gd name="T7" fmla="*/ 32 h 56"/>
                <a:gd name="T8" fmla="*/ 1011 w 1011"/>
                <a:gd name="T9" fmla="*/ 32 h 56"/>
                <a:gd name="T10" fmla="*/ 1011 w 1011"/>
                <a:gd name="T11" fmla="*/ 24 h 56"/>
                <a:gd name="T12" fmla="*/ 57 w 1011"/>
                <a:gd name="T13" fmla="*/ 24 h 56"/>
                <a:gd name="T14" fmla="*/ 29 w 1011"/>
                <a:gd name="T15" fmla="*/ 0 h 5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11" h="56">
                  <a:moveTo>
                    <a:pt x="29" y="0"/>
                  </a:moveTo>
                  <a:cubicBezTo>
                    <a:pt x="13" y="0"/>
                    <a:pt x="0" y="12"/>
                    <a:pt x="0" y="28"/>
                  </a:cubicBezTo>
                  <a:cubicBezTo>
                    <a:pt x="0" y="44"/>
                    <a:pt x="13" y="56"/>
                    <a:pt x="29" y="56"/>
                  </a:cubicBezTo>
                  <a:cubicBezTo>
                    <a:pt x="43" y="56"/>
                    <a:pt x="55" y="46"/>
                    <a:pt x="57" y="32"/>
                  </a:cubicBezTo>
                  <a:cubicBezTo>
                    <a:pt x="1011" y="32"/>
                    <a:pt x="1011" y="32"/>
                    <a:pt x="1011" y="32"/>
                  </a:cubicBezTo>
                  <a:cubicBezTo>
                    <a:pt x="1011" y="24"/>
                    <a:pt x="1011" y="24"/>
                    <a:pt x="1011" y="24"/>
                  </a:cubicBezTo>
                  <a:cubicBezTo>
                    <a:pt x="57" y="24"/>
                    <a:pt x="57" y="24"/>
                    <a:pt x="57" y="24"/>
                  </a:cubicBezTo>
                  <a:cubicBezTo>
                    <a:pt x="55" y="10"/>
                    <a:pt x="43" y="0"/>
                    <a:pt x="29" y="0"/>
                  </a:cubicBezTo>
                </a:path>
              </a:pathLst>
            </a:custGeom>
            <a:grpFill/>
            <a:ln>
              <a:noFill/>
            </a:ln>
          </p:spPr>
          <p:txBody>
            <a:bodyPr vert="horz" wrap="square" lIns="91440" tIns="45720" rIns="91440" bIns="45720" numCol="1" anchor="t" anchorCtr="0" compatLnSpc="1">
              <a:prstTxWarp prst="textNoShape">
                <a:avLst/>
              </a:prstTxWarp>
            </a:bodyPr>
            <a:lstStyle/>
            <a:p>
              <a:endParaRPr lang="en-US" sz="1765"/>
            </a:p>
          </p:txBody>
        </p:sp>
        <p:sp>
          <p:nvSpPr>
            <p:cNvPr id="44" name="Freeform 62"/>
            <p:cNvSpPr>
              <a:spLocks/>
            </p:cNvSpPr>
            <p:nvPr userDrawn="1"/>
          </p:nvSpPr>
          <p:spPr bwMode="auto">
            <a:xfrm>
              <a:off x="9545638" y="4092574"/>
              <a:ext cx="2894012" cy="180975"/>
            </a:xfrm>
            <a:custGeom>
              <a:avLst/>
              <a:gdLst>
                <a:gd name="T0" fmla="*/ 28 w 901"/>
                <a:gd name="T1" fmla="*/ 0 h 56"/>
                <a:gd name="T2" fmla="*/ 0 w 901"/>
                <a:gd name="T3" fmla="*/ 28 h 56"/>
                <a:gd name="T4" fmla="*/ 28 w 901"/>
                <a:gd name="T5" fmla="*/ 56 h 56"/>
                <a:gd name="T6" fmla="*/ 56 w 901"/>
                <a:gd name="T7" fmla="*/ 32 h 56"/>
                <a:gd name="T8" fmla="*/ 901 w 901"/>
                <a:gd name="T9" fmla="*/ 32 h 56"/>
                <a:gd name="T10" fmla="*/ 901 w 901"/>
                <a:gd name="T11" fmla="*/ 24 h 56"/>
                <a:gd name="T12" fmla="*/ 56 w 901"/>
                <a:gd name="T13" fmla="*/ 24 h 56"/>
                <a:gd name="T14" fmla="*/ 28 w 901"/>
                <a:gd name="T15" fmla="*/ 0 h 5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01" h="56">
                  <a:moveTo>
                    <a:pt x="28" y="0"/>
                  </a:moveTo>
                  <a:cubicBezTo>
                    <a:pt x="12" y="0"/>
                    <a:pt x="0" y="12"/>
                    <a:pt x="0" y="28"/>
                  </a:cubicBezTo>
                  <a:cubicBezTo>
                    <a:pt x="0" y="44"/>
                    <a:pt x="12" y="56"/>
                    <a:pt x="28" y="56"/>
                  </a:cubicBezTo>
                  <a:cubicBezTo>
                    <a:pt x="42" y="56"/>
                    <a:pt x="54" y="46"/>
                    <a:pt x="56" y="32"/>
                  </a:cubicBezTo>
                  <a:cubicBezTo>
                    <a:pt x="901" y="32"/>
                    <a:pt x="901" y="32"/>
                    <a:pt x="901" y="32"/>
                  </a:cubicBezTo>
                  <a:cubicBezTo>
                    <a:pt x="901" y="24"/>
                    <a:pt x="901" y="24"/>
                    <a:pt x="901" y="24"/>
                  </a:cubicBezTo>
                  <a:cubicBezTo>
                    <a:pt x="56" y="24"/>
                    <a:pt x="56" y="24"/>
                    <a:pt x="56" y="24"/>
                  </a:cubicBezTo>
                  <a:cubicBezTo>
                    <a:pt x="54" y="10"/>
                    <a:pt x="42" y="0"/>
                    <a:pt x="28" y="0"/>
                  </a:cubicBezTo>
                </a:path>
              </a:pathLst>
            </a:custGeom>
            <a:grpFill/>
            <a:ln>
              <a:noFill/>
            </a:ln>
          </p:spPr>
          <p:txBody>
            <a:bodyPr vert="horz" wrap="square" lIns="91440" tIns="45720" rIns="91440" bIns="45720" numCol="1" anchor="t" anchorCtr="0" compatLnSpc="1">
              <a:prstTxWarp prst="textNoShape">
                <a:avLst/>
              </a:prstTxWarp>
            </a:bodyPr>
            <a:lstStyle/>
            <a:p>
              <a:endParaRPr lang="en-US" sz="1765"/>
            </a:p>
          </p:txBody>
        </p:sp>
        <p:sp>
          <p:nvSpPr>
            <p:cNvPr id="45" name="Freeform 63"/>
            <p:cNvSpPr>
              <a:spLocks/>
            </p:cNvSpPr>
            <p:nvPr userDrawn="1"/>
          </p:nvSpPr>
          <p:spPr bwMode="auto">
            <a:xfrm>
              <a:off x="9828213" y="4354512"/>
              <a:ext cx="2611437" cy="182562"/>
            </a:xfrm>
            <a:custGeom>
              <a:avLst/>
              <a:gdLst>
                <a:gd name="T0" fmla="*/ 28 w 813"/>
                <a:gd name="T1" fmla="*/ 0 h 57"/>
                <a:gd name="T2" fmla="*/ 0 w 813"/>
                <a:gd name="T3" fmla="*/ 28 h 57"/>
                <a:gd name="T4" fmla="*/ 28 w 813"/>
                <a:gd name="T5" fmla="*/ 57 h 57"/>
                <a:gd name="T6" fmla="*/ 56 w 813"/>
                <a:gd name="T7" fmla="*/ 32 h 57"/>
                <a:gd name="T8" fmla="*/ 813 w 813"/>
                <a:gd name="T9" fmla="*/ 32 h 57"/>
                <a:gd name="T10" fmla="*/ 813 w 813"/>
                <a:gd name="T11" fmla="*/ 24 h 57"/>
                <a:gd name="T12" fmla="*/ 56 w 813"/>
                <a:gd name="T13" fmla="*/ 24 h 57"/>
                <a:gd name="T14" fmla="*/ 28 w 813"/>
                <a:gd name="T15" fmla="*/ 0 h 5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13" h="57">
                  <a:moveTo>
                    <a:pt x="28" y="0"/>
                  </a:moveTo>
                  <a:cubicBezTo>
                    <a:pt x="12" y="0"/>
                    <a:pt x="0" y="13"/>
                    <a:pt x="0" y="28"/>
                  </a:cubicBezTo>
                  <a:cubicBezTo>
                    <a:pt x="0" y="44"/>
                    <a:pt x="12" y="57"/>
                    <a:pt x="28" y="57"/>
                  </a:cubicBezTo>
                  <a:cubicBezTo>
                    <a:pt x="42" y="57"/>
                    <a:pt x="54" y="46"/>
                    <a:pt x="56" y="32"/>
                  </a:cubicBezTo>
                  <a:cubicBezTo>
                    <a:pt x="813" y="32"/>
                    <a:pt x="813" y="32"/>
                    <a:pt x="813" y="32"/>
                  </a:cubicBezTo>
                  <a:cubicBezTo>
                    <a:pt x="813" y="24"/>
                    <a:pt x="813" y="24"/>
                    <a:pt x="813" y="24"/>
                  </a:cubicBezTo>
                  <a:cubicBezTo>
                    <a:pt x="56" y="24"/>
                    <a:pt x="56" y="24"/>
                    <a:pt x="56" y="24"/>
                  </a:cubicBezTo>
                  <a:cubicBezTo>
                    <a:pt x="54" y="11"/>
                    <a:pt x="42" y="0"/>
                    <a:pt x="28" y="0"/>
                  </a:cubicBezTo>
                </a:path>
              </a:pathLst>
            </a:custGeom>
            <a:grpFill/>
            <a:ln>
              <a:noFill/>
            </a:ln>
          </p:spPr>
          <p:txBody>
            <a:bodyPr vert="horz" wrap="square" lIns="91440" tIns="45720" rIns="91440" bIns="45720" numCol="1" anchor="t" anchorCtr="0" compatLnSpc="1">
              <a:prstTxWarp prst="textNoShape">
                <a:avLst/>
              </a:prstTxWarp>
            </a:bodyPr>
            <a:lstStyle/>
            <a:p>
              <a:endParaRPr lang="en-US" sz="1765"/>
            </a:p>
          </p:txBody>
        </p:sp>
      </p:grpSp>
    </p:spTree>
    <p:extLst>
      <p:ext uri="{BB962C8B-B14F-4D97-AF65-F5344CB8AC3E}">
        <p14:creationId xmlns:p14="http://schemas.microsoft.com/office/powerpoint/2010/main" val="247292902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grpId="0" nodeType="withEffect">
                                  <p:stCondLst>
                                    <p:cond delay="125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3" grpId="0" build="p">
        <p:tmplLst>
          <p:tmpl lvl="1">
            <p:tnLst>
              <p:par>
                <p:cTn presetID="10" presetClass="entr" presetSubtype="0" fill="hold" nodeType="withEffect">
                  <p:stCondLst>
                    <p:cond delay="125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itle &amp; Non-bullete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Text Placeholder 5"/>
          <p:cNvSpPr>
            <a:spLocks noGrp="1"/>
          </p:cNvSpPr>
          <p:nvPr>
            <p:ph type="body" sz="quarter" idx="10"/>
          </p:nvPr>
        </p:nvSpPr>
        <p:spPr>
          <a:xfrm>
            <a:off x="201929" y="891882"/>
            <a:ext cx="8740142" cy="1538242"/>
          </a:xfrm>
        </p:spPr>
        <p:txBody>
          <a:bodyPr/>
          <a:lstStyle>
            <a:lvl1pPr marL="0" indent="0">
              <a:buNone/>
              <a:defRPr>
                <a:gradFill>
                  <a:gsLst>
                    <a:gs pos="1250">
                      <a:schemeClr val="tx1"/>
                    </a:gs>
                    <a:gs pos="99000">
                      <a:schemeClr val="tx1"/>
                    </a:gs>
                  </a:gsLst>
                  <a:lin ang="5400000" scaled="0"/>
                </a:gradFill>
              </a:defRPr>
            </a:lvl1pPr>
            <a:lvl2pPr marL="0" indent="0">
              <a:buFontTx/>
              <a:buNone/>
              <a:defRPr sz="1471"/>
            </a:lvl2pPr>
            <a:lvl3pPr marL="168090" indent="0">
              <a:buNone/>
              <a:defRPr/>
            </a:lvl3pPr>
            <a:lvl4pPr marL="336179" indent="0">
              <a:buNone/>
              <a:defRPr/>
            </a:lvl4pPr>
            <a:lvl5pPr marL="504269"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792881911"/>
      </p:ext>
    </p:extLst>
  </p:cSld>
  <p:clrMapOvr>
    <a:masterClrMapping/>
  </p:clrMapOvr>
  <p:transition>
    <p:fade/>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01929" y="891883"/>
            <a:ext cx="8740142" cy="1587999"/>
          </a:xfrm>
        </p:spPr>
        <p:txBody>
          <a:bodyPr>
            <a:spAutoFit/>
          </a:bodyPr>
          <a:lstStyle>
            <a:lvl1pPr>
              <a:defRPr sz="2941"/>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itle 5"/>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563916993"/>
      </p:ext>
    </p:extLst>
  </p:cSld>
  <p:clrMapOvr>
    <a:masterClrMapping/>
  </p:clrMapOvr>
  <p:transition>
    <p:fade/>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wo Column Non-bullete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4" name="Text Placeholder 3"/>
          <p:cNvSpPr>
            <a:spLocks noGrp="1"/>
          </p:cNvSpPr>
          <p:nvPr>
            <p:ph type="body" sz="quarter" idx="10"/>
          </p:nvPr>
        </p:nvSpPr>
        <p:spPr>
          <a:xfrm>
            <a:off x="201930" y="891882"/>
            <a:ext cx="4033911" cy="1782667"/>
          </a:xfrm>
        </p:spPr>
        <p:txBody>
          <a:bodyPr wrap="square">
            <a:spAutoFit/>
          </a:bodyPr>
          <a:lstStyle>
            <a:lvl1pPr marL="0" indent="0">
              <a:spcBef>
                <a:spcPts val="900"/>
              </a:spcBef>
              <a:buClr>
                <a:schemeClr val="tx1"/>
              </a:buClr>
              <a:buFont typeface="Wingdings" pitchFamily="2" charset="2"/>
              <a:buNone/>
              <a:defRPr sz="2353"/>
            </a:lvl1pPr>
            <a:lvl2pPr marL="0" indent="0">
              <a:buNone/>
              <a:defRPr sz="1471"/>
            </a:lvl2pPr>
            <a:lvl3pPr marL="170424" indent="0">
              <a:buNone/>
              <a:tabLst/>
              <a:defRPr sz="1471"/>
            </a:lvl3pPr>
            <a:lvl4pPr marL="338514" indent="0">
              <a:buNone/>
              <a:defRPr/>
            </a:lvl4pPr>
            <a:lvl5pPr marL="504269" indent="0">
              <a:buNone/>
              <a:tabLs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3"/>
          <p:cNvSpPr>
            <a:spLocks noGrp="1"/>
          </p:cNvSpPr>
          <p:nvPr>
            <p:ph type="body" sz="quarter" idx="11"/>
          </p:nvPr>
        </p:nvSpPr>
        <p:spPr>
          <a:xfrm>
            <a:off x="4908161" y="891882"/>
            <a:ext cx="4033911" cy="1782667"/>
          </a:xfrm>
        </p:spPr>
        <p:txBody>
          <a:bodyPr wrap="square">
            <a:spAutoFit/>
          </a:bodyPr>
          <a:lstStyle>
            <a:lvl1pPr marL="0" indent="0">
              <a:spcBef>
                <a:spcPts val="900"/>
              </a:spcBef>
              <a:buClr>
                <a:schemeClr val="tx1"/>
              </a:buClr>
              <a:buFont typeface="Wingdings" pitchFamily="2" charset="2"/>
              <a:buNone/>
              <a:defRPr sz="2353"/>
            </a:lvl1pPr>
            <a:lvl2pPr marL="0" indent="0">
              <a:buNone/>
              <a:defRPr sz="1471"/>
            </a:lvl2pPr>
            <a:lvl3pPr marL="170424" indent="0">
              <a:buNone/>
              <a:tabLst/>
              <a:defRPr sz="1471"/>
            </a:lvl3pPr>
            <a:lvl4pPr marL="338514" indent="0">
              <a:buNone/>
              <a:defRPr/>
            </a:lvl4pPr>
            <a:lvl5pPr marL="504269" indent="0">
              <a:buNone/>
              <a:tabLs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69648496"/>
      </p:ext>
    </p:extLst>
  </p:cSld>
  <p:clrMapOvr>
    <a:masterClrMapping/>
  </p:clrMapOvr>
  <p:transition>
    <p:fade/>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wo Column Bullet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4" name="Text Placeholder 3"/>
          <p:cNvSpPr>
            <a:spLocks noGrp="1"/>
          </p:cNvSpPr>
          <p:nvPr>
            <p:ph type="body" sz="quarter" idx="10"/>
          </p:nvPr>
        </p:nvSpPr>
        <p:spPr>
          <a:xfrm>
            <a:off x="201930" y="891882"/>
            <a:ext cx="4033911" cy="1832425"/>
          </a:xfrm>
        </p:spPr>
        <p:txBody>
          <a:bodyPr wrap="square">
            <a:spAutoFit/>
          </a:bodyPr>
          <a:lstStyle>
            <a:lvl1pPr marL="211280" indent="-211280">
              <a:spcBef>
                <a:spcPts val="900"/>
              </a:spcBef>
              <a:buClr>
                <a:schemeClr val="tx1"/>
              </a:buClr>
              <a:buFont typeface="Arial" pitchFamily="34" charset="0"/>
              <a:buChar char="•"/>
              <a:defRPr sz="2353"/>
            </a:lvl1pPr>
            <a:lvl2pPr marL="390566" indent="-171468">
              <a:defRPr sz="1765"/>
            </a:lvl2pPr>
            <a:lvl3pPr marL="514405" indent="-123838">
              <a:tabLst/>
              <a:defRPr sz="1471"/>
            </a:lvl3pPr>
            <a:lvl4pPr marL="647768" indent="-133364">
              <a:defRPr/>
            </a:lvl4pPr>
            <a:lvl5pPr marL="771607" indent="-123838">
              <a:tabLs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3"/>
          <p:cNvSpPr>
            <a:spLocks noGrp="1"/>
          </p:cNvSpPr>
          <p:nvPr>
            <p:ph type="body" sz="quarter" idx="11"/>
          </p:nvPr>
        </p:nvSpPr>
        <p:spPr>
          <a:xfrm>
            <a:off x="4908161" y="891882"/>
            <a:ext cx="4033911" cy="1832425"/>
          </a:xfrm>
        </p:spPr>
        <p:txBody>
          <a:bodyPr wrap="square">
            <a:spAutoFit/>
          </a:bodyPr>
          <a:lstStyle>
            <a:lvl1pPr marL="211280" indent="-211280">
              <a:spcBef>
                <a:spcPts val="900"/>
              </a:spcBef>
              <a:buClr>
                <a:schemeClr val="tx1"/>
              </a:buClr>
              <a:buFont typeface="Arial" pitchFamily="34" charset="0"/>
              <a:buChar char="•"/>
              <a:defRPr sz="2353"/>
            </a:lvl1pPr>
            <a:lvl2pPr marL="390566" indent="-171468">
              <a:defRPr sz="1765"/>
            </a:lvl2pPr>
            <a:lvl3pPr marL="514405" indent="-123838">
              <a:tabLst/>
              <a:defRPr sz="1471"/>
            </a:lvl3pPr>
            <a:lvl4pPr marL="647768" indent="-133364">
              <a:defRPr/>
            </a:lvl4pPr>
            <a:lvl5pPr marL="771607" indent="-123838">
              <a:tabLs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753284862"/>
      </p:ext>
    </p:extLst>
  </p:cSld>
  <p:clrMapOvr>
    <a:masterClrMapping/>
  </p:clrMapOvr>
  <p:transition>
    <p:fade/>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Tree>
    <p:extLst>
      <p:ext uri="{BB962C8B-B14F-4D97-AF65-F5344CB8AC3E}">
        <p14:creationId xmlns:p14="http://schemas.microsoft.com/office/powerpoint/2010/main" val="3201885971"/>
      </p:ext>
    </p:extLst>
  </p:cSld>
  <p:clrMapOvr>
    <a:masterClrMapping/>
  </p:clrMapOvr>
  <p:transition>
    <p:fade/>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Section Title Accent Color 2">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01929" y="2112810"/>
            <a:ext cx="8740142" cy="917880"/>
          </a:xfrm>
          <a:noFill/>
        </p:spPr>
        <p:txBody>
          <a:bodyPr tIns="91440" bIns="91440" anchor="ctr" anchorCtr="0">
            <a:spAutoFit/>
          </a:bodyPr>
          <a:lstStyle>
            <a:lvl1pPr>
              <a:defRPr sz="5294" spc="-74" baseline="0">
                <a:gradFill>
                  <a:gsLst>
                    <a:gs pos="100000">
                      <a:schemeClr val="tx1"/>
                    </a:gs>
                    <a:gs pos="0">
                      <a:schemeClr val="tx1"/>
                    </a:gs>
                  </a:gsLst>
                  <a:lin ang="5400000" scaled="0"/>
                </a:gradFill>
              </a:defRPr>
            </a:lvl1pPr>
          </a:lstStyle>
          <a:p>
            <a:r>
              <a:rPr lang="en-US" dirty="0"/>
              <a:t>Section title</a:t>
            </a:r>
          </a:p>
        </p:txBody>
      </p:sp>
    </p:spTree>
    <p:extLst>
      <p:ext uri="{BB962C8B-B14F-4D97-AF65-F5344CB8AC3E}">
        <p14:creationId xmlns:p14="http://schemas.microsoft.com/office/powerpoint/2010/main" val="1810432017"/>
      </p:ext>
    </p:extLst>
  </p:cSld>
  <p:clrMapOvr>
    <a:masterClrMapping/>
  </p:clrMapOvr>
  <p:transition>
    <p:fade/>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endParaRPr lang="nl-NL"/>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nl-NL"/>
          </a:p>
        </p:txBody>
      </p:sp>
      <p:sp>
        <p:nvSpPr>
          <p:cNvPr id="4" name="Date Placeholder 3"/>
          <p:cNvSpPr>
            <a:spLocks noGrp="1"/>
          </p:cNvSpPr>
          <p:nvPr>
            <p:ph type="dt" sz="half" idx="10"/>
          </p:nvPr>
        </p:nvSpPr>
        <p:spPr/>
        <p:txBody>
          <a:bodyPr/>
          <a:lstStyle/>
          <a:p>
            <a:fld id="{CAF1ABC2-FB9E-4FED-AE24-AD6099DFE3E7}" type="datetimeFigureOut">
              <a:rPr lang="nl-NL" smtClean="0"/>
              <a:t>30-1-2017</a:t>
            </a:fld>
            <a:endParaRPr lang="nl-NL"/>
          </a:p>
        </p:txBody>
      </p:sp>
      <p:sp>
        <p:nvSpPr>
          <p:cNvPr id="5" name="Footer Placeholder 4"/>
          <p:cNvSpPr>
            <a:spLocks noGrp="1"/>
          </p:cNvSpPr>
          <p:nvPr>
            <p:ph type="ftr" sz="quarter" idx="11"/>
          </p:nvPr>
        </p:nvSpPr>
        <p:spPr/>
        <p:txBody>
          <a:bodyPr/>
          <a:lstStyle/>
          <a:p>
            <a:endParaRPr lang="nl-NL"/>
          </a:p>
        </p:txBody>
      </p:sp>
      <p:sp>
        <p:nvSpPr>
          <p:cNvPr id="6" name="Slide Number Placeholder 5"/>
          <p:cNvSpPr>
            <a:spLocks noGrp="1"/>
          </p:cNvSpPr>
          <p:nvPr>
            <p:ph type="sldNum" sz="quarter" idx="12"/>
          </p:nvPr>
        </p:nvSpPr>
        <p:spPr/>
        <p:txBody>
          <a:bodyPr/>
          <a:lstStyle/>
          <a:p>
            <a:fld id="{161D0158-B8E9-4C5D-A394-5E8285D4B1B2}" type="slidenum">
              <a:rPr lang="nl-NL" smtClean="0"/>
              <a:t>‹#›</a:t>
            </a:fld>
            <a:endParaRPr lang="nl-NL"/>
          </a:p>
        </p:txBody>
      </p:sp>
    </p:spTree>
    <p:extLst>
      <p:ext uri="{BB962C8B-B14F-4D97-AF65-F5344CB8AC3E}">
        <p14:creationId xmlns:p14="http://schemas.microsoft.com/office/powerpoint/2010/main" val="3031295345"/>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nl-NL"/>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4" name="Date Placeholder 3"/>
          <p:cNvSpPr>
            <a:spLocks noGrp="1"/>
          </p:cNvSpPr>
          <p:nvPr>
            <p:ph type="dt" sz="half" idx="10"/>
          </p:nvPr>
        </p:nvSpPr>
        <p:spPr/>
        <p:txBody>
          <a:bodyPr/>
          <a:lstStyle/>
          <a:p>
            <a:fld id="{CAF1ABC2-FB9E-4FED-AE24-AD6099DFE3E7}" type="datetimeFigureOut">
              <a:rPr lang="nl-NL" smtClean="0"/>
              <a:t>30-1-2017</a:t>
            </a:fld>
            <a:endParaRPr lang="nl-NL"/>
          </a:p>
        </p:txBody>
      </p:sp>
      <p:sp>
        <p:nvSpPr>
          <p:cNvPr id="5" name="Footer Placeholder 4"/>
          <p:cNvSpPr>
            <a:spLocks noGrp="1"/>
          </p:cNvSpPr>
          <p:nvPr>
            <p:ph type="ftr" sz="quarter" idx="11"/>
          </p:nvPr>
        </p:nvSpPr>
        <p:spPr/>
        <p:txBody>
          <a:bodyPr/>
          <a:lstStyle/>
          <a:p>
            <a:endParaRPr lang="nl-NL"/>
          </a:p>
        </p:txBody>
      </p:sp>
      <p:sp>
        <p:nvSpPr>
          <p:cNvPr id="6" name="Slide Number Placeholder 5"/>
          <p:cNvSpPr>
            <a:spLocks noGrp="1"/>
          </p:cNvSpPr>
          <p:nvPr>
            <p:ph type="sldNum" sz="quarter" idx="12"/>
          </p:nvPr>
        </p:nvSpPr>
        <p:spPr/>
        <p:txBody>
          <a:bodyPr/>
          <a:lstStyle/>
          <a:p>
            <a:fld id="{161D0158-B8E9-4C5D-A394-5E8285D4B1B2}" type="slidenum">
              <a:rPr lang="nl-NL" smtClean="0"/>
              <a:t>‹#›</a:t>
            </a:fld>
            <a:endParaRPr lang="nl-NL"/>
          </a:p>
        </p:txBody>
      </p:sp>
    </p:spTree>
    <p:extLst>
      <p:ext uri="{BB962C8B-B14F-4D97-AF65-F5344CB8AC3E}">
        <p14:creationId xmlns:p14="http://schemas.microsoft.com/office/powerpoint/2010/main" val="1319542530"/>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4"/>
            <a:ext cx="7886700" cy="2139553"/>
          </a:xfrm>
        </p:spPr>
        <p:txBody>
          <a:bodyPr anchor="b"/>
          <a:lstStyle>
            <a:lvl1pPr>
              <a:defRPr sz="4500"/>
            </a:lvl1pPr>
          </a:lstStyle>
          <a:p>
            <a:r>
              <a:rPr lang="en-US"/>
              <a:t>Click to edit Master title style</a:t>
            </a:r>
            <a:endParaRPr lang="nl-NL"/>
          </a:p>
        </p:txBody>
      </p:sp>
      <p:sp>
        <p:nvSpPr>
          <p:cNvPr id="3" name="Text Placeholder 2"/>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AF1ABC2-FB9E-4FED-AE24-AD6099DFE3E7}" type="datetimeFigureOut">
              <a:rPr lang="nl-NL" smtClean="0"/>
              <a:t>30-1-2017</a:t>
            </a:fld>
            <a:endParaRPr lang="nl-NL"/>
          </a:p>
        </p:txBody>
      </p:sp>
      <p:sp>
        <p:nvSpPr>
          <p:cNvPr id="5" name="Footer Placeholder 4"/>
          <p:cNvSpPr>
            <a:spLocks noGrp="1"/>
          </p:cNvSpPr>
          <p:nvPr>
            <p:ph type="ftr" sz="quarter" idx="11"/>
          </p:nvPr>
        </p:nvSpPr>
        <p:spPr/>
        <p:txBody>
          <a:bodyPr/>
          <a:lstStyle/>
          <a:p>
            <a:endParaRPr lang="nl-NL"/>
          </a:p>
        </p:txBody>
      </p:sp>
      <p:sp>
        <p:nvSpPr>
          <p:cNvPr id="6" name="Slide Number Placeholder 5"/>
          <p:cNvSpPr>
            <a:spLocks noGrp="1"/>
          </p:cNvSpPr>
          <p:nvPr>
            <p:ph type="sldNum" sz="quarter" idx="12"/>
          </p:nvPr>
        </p:nvSpPr>
        <p:spPr/>
        <p:txBody>
          <a:bodyPr/>
          <a:lstStyle/>
          <a:p>
            <a:fld id="{161D0158-B8E9-4C5D-A394-5E8285D4B1B2}" type="slidenum">
              <a:rPr lang="nl-NL" smtClean="0"/>
              <a:t>‹#›</a:t>
            </a:fld>
            <a:endParaRPr lang="nl-NL"/>
          </a:p>
        </p:txBody>
      </p:sp>
    </p:spTree>
    <p:extLst>
      <p:ext uri="{BB962C8B-B14F-4D97-AF65-F5344CB8AC3E}">
        <p14:creationId xmlns:p14="http://schemas.microsoft.com/office/powerpoint/2010/main" val="967166021"/>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nl-NL"/>
          </a:p>
        </p:txBody>
      </p:sp>
      <p:sp>
        <p:nvSpPr>
          <p:cNvPr id="3" name="Content Placeholder 2"/>
          <p:cNvSpPr>
            <a:spLocks noGrp="1"/>
          </p:cNvSpPr>
          <p:nvPr>
            <p:ph sz="half" idx="1"/>
          </p:nvPr>
        </p:nvSpPr>
        <p:spPr>
          <a:xfrm>
            <a:off x="6286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4" name="Content Placeholder 3"/>
          <p:cNvSpPr>
            <a:spLocks noGrp="1"/>
          </p:cNvSpPr>
          <p:nvPr>
            <p:ph sz="half" idx="2"/>
          </p:nvPr>
        </p:nvSpPr>
        <p:spPr>
          <a:xfrm>
            <a:off x="46291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5" name="Date Placeholder 4"/>
          <p:cNvSpPr>
            <a:spLocks noGrp="1"/>
          </p:cNvSpPr>
          <p:nvPr>
            <p:ph type="dt" sz="half" idx="10"/>
          </p:nvPr>
        </p:nvSpPr>
        <p:spPr/>
        <p:txBody>
          <a:bodyPr/>
          <a:lstStyle/>
          <a:p>
            <a:fld id="{CAF1ABC2-FB9E-4FED-AE24-AD6099DFE3E7}" type="datetimeFigureOut">
              <a:rPr lang="nl-NL" smtClean="0"/>
              <a:t>30-1-2017</a:t>
            </a:fld>
            <a:endParaRPr lang="nl-NL"/>
          </a:p>
        </p:txBody>
      </p:sp>
      <p:sp>
        <p:nvSpPr>
          <p:cNvPr id="6" name="Footer Placeholder 5"/>
          <p:cNvSpPr>
            <a:spLocks noGrp="1"/>
          </p:cNvSpPr>
          <p:nvPr>
            <p:ph type="ftr" sz="quarter" idx="11"/>
          </p:nvPr>
        </p:nvSpPr>
        <p:spPr/>
        <p:txBody>
          <a:bodyPr/>
          <a:lstStyle/>
          <a:p>
            <a:endParaRPr lang="nl-NL"/>
          </a:p>
        </p:txBody>
      </p:sp>
      <p:sp>
        <p:nvSpPr>
          <p:cNvPr id="7" name="Slide Number Placeholder 6"/>
          <p:cNvSpPr>
            <a:spLocks noGrp="1"/>
          </p:cNvSpPr>
          <p:nvPr>
            <p:ph type="sldNum" sz="quarter" idx="12"/>
          </p:nvPr>
        </p:nvSpPr>
        <p:spPr/>
        <p:txBody>
          <a:bodyPr/>
          <a:lstStyle/>
          <a:p>
            <a:fld id="{161D0158-B8E9-4C5D-A394-5E8285D4B1B2}" type="slidenum">
              <a:rPr lang="nl-NL" smtClean="0"/>
              <a:t>‹#›</a:t>
            </a:fld>
            <a:endParaRPr lang="nl-NL"/>
          </a:p>
        </p:txBody>
      </p:sp>
    </p:spTree>
    <p:extLst>
      <p:ext uri="{BB962C8B-B14F-4D97-AF65-F5344CB8AC3E}">
        <p14:creationId xmlns:p14="http://schemas.microsoft.com/office/powerpoint/2010/main" val="1701660175"/>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en-US"/>
              <a:t>Click to edit Master title style</a:t>
            </a:r>
            <a:endParaRPr lang="nl-NL"/>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5" name="Text Placeholder 4"/>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29150"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7" name="Date Placeholder 6"/>
          <p:cNvSpPr>
            <a:spLocks noGrp="1"/>
          </p:cNvSpPr>
          <p:nvPr>
            <p:ph type="dt" sz="half" idx="10"/>
          </p:nvPr>
        </p:nvSpPr>
        <p:spPr/>
        <p:txBody>
          <a:bodyPr/>
          <a:lstStyle/>
          <a:p>
            <a:fld id="{CAF1ABC2-FB9E-4FED-AE24-AD6099DFE3E7}" type="datetimeFigureOut">
              <a:rPr lang="nl-NL" smtClean="0"/>
              <a:t>30-1-2017</a:t>
            </a:fld>
            <a:endParaRPr lang="nl-NL"/>
          </a:p>
        </p:txBody>
      </p:sp>
      <p:sp>
        <p:nvSpPr>
          <p:cNvPr id="8" name="Footer Placeholder 7"/>
          <p:cNvSpPr>
            <a:spLocks noGrp="1"/>
          </p:cNvSpPr>
          <p:nvPr>
            <p:ph type="ftr" sz="quarter" idx="11"/>
          </p:nvPr>
        </p:nvSpPr>
        <p:spPr/>
        <p:txBody>
          <a:bodyPr/>
          <a:lstStyle/>
          <a:p>
            <a:endParaRPr lang="nl-NL"/>
          </a:p>
        </p:txBody>
      </p:sp>
      <p:sp>
        <p:nvSpPr>
          <p:cNvPr id="9" name="Slide Number Placeholder 8"/>
          <p:cNvSpPr>
            <a:spLocks noGrp="1"/>
          </p:cNvSpPr>
          <p:nvPr>
            <p:ph type="sldNum" sz="quarter" idx="12"/>
          </p:nvPr>
        </p:nvSpPr>
        <p:spPr/>
        <p:txBody>
          <a:bodyPr/>
          <a:lstStyle/>
          <a:p>
            <a:fld id="{161D0158-B8E9-4C5D-A394-5E8285D4B1B2}" type="slidenum">
              <a:rPr lang="nl-NL" smtClean="0"/>
              <a:t>‹#›</a:t>
            </a:fld>
            <a:endParaRPr lang="nl-NL"/>
          </a:p>
        </p:txBody>
      </p:sp>
    </p:spTree>
    <p:extLst>
      <p:ext uri="{BB962C8B-B14F-4D97-AF65-F5344CB8AC3E}">
        <p14:creationId xmlns:p14="http://schemas.microsoft.com/office/powerpoint/2010/main" val="2898489351"/>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nl-NL"/>
          </a:p>
        </p:txBody>
      </p:sp>
      <p:sp>
        <p:nvSpPr>
          <p:cNvPr id="3" name="Date Placeholder 2"/>
          <p:cNvSpPr>
            <a:spLocks noGrp="1"/>
          </p:cNvSpPr>
          <p:nvPr>
            <p:ph type="dt" sz="half" idx="10"/>
          </p:nvPr>
        </p:nvSpPr>
        <p:spPr/>
        <p:txBody>
          <a:bodyPr/>
          <a:lstStyle/>
          <a:p>
            <a:fld id="{CAF1ABC2-FB9E-4FED-AE24-AD6099DFE3E7}" type="datetimeFigureOut">
              <a:rPr lang="nl-NL" smtClean="0"/>
              <a:t>30-1-2017</a:t>
            </a:fld>
            <a:endParaRPr lang="nl-NL"/>
          </a:p>
        </p:txBody>
      </p:sp>
      <p:sp>
        <p:nvSpPr>
          <p:cNvPr id="4" name="Footer Placeholder 3"/>
          <p:cNvSpPr>
            <a:spLocks noGrp="1"/>
          </p:cNvSpPr>
          <p:nvPr>
            <p:ph type="ftr" sz="quarter" idx="11"/>
          </p:nvPr>
        </p:nvSpPr>
        <p:spPr/>
        <p:txBody>
          <a:bodyPr/>
          <a:lstStyle/>
          <a:p>
            <a:endParaRPr lang="nl-NL"/>
          </a:p>
        </p:txBody>
      </p:sp>
      <p:sp>
        <p:nvSpPr>
          <p:cNvPr id="5" name="Slide Number Placeholder 4"/>
          <p:cNvSpPr>
            <a:spLocks noGrp="1"/>
          </p:cNvSpPr>
          <p:nvPr>
            <p:ph type="sldNum" sz="quarter" idx="12"/>
          </p:nvPr>
        </p:nvSpPr>
        <p:spPr/>
        <p:txBody>
          <a:bodyPr/>
          <a:lstStyle/>
          <a:p>
            <a:fld id="{161D0158-B8E9-4C5D-A394-5E8285D4B1B2}" type="slidenum">
              <a:rPr lang="nl-NL" smtClean="0"/>
              <a:t>‹#›</a:t>
            </a:fld>
            <a:endParaRPr lang="nl-NL"/>
          </a:p>
        </p:txBody>
      </p:sp>
    </p:spTree>
    <p:extLst>
      <p:ext uri="{BB962C8B-B14F-4D97-AF65-F5344CB8AC3E}">
        <p14:creationId xmlns:p14="http://schemas.microsoft.com/office/powerpoint/2010/main" val="3567612980"/>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AF1ABC2-FB9E-4FED-AE24-AD6099DFE3E7}" type="datetimeFigureOut">
              <a:rPr lang="nl-NL" smtClean="0"/>
              <a:t>30-1-2017</a:t>
            </a:fld>
            <a:endParaRPr lang="nl-NL"/>
          </a:p>
        </p:txBody>
      </p:sp>
      <p:sp>
        <p:nvSpPr>
          <p:cNvPr id="3" name="Footer Placeholder 2"/>
          <p:cNvSpPr>
            <a:spLocks noGrp="1"/>
          </p:cNvSpPr>
          <p:nvPr>
            <p:ph type="ftr" sz="quarter" idx="11"/>
          </p:nvPr>
        </p:nvSpPr>
        <p:spPr/>
        <p:txBody>
          <a:bodyPr/>
          <a:lstStyle/>
          <a:p>
            <a:endParaRPr lang="nl-NL"/>
          </a:p>
        </p:txBody>
      </p:sp>
      <p:sp>
        <p:nvSpPr>
          <p:cNvPr id="4" name="Slide Number Placeholder 3"/>
          <p:cNvSpPr>
            <a:spLocks noGrp="1"/>
          </p:cNvSpPr>
          <p:nvPr>
            <p:ph type="sldNum" sz="quarter" idx="12"/>
          </p:nvPr>
        </p:nvSpPr>
        <p:spPr/>
        <p:txBody>
          <a:bodyPr/>
          <a:lstStyle/>
          <a:p>
            <a:fld id="{161D0158-B8E9-4C5D-A394-5E8285D4B1B2}" type="slidenum">
              <a:rPr lang="nl-NL" smtClean="0"/>
              <a:t>‹#›</a:t>
            </a:fld>
            <a:endParaRPr lang="nl-NL"/>
          </a:p>
        </p:txBody>
      </p:sp>
    </p:spTree>
    <p:extLst>
      <p:ext uri="{BB962C8B-B14F-4D97-AF65-F5344CB8AC3E}">
        <p14:creationId xmlns:p14="http://schemas.microsoft.com/office/powerpoint/2010/main" val="3909304033"/>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nl-NL"/>
          </a:p>
        </p:txBody>
      </p:sp>
      <p:sp>
        <p:nvSpPr>
          <p:cNvPr id="3" name="Content Placeholder 2"/>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CAF1ABC2-FB9E-4FED-AE24-AD6099DFE3E7}" type="datetimeFigureOut">
              <a:rPr lang="nl-NL" smtClean="0"/>
              <a:t>30-1-2017</a:t>
            </a:fld>
            <a:endParaRPr lang="nl-NL"/>
          </a:p>
        </p:txBody>
      </p:sp>
      <p:sp>
        <p:nvSpPr>
          <p:cNvPr id="6" name="Footer Placeholder 5"/>
          <p:cNvSpPr>
            <a:spLocks noGrp="1"/>
          </p:cNvSpPr>
          <p:nvPr>
            <p:ph type="ftr" sz="quarter" idx="11"/>
          </p:nvPr>
        </p:nvSpPr>
        <p:spPr/>
        <p:txBody>
          <a:bodyPr/>
          <a:lstStyle/>
          <a:p>
            <a:endParaRPr lang="nl-NL"/>
          </a:p>
        </p:txBody>
      </p:sp>
      <p:sp>
        <p:nvSpPr>
          <p:cNvPr id="7" name="Slide Number Placeholder 6"/>
          <p:cNvSpPr>
            <a:spLocks noGrp="1"/>
          </p:cNvSpPr>
          <p:nvPr>
            <p:ph type="sldNum" sz="quarter" idx="12"/>
          </p:nvPr>
        </p:nvSpPr>
        <p:spPr/>
        <p:txBody>
          <a:bodyPr/>
          <a:lstStyle/>
          <a:p>
            <a:fld id="{161D0158-B8E9-4C5D-A394-5E8285D4B1B2}" type="slidenum">
              <a:rPr lang="nl-NL" smtClean="0"/>
              <a:t>‹#›</a:t>
            </a:fld>
            <a:endParaRPr lang="nl-NL"/>
          </a:p>
        </p:txBody>
      </p:sp>
    </p:spTree>
    <p:extLst>
      <p:ext uri="{BB962C8B-B14F-4D97-AF65-F5344CB8AC3E}">
        <p14:creationId xmlns:p14="http://schemas.microsoft.com/office/powerpoint/2010/main" val="1391512611"/>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nl-NL"/>
          </a:p>
        </p:txBody>
      </p:sp>
      <p:sp>
        <p:nvSpPr>
          <p:cNvPr id="3" name="Picture Placeholder 2"/>
          <p:cNvSpPr>
            <a:spLocks noGrp="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nl-NL"/>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CAF1ABC2-FB9E-4FED-AE24-AD6099DFE3E7}" type="datetimeFigureOut">
              <a:rPr lang="nl-NL" smtClean="0"/>
              <a:t>30-1-2017</a:t>
            </a:fld>
            <a:endParaRPr lang="nl-NL"/>
          </a:p>
        </p:txBody>
      </p:sp>
      <p:sp>
        <p:nvSpPr>
          <p:cNvPr id="6" name="Footer Placeholder 5"/>
          <p:cNvSpPr>
            <a:spLocks noGrp="1"/>
          </p:cNvSpPr>
          <p:nvPr>
            <p:ph type="ftr" sz="quarter" idx="11"/>
          </p:nvPr>
        </p:nvSpPr>
        <p:spPr/>
        <p:txBody>
          <a:bodyPr/>
          <a:lstStyle/>
          <a:p>
            <a:endParaRPr lang="nl-NL"/>
          </a:p>
        </p:txBody>
      </p:sp>
      <p:sp>
        <p:nvSpPr>
          <p:cNvPr id="7" name="Slide Number Placeholder 6"/>
          <p:cNvSpPr>
            <a:spLocks noGrp="1"/>
          </p:cNvSpPr>
          <p:nvPr>
            <p:ph type="sldNum" sz="quarter" idx="12"/>
          </p:nvPr>
        </p:nvSpPr>
        <p:spPr/>
        <p:txBody>
          <a:bodyPr/>
          <a:lstStyle/>
          <a:p>
            <a:fld id="{161D0158-B8E9-4C5D-A394-5E8285D4B1B2}" type="slidenum">
              <a:rPr lang="nl-NL" smtClean="0"/>
              <a:t>‹#›</a:t>
            </a:fld>
            <a:endParaRPr lang="nl-NL"/>
          </a:p>
        </p:txBody>
      </p:sp>
    </p:spTree>
    <p:extLst>
      <p:ext uri="{BB962C8B-B14F-4D97-AF65-F5344CB8AC3E}">
        <p14:creationId xmlns:p14="http://schemas.microsoft.com/office/powerpoint/2010/main" val="173765937"/>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nl-NL"/>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4" name="Date Placeholder 3"/>
          <p:cNvSpPr>
            <a:spLocks noGrp="1"/>
          </p:cNvSpPr>
          <p:nvPr>
            <p:ph type="dt" sz="half" idx="10"/>
          </p:nvPr>
        </p:nvSpPr>
        <p:spPr/>
        <p:txBody>
          <a:bodyPr/>
          <a:lstStyle/>
          <a:p>
            <a:fld id="{CAF1ABC2-FB9E-4FED-AE24-AD6099DFE3E7}" type="datetimeFigureOut">
              <a:rPr lang="nl-NL" smtClean="0"/>
              <a:t>30-1-2017</a:t>
            </a:fld>
            <a:endParaRPr lang="nl-NL"/>
          </a:p>
        </p:txBody>
      </p:sp>
      <p:sp>
        <p:nvSpPr>
          <p:cNvPr id="5" name="Footer Placeholder 4"/>
          <p:cNvSpPr>
            <a:spLocks noGrp="1"/>
          </p:cNvSpPr>
          <p:nvPr>
            <p:ph type="ftr" sz="quarter" idx="11"/>
          </p:nvPr>
        </p:nvSpPr>
        <p:spPr/>
        <p:txBody>
          <a:bodyPr/>
          <a:lstStyle/>
          <a:p>
            <a:endParaRPr lang="nl-NL"/>
          </a:p>
        </p:txBody>
      </p:sp>
      <p:sp>
        <p:nvSpPr>
          <p:cNvPr id="6" name="Slide Number Placeholder 5"/>
          <p:cNvSpPr>
            <a:spLocks noGrp="1"/>
          </p:cNvSpPr>
          <p:nvPr>
            <p:ph type="sldNum" sz="quarter" idx="12"/>
          </p:nvPr>
        </p:nvSpPr>
        <p:spPr/>
        <p:txBody>
          <a:bodyPr/>
          <a:lstStyle/>
          <a:p>
            <a:fld id="{161D0158-B8E9-4C5D-A394-5E8285D4B1B2}" type="slidenum">
              <a:rPr lang="nl-NL" smtClean="0"/>
              <a:t>‹#›</a:t>
            </a:fld>
            <a:endParaRPr lang="nl-NL"/>
          </a:p>
        </p:txBody>
      </p:sp>
    </p:spTree>
    <p:extLst>
      <p:ext uri="{BB962C8B-B14F-4D97-AF65-F5344CB8AC3E}">
        <p14:creationId xmlns:p14="http://schemas.microsoft.com/office/powerpoint/2010/main" val="1114046626"/>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4"/>
            <a:ext cx="1971675" cy="4358879"/>
          </a:xfrm>
        </p:spPr>
        <p:txBody>
          <a:bodyPr vert="eaVert"/>
          <a:lstStyle/>
          <a:p>
            <a:r>
              <a:rPr lang="en-US"/>
              <a:t>Click to edit Master title style</a:t>
            </a:r>
            <a:endParaRPr lang="nl-NL"/>
          </a:p>
        </p:txBody>
      </p:sp>
      <p:sp>
        <p:nvSpPr>
          <p:cNvPr id="3" name="Vertical Text Placeholder 2"/>
          <p:cNvSpPr>
            <a:spLocks noGrp="1"/>
          </p:cNvSpPr>
          <p:nvPr>
            <p:ph type="body" orient="vert" idx="1"/>
          </p:nvPr>
        </p:nvSpPr>
        <p:spPr>
          <a:xfrm>
            <a:off x="628650" y="273844"/>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4" name="Date Placeholder 3"/>
          <p:cNvSpPr>
            <a:spLocks noGrp="1"/>
          </p:cNvSpPr>
          <p:nvPr>
            <p:ph type="dt" sz="half" idx="10"/>
          </p:nvPr>
        </p:nvSpPr>
        <p:spPr/>
        <p:txBody>
          <a:bodyPr/>
          <a:lstStyle/>
          <a:p>
            <a:fld id="{CAF1ABC2-FB9E-4FED-AE24-AD6099DFE3E7}" type="datetimeFigureOut">
              <a:rPr lang="nl-NL" smtClean="0"/>
              <a:t>30-1-2017</a:t>
            </a:fld>
            <a:endParaRPr lang="nl-NL"/>
          </a:p>
        </p:txBody>
      </p:sp>
      <p:sp>
        <p:nvSpPr>
          <p:cNvPr id="5" name="Footer Placeholder 4"/>
          <p:cNvSpPr>
            <a:spLocks noGrp="1"/>
          </p:cNvSpPr>
          <p:nvPr>
            <p:ph type="ftr" sz="quarter" idx="11"/>
          </p:nvPr>
        </p:nvSpPr>
        <p:spPr/>
        <p:txBody>
          <a:bodyPr/>
          <a:lstStyle/>
          <a:p>
            <a:endParaRPr lang="nl-NL"/>
          </a:p>
        </p:txBody>
      </p:sp>
      <p:sp>
        <p:nvSpPr>
          <p:cNvPr id="6" name="Slide Number Placeholder 5"/>
          <p:cNvSpPr>
            <a:spLocks noGrp="1"/>
          </p:cNvSpPr>
          <p:nvPr>
            <p:ph type="sldNum" sz="quarter" idx="12"/>
          </p:nvPr>
        </p:nvSpPr>
        <p:spPr/>
        <p:txBody>
          <a:bodyPr/>
          <a:lstStyle/>
          <a:p>
            <a:fld id="{161D0158-B8E9-4C5D-A394-5E8285D4B1B2}" type="slidenum">
              <a:rPr lang="nl-NL" smtClean="0"/>
              <a:t>‹#›</a:t>
            </a:fld>
            <a:endParaRPr lang="nl-NL"/>
          </a:p>
        </p:txBody>
      </p:sp>
    </p:spTree>
    <p:extLst>
      <p:ext uri="{BB962C8B-B14F-4D97-AF65-F5344CB8AC3E}">
        <p14:creationId xmlns:p14="http://schemas.microsoft.com/office/powerpoint/2010/main" val="3991703980"/>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userDrawn="1">
  <p:cSld name="Title &amp; 2-color Non-bulleted text">
    <p:bg>
      <p:bgPr>
        <a:solidFill>
          <a:srgbClr val="F8F8F8"/>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Text Placeholder 5"/>
          <p:cNvSpPr>
            <a:spLocks noGrp="1"/>
          </p:cNvSpPr>
          <p:nvPr>
            <p:ph type="body" sz="quarter" idx="10"/>
          </p:nvPr>
        </p:nvSpPr>
        <p:spPr>
          <a:xfrm>
            <a:off x="201930" y="891883"/>
            <a:ext cx="8740142" cy="1489231"/>
          </a:xfrm>
        </p:spPr>
        <p:txBody>
          <a:bodyPr/>
          <a:lstStyle>
            <a:lvl1pPr marL="0" indent="0">
              <a:buNone/>
              <a:defRPr>
                <a:gradFill>
                  <a:gsLst>
                    <a:gs pos="1250">
                      <a:schemeClr val="tx2"/>
                    </a:gs>
                    <a:gs pos="99000">
                      <a:schemeClr val="tx2"/>
                    </a:gs>
                  </a:gsLst>
                  <a:lin ang="5400000" scaled="0"/>
                </a:gradFill>
              </a:defRPr>
            </a:lvl1pPr>
            <a:lvl2pPr marL="0" indent="0">
              <a:buFontTx/>
              <a:buNone/>
              <a:defRPr sz="1471"/>
            </a:lvl2pPr>
            <a:lvl3pPr marL="168073" indent="0">
              <a:buNone/>
              <a:defRPr/>
            </a:lvl3pPr>
            <a:lvl4pPr marL="336145" indent="0">
              <a:buNone/>
              <a:defRPr/>
            </a:lvl4pPr>
            <a:lvl5pPr marL="504218"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003673090"/>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userDrawn="1">
  <p:cSld name="4_Title Only">
    <p:spTree>
      <p:nvGrpSpPr>
        <p:cNvPr id="1" name=""/>
        <p:cNvGrpSpPr/>
        <p:nvPr/>
      </p:nvGrpSpPr>
      <p:grpSpPr>
        <a:xfrm>
          <a:off x="0" y="0"/>
          <a:ext cx="0" cy="0"/>
          <a:chOff x="0" y="0"/>
          <a:chExt cx="0" cy="0"/>
        </a:xfrm>
      </p:grpSpPr>
      <p:sp>
        <p:nvSpPr>
          <p:cNvPr id="2" name="Slide Number Placeholder 1"/>
          <p:cNvSpPr>
            <a:spLocks noGrp="1"/>
          </p:cNvSpPr>
          <p:nvPr>
            <p:ph type="sldNum" sz="quarter" idx="10"/>
          </p:nvPr>
        </p:nvSpPr>
        <p:spPr>
          <a:xfrm>
            <a:off x="8572501" y="4858406"/>
            <a:ext cx="571499" cy="285095"/>
          </a:xfrm>
          <a:prstGeom prst="rect">
            <a:avLst/>
          </a:prstGeom>
        </p:spPr>
        <p:txBody>
          <a:bodyPr/>
          <a:lstStyle/>
          <a:p>
            <a:fld id="{4CED8391-71CF-4FD3-A093-40D26DE2D47C}" type="slidenum">
              <a:rPr lang="en-US" smtClean="0">
                <a:solidFill>
                  <a:srgbClr val="00188F"/>
                </a:solidFill>
              </a:rPr>
              <a:pPr/>
              <a:t>‹#›</a:t>
            </a:fld>
            <a:endParaRPr lang="en-US">
              <a:solidFill>
                <a:srgbClr val="00188F"/>
              </a:solidFill>
            </a:endParaRPr>
          </a:p>
        </p:txBody>
      </p:sp>
      <p:sp>
        <p:nvSpPr>
          <p:cNvPr id="4" name="Title 3"/>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174451916"/>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7.xml"/><Relationship Id="rId13" Type="http://schemas.openxmlformats.org/officeDocument/2006/relationships/slideLayout" Target="../slideLayouts/slideLayout42.xml"/><Relationship Id="rId18" Type="http://schemas.openxmlformats.org/officeDocument/2006/relationships/slideLayout" Target="../slideLayouts/slideLayout47.xml"/><Relationship Id="rId3" Type="http://schemas.openxmlformats.org/officeDocument/2006/relationships/slideLayout" Target="../slideLayouts/slideLayout32.xml"/><Relationship Id="rId21" Type="http://schemas.openxmlformats.org/officeDocument/2006/relationships/image" Target="../media/image8.jpeg"/><Relationship Id="rId7" Type="http://schemas.openxmlformats.org/officeDocument/2006/relationships/slideLayout" Target="../slideLayouts/slideLayout36.xml"/><Relationship Id="rId12" Type="http://schemas.openxmlformats.org/officeDocument/2006/relationships/slideLayout" Target="../slideLayouts/slideLayout41.xml"/><Relationship Id="rId17" Type="http://schemas.openxmlformats.org/officeDocument/2006/relationships/slideLayout" Target="../slideLayouts/slideLayout46.xml"/><Relationship Id="rId2" Type="http://schemas.openxmlformats.org/officeDocument/2006/relationships/slideLayout" Target="../slideLayouts/slideLayout31.xml"/><Relationship Id="rId16" Type="http://schemas.openxmlformats.org/officeDocument/2006/relationships/slideLayout" Target="../slideLayouts/slideLayout45.xml"/><Relationship Id="rId20" Type="http://schemas.openxmlformats.org/officeDocument/2006/relationships/theme" Target="../theme/theme2.xml"/><Relationship Id="rId1" Type="http://schemas.openxmlformats.org/officeDocument/2006/relationships/slideLayout" Target="../slideLayouts/slideLayout30.xml"/><Relationship Id="rId6" Type="http://schemas.openxmlformats.org/officeDocument/2006/relationships/slideLayout" Target="../slideLayouts/slideLayout35.xml"/><Relationship Id="rId11" Type="http://schemas.openxmlformats.org/officeDocument/2006/relationships/slideLayout" Target="../slideLayouts/slideLayout40.xml"/><Relationship Id="rId5" Type="http://schemas.openxmlformats.org/officeDocument/2006/relationships/slideLayout" Target="../slideLayouts/slideLayout34.xml"/><Relationship Id="rId15" Type="http://schemas.openxmlformats.org/officeDocument/2006/relationships/slideLayout" Target="../slideLayouts/slideLayout44.xml"/><Relationship Id="rId10" Type="http://schemas.openxmlformats.org/officeDocument/2006/relationships/slideLayout" Target="../slideLayouts/slideLayout39.xml"/><Relationship Id="rId19" Type="http://schemas.openxmlformats.org/officeDocument/2006/relationships/slideLayout" Target="../slideLayouts/slideLayout48.xml"/><Relationship Id="rId4" Type="http://schemas.openxmlformats.org/officeDocument/2006/relationships/slideLayout" Target="../slideLayouts/slideLayout33.xml"/><Relationship Id="rId9" Type="http://schemas.openxmlformats.org/officeDocument/2006/relationships/slideLayout" Target="../slideLayouts/slideLayout38.xml"/><Relationship Id="rId14" Type="http://schemas.openxmlformats.org/officeDocument/2006/relationships/slideLayout" Target="../slideLayouts/slideLayout43.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56.xml"/><Relationship Id="rId3" Type="http://schemas.openxmlformats.org/officeDocument/2006/relationships/slideLayout" Target="../slideLayouts/slideLayout51.xml"/><Relationship Id="rId7" Type="http://schemas.openxmlformats.org/officeDocument/2006/relationships/slideLayout" Target="../slideLayouts/slideLayout55.xml"/><Relationship Id="rId2" Type="http://schemas.openxmlformats.org/officeDocument/2006/relationships/slideLayout" Target="../slideLayouts/slideLayout50.xml"/><Relationship Id="rId1" Type="http://schemas.openxmlformats.org/officeDocument/2006/relationships/slideLayout" Target="../slideLayouts/slideLayout49.xml"/><Relationship Id="rId6" Type="http://schemas.openxmlformats.org/officeDocument/2006/relationships/slideLayout" Target="../slideLayouts/slideLayout54.xml"/><Relationship Id="rId5" Type="http://schemas.openxmlformats.org/officeDocument/2006/relationships/slideLayout" Target="../slideLayouts/slideLayout53.xml"/><Relationship Id="rId10" Type="http://schemas.openxmlformats.org/officeDocument/2006/relationships/image" Target="../media/image15.png"/><Relationship Id="rId4" Type="http://schemas.openxmlformats.org/officeDocument/2006/relationships/slideLayout" Target="../slideLayouts/slideLayout52.xml"/><Relationship Id="rId9"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64.xml"/><Relationship Id="rId13" Type="http://schemas.openxmlformats.org/officeDocument/2006/relationships/slideLayout" Target="../slideLayouts/slideLayout69.xml"/><Relationship Id="rId3" Type="http://schemas.openxmlformats.org/officeDocument/2006/relationships/slideLayout" Target="../slideLayouts/slideLayout59.xml"/><Relationship Id="rId7" Type="http://schemas.openxmlformats.org/officeDocument/2006/relationships/slideLayout" Target="../slideLayouts/slideLayout63.xml"/><Relationship Id="rId12" Type="http://schemas.openxmlformats.org/officeDocument/2006/relationships/slideLayout" Target="../slideLayouts/slideLayout68.xml"/><Relationship Id="rId2" Type="http://schemas.openxmlformats.org/officeDocument/2006/relationships/slideLayout" Target="../slideLayouts/slideLayout58.xml"/><Relationship Id="rId1" Type="http://schemas.openxmlformats.org/officeDocument/2006/relationships/slideLayout" Target="../slideLayouts/slideLayout57.xml"/><Relationship Id="rId6" Type="http://schemas.openxmlformats.org/officeDocument/2006/relationships/slideLayout" Target="../slideLayouts/slideLayout62.xml"/><Relationship Id="rId11" Type="http://schemas.openxmlformats.org/officeDocument/2006/relationships/slideLayout" Target="../slideLayouts/slideLayout67.xml"/><Relationship Id="rId5" Type="http://schemas.openxmlformats.org/officeDocument/2006/relationships/slideLayout" Target="../slideLayouts/slideLayout61.xml"/><Relationship Id="rId10" Type="http://schemas.openxmlformats.org/officeDocument/2006/relationships/slideLayout" Target="../slideLayouts/slideLayout66.xml"/><Relationship Id="rId4" Type="http://schemas.openxmlformats.org/officeDocument/2006/relationships/slideLayout" Target="../slideLayouts/slideLayout60.xml"/><Relationship Id="rId9" Type="http://schemas.openxmlformats.org/officeDocument/2006/relationships/slideLayout" Target="../slideLayouts/slideLayout65.xml"/><Relationship Id="rId1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2"/>
        </a:solidFill>
        <a:effectLst/>
      </p:bgPr>
    </p:bg>
    <p:spTree>
      <p:nvGrpSpPr>
        <p:cNvPr id="1" name=""/>
        <p:cNvGrpSpPr/>
        <p:nvPr/>
      </p:nvGrpSpPr>
      <p:grpSpPr>
        <a:xfrm>
          <a:off x="0" y="0"/>
          <a:ext cx="0" cy="0"/>
          <a:chOff x="0" y="0"/>
          <a:chExt cx="0" cy="0"/>
        </a:xfrm>
      </p:grpSpPr>
      <p:sp>
        <p:nvSpPr>
          <p:cNvPr id="16" name="TextBox 15" hidden="1"/>
          <p:cNvSpPr txBox="1"/>
          <p:nvPr/>
        </p:nvSpPr>
        <p:spPr>
          <a:xfrm>
            <a:off x="1895476" y="4825328"/>
            <a:ext cx="649537" cy="124650"/>
          </a:xfrm>
          <a:prstGeom prst="rect">
            <a:avLst/>
          </a:prstGeom>
          <a:noFill/>
        </p:spPr>
        <p:txBody>
          <a:bodyPr wrap="square" lIns="0" tIns="0" rIns="0" bIns="0" rtlCol="0" anchor="ctr">
            <a:spAutoFit/>
          </a:bodyPr>
          <a:lstStyle/>
          <a:p>
            <a:pPr>
              <a:lnSpc>
                <a:spcPct val="90000"/>
              </a:lnSpc>
              <a:spcBef>
                <a:spcPts val="600"/>
              </a:spcBef>
              <a:spcAft>
                <a:spcPts val="0"/>
              </a:spcAft>
              <a:buClr>
                <a:schemeClr val="bg1"/>
              </a:buClr>
            </a:pPr>
            <a:fld id="{E00CF047-7350-4707-AA1A-E56FA69586CC}" type="datetime1">
              <a:rPr lang="en-US" sz="900" smtClean="0">
                <a:solidFill>
                  <a:schemeClr val="bg2">
                    <a:lumMod val="50000"/>
                    <a:lumOff val="50000"/>
                  </a:schemeClr>
                </a:solidFill>
                <a:latin typeface="+mn-lt"/>
              </a:rPr>
              <a:pPr>
                <a:lnSpc>
                  <a:spcPct val="90000"/>
                </a:lnSpc>
                <a:spcBef>
                  <a:spcPts val="600"/>
                </a:spcBef>
                <a:spcAft>
                  <a:spcPts val="0"/>
                </a:spcAft>
                <a:buClr>
                  <a:schemeClr val="bg1"/>
                </a:buClr>
              </a:pPr>
              <a:t>1/30/2017</a:t>
            </a:fld>
            <a:endParaRPr lang="en-US" sz="900" dirty="0">
              <a:solidFill>
                <a:schemeClr val="bg2">
                  <a:lumMod val="50000"/>
                  <a:lumOff val="50000"/>
                </a:schemeClr>
              </a:solidFill>
              <a:latin typeface="+mn-lt"/>
            </a:endParaRPr>
          </a:p>
        </p:txBody>
      </p:sp>
      <p:sp>
        <p:nvSpPr>
          <p:cNvPr id="13" name="TextBox 12" hidden="1"/>
          <p:cNvSpPr txBox="1"/>
          <p:nvPr/>
        </p:nvSpPr>
        <p:spPr>
          <a:xfrm>
            <a:off x="1895476" y="4825328"/>
            <a:ext cx="649537" cy="124650"/>
          </a:xfrm>
          <a:prstGeom prst="rect">
            <a:avLst/>
          </a:prstGeom>
          <a:noFill/>
        </p:spPr>
        <p:txBody>
          <a:bodyPr wrap="square" lIns="0" tIns="0" rIns="0" bIns="0" rtlCol="0" anchor="ctr">
            <a:spAutoFit/>
          </a:bodyPr>
          <a:lstStyle/>
          <a:p>
            <a:pPr>
              <a:lnSpc>
                <a:spcPct val="90000"/>
              </a:lnSpc>
              <a:spcBef>
                <a:spcPts val="600"/>
              </a:spcBef>
              <a:spcAft>
                <a:spcPts val="0"/>
              </a:spcAft>
              <a:buClr>
                <a:schemeClr val="bg1"/>
              </a:buClr>
            </a:pPr>
            <a:fld id="{E00CF047-7350-4707-AA1A-E56FA69586CC}" type="datetime1">
              <a:rPr lang="en-US" sz="900" smtClean="0">
                <a:solidFill>
                  <a:schemeClr val="bg2">
                    <a:lumMod val="50000"/>
                    <a:lumOff val="50000"/>
                  </a:schemeClr>
                </a:solidFill>
                <a:latin typeface="+mn-lt"/>
              </a:rPr>
              <a:pPr>
                <a:lnSpc>
                  <a:spcPct val="90000"/>
                </a:lnSpc>
                <a:spcBef>
                  <a:spcPts val="600"/>
                </a:spcBef>
                <a:spcAft>
                  <a:spcPts val="0"/>
                </a:spcAft>
                <a:buClr>
                  <a:schemeClr val="bg1"/>
                </a:buClr>
              </a:pPr>
              <a:t>1/30/2017</a:t>
            </a:fld>
            <a:endParaRPr lang="en-US" sz="900" dirty="0">
              <a:solidFill>
                <a:schemeClr val="bg2">
                  <a:lumMod val="50000"/>
                  <a:lumOff val="50000"/>
                </a:schemeClr>
              </a:solidFill>
              <a:latin typeface="+mn-lt"/>
            </a:endParaRPr>
          </a:p>
        </p:txBody>
      </p:sp>
      <p:sp>
        <p:nvSpPr>
          <p:cNvPr id="15" name="fl" descr="                              Dell - Internal Use - Confidential&#10;"/>
          <p:cNvSpPr txBox="1"/>
          <p:nvPr/>
        </p:nvSpPr>
        <p:spPr>
          <a:xfrm>
            <a:off x="576263" y="5006975"/>
            <a:ext cx="899247" cy="84639"/>
          </a:xfrm>
          <a:prstGeom prst="rect">
            <a:avLst/>
          </a:prstGeom>
          <a:noFill/>
        </p:spPr>
        <p:txBody>
          <a:bodyPr vert="horz" wrap="none" lIns="0" tIns="0" rIns="0" bIns="0" rtlCol="0" anchor="ctr" anchorCtr="0">
            <a:spAutoFit/>
          </a:bodyPr>
          <a:lstStyle/>
          <a:p>
            <a:pPr marL="0" marR="0" indent="0" algn="l" defTabSz="914400" rtl="0" eaLnBrk="1" fontAlgn="base" latinLnBrk="0" hangingPunct="1">
              <a:lnSpc>
                <a:spcPct val="90000"/>
              </a:lnSpc>
              <a:spcBef>
                <a:spcPts val="100"/>
              </a:spcBef>
              <a:spcAft>
                <a:spcPts val="100"/>
              </a:spcAft>
              <a:buClrTx/>
              <a:buSzTx/>
              <a:buFontTx/>
              <a:buNone/>
              <a:tabLst/>
              <a:defRPr/>
            </a:pPr>
            <a:r>
              <a:rPr lang="en-US" sz="600" b="0" i="0" u="none" baseline="0" dirty="0">
                <a:solidFill>
                  <a:srgbClr val="7F7F7F"/>
                </a:solidFill>
                <a:latin typeface="+mn-lt"/>
              </a:rPr>
              <a:t>© Copyright 2016 Dell Inc.</a:t>
            </a:r>
          </a:p>
        </p:txBody>
      </p:sp>
      <p:sp>
        <p:nvSpPr>
          <p:cNvPr id="20" name="TextBox 19"/>
          <p:cNvSpPr txBox="1"/>
          <p:nvPr/>
        </p:nvSpPr>
        <p:spPr>
          <a:xfrm>
            <a:off x="276035" y="5006975"/>
            <a:ext cx="94039" cy="84639"/>
          </a:xfrm>
          <a:prstGeom prst="rect">
            <a:avLst/>
          </a:prstGeom>
        </p:spPr>
        <p:txBody>
          <a:bodyPr vert="horz" wrap="none" lIns="0" tIns="0" rIns="0" bIns="0" rtlCol="0" anchor="ctr" anchorCtr="0">
            <a:spAutoFit/>
          </a:bodyPr>
          <a:lstStyle/>
          <a:p>
            <a:pPr algn="l" rtl="0" fontAlgn="base">
              <a:lnSpc>
                <a:spcPct val="90000"/>
              </a:lnSpc>
              <a:spcBef>
                <a:spcPct val="0"/>
              </a:spcBef>
              <a:spcAft>
                <a:spcPct val="0"/>
              </a:spcAft>
              <a:buClr>
                <a:schemeClr val="bg1"/>
              </a:buClr>
            </a:pPr>
            <a:fld id="{58EC7406-F4CC-4ABF-902E-2AF4E70E5C0F}" type="slidenum">
              <a:rPr lang="en-US" sz="600" b="0" kern="1200" smtClean="0">
                <a:solidFill>
                  <a:schemeClr val="bg2">
                    <a:lumMod val="50000"/>
                    <a:lumOff val="50000"/>
                  </a:schemeClr>
                </a:solidFill>
                <a:latin typeface="+mn-lt"/>
                <a:ea typeface="+mn-ea"/>
                <a:cs typeface="+mn-cs"/>
              </a:rPr>
              <a:pPr algn="l" rtl="0" fontAlgn="base">
                <a:lnSpc>
                  <a:spcPct val="90000"/>
                </a:lnSpc>
                <a:spcBef>
                  <a:spcPct val="0"/>
                </a:spcBef>
                <a:spcAft>
                  <a:spcPct val="0"/>
                </a:spcAft>
                <a:buClr>
                  <a:schemeClr val="bg1"/>
                </a:buClr>
              </a:pPr>
              <a:t>‹#›</a:t>
            </a:fld>
            <a:endParaRPr lang="en-US" sz="600" b="0" kern="1200" dirty="0" err="1">
              <a:solidFill>
                <a:schemeClr val="bg2">
                  <a:lumMod val="50000"/>
                  <a:lumOff val="50000"/>
                </a:schemeClr>
              </a:solidFill>
              <a:latin typeface="+mn-lt"/>
              <a:ea typeface="+mn-ea"/>
              <a:cs typeface="+mn-cs"/>
            </a:endParaRPr>
          </a:p>
        </p:txBody>
      </p:sp>
      <p:pic>
        <p:nvPicPr>
          <p:cNvPr id="10" name="Picture 9"/>
          <p:cNvPicPr>
            <a:picLocks noChangeAspect="1"/>
          </p:cNvPicPr>
          <p:nvPr/>
        </p:nvPicPr>
        <p:blipFill>
          <a:blip r:embed="rId31" cstate="print">
            <a:extLst>
              <a:ext uri="{28A0092B-C50C-407E-A947-70E740481C1C}">
                <a14:useLocalDpi xmlns:a14="http://schemas.microsoft.com/office/drawing/2010/main" val="0"/>
              </a:ext>
            </a:extLst>
          </a:blip>
          <a:stretch>
            <a:fillRect/>
          </a:stretch>
        </p:blipFill>
        <p:spPr>
          <a:xfrm>
            <a:off x="8201289" y="4838853"/>
            <a:ext cx="675370" cy="120065"/>
          </a:xfrm>
          <a:prstGeom prst="rect">
            <a:avLst/>
          </a:prstGeom>
        </p:spPr>
      </p:pic>
    </p:spTree>
    <p:extLst>
      <p:ext uri="{BB962C8B-B14F-4D97-AF65-F5344CB8AC3E}">
        <p14:creationId xmlns:p14="http://schemas.microsoft.com/office/powerpoint/2010/main" val="2209482782"/>
      </p:ext>
    </p:extLst>
  </p:cSld>
  <p:clrMap bg1="dk2" tx1="lt1" bg2="dk1" tx2="lt2" accent1="accent1" accent2="accent2" accent3="accent3" accent4="accent4" accent5="accent5" accent6="accent6" hlink="hlink" folHlink="folHlink"/>
  <p:sldLayoutIdLst>
    <p:sldLayoutId id="2147484427" r:id="rId1"/>
    <p:sldLayoutId id="2147484431" r:id="rId2"/>
    <p:sldLayoutId id="2147484432" r:id="rId3"/>
    <p:sldLayoutId id="2147484422" r:id="rId4"/>
    <p:sldLayoutId id="2147484400" r:id="rId5"/>
    <p:sldLayoutId id="2147484405" r:id="rId6"/>
    <p:sldLayoutId id="2147484436" r:id="rId7"/>
    <p:sldLayoutId id="2147484437" r:id="rId8"/>
    <p:sldLayoutId id="2147484438" r:id="rId9"/>
    <p:sldLayoutId id="2147484457" r:id="rId10"/>
    <p:sldLayoutId id="2147484439" r:id="rId11"/>
    <p:sldLayoutId id="2147484440" r:id="rId12"/>
    <p:sldLayoutId id="2147484441" r:id="rId13"/>
    <p:sldLayoutId id="2147484442" r:id="rId14"/>
    <p:sldLayoutId id="2147484443" r:id="rId15"/>
    <p:sldLayoutId id="2147484444" r:id="rId16"/>
    <p:sldLayoutId id="2147484407" r:id="rId17"/>
    <p:sldLayoutId id="2147484433" r:id="rId18"/>
    <p:sldLayoutId id="2147484434" r:id="rId19"/>
    <p:sldLayoutId id="2147484425" r:id="rId20"/>
    <p:sldLayoutId id="2147484424" r:id="rId21"/>
    <p:sldLayoutId id="2147484450" r:id="rId22"/>
    <p:sldLayoutId id="2147484423" r:id="rId23"/>
    <p:sldLayoutId id="2147484428" r:id="rId24"/>
    <p:sldLayoutId id="2147484429" r:id="rId25"/>
    <p:sldLayoutId id="2147484448" r:id="rId26"/>
    <p:sldLayoutId id="2147484430" r:id="rId27"/>
    <p:sldLayoutId id="2147484446" r:id="rId28"/>
    <p:sldLayoutId id="2147484478" r:id="rId29"/>
  </p:sldLayoutIdLst>
  <p:transition spd="med">
    <p:wipe dir="r"/>
  </p:transition>
  <p:hf hdr="0" ftr="0" dt="0"/>
  <p:txStyles>
    <p:titleStyle>
      <a:lvl1pPr algn="l" rtl="0" eaLnBrk="1" fontAlgn="base" hangingPunct="1">
        <a:lnSpc>
          <a:spcPct val="90000"/>
        </a:lnSpc>
        <a:spcBef>
          <a:spcPct val="0"/>
        </a:spcBef>
        <a:spcAft>
          <a:spcPct val="0"/>
        </a:spcAft>
        <a:defRPr sz="2800" b="0" cap="none" baseline="0">
          <a:solidFill>
            <a:schemeClr val="bg1"/>
          </a:solidFill>
          <a:latin typeface="+mj-lt"/>
          <a:ea typeface="Museo Sans For Dell" panose="02000000000000000000" pitchFamily="2" charset="0"/>
          <a:cs typeface="+mj-cs"/>
        </a:defRPr>
      </a:lvl1pPr>
      <a:lvl2pPr algn="l" rtl="0" eaLnBrk="1" fontAlgn="base" hangingPunct="1">
        <a:lnSpc>
          <a:spcPct val="80000"/>
        </a:lnSpc>
        <a:spcBef>
          <a:spcPct val="0"/>
        </a:spcBef>
        <a:spcAft>
          <a:spcPct val="0"/>
        </a:spcAft>
        <a:defRPr sz="3200" b="1">
          <a:solidFill>
            <a:schemeClr val="accent1"/>
          </a:solidFill>
          <a:latin typeface="Arial Black" pitchFamily="34" charset="0"/>
        </a:defRPr>
      </a:lvl2pPr>
      <a:lvl3pPr algn="l" rtl="0" eaLnBrk="1" fontAlgn="base" hangingPunct="1">
        <a:lnSpc>
          <a:spcPct val="80000"/>
        </a:lnSpc>
        <a:spcBef>
          <a:spcPct val="0"/>
        </a:spcBef>
        <a:spcAft>
          <a:spcPct val="0"/>
        </a:spcAft>
        <a:defRPr sz="3200" b="1">
          <a:solidFill>
            <a:schemeClr val="accent1"/>
          </a:solidFill>
          <a:latin typeface="Arial Black" pitchFamily="34" charset="0"/>
        </a:defRPr>
      </a:lvl3pPr>
      <a:lvl4pPr algn="l" rtl="0" eaLnBrk="1" fontAlgn="base" hangingPunct="1">
        <a:lnSpc>
          <a:spcPct val="80000"/>
        </a:lnSpc>
        <a:spcBef>
          <a:spcPct val="0"/>
        </a:spcBef>
        <a:spcAft>
          <a:spcPct val="0"/>
        </a:spcAft>
        <a:defRPr sz="3200" b="1">
          <a:solidFill>
            <a:schemeClr val="accent1"/>
          </a:solidFill>
          <a:latin typeface="Arial Black" pitchFamily="34" charset="0"/>
        </a:defRPr>
      </a:lvl4pPr>
      <a:lvl5pPr algn="l" rtl="0" eaLnBrk="1" fontAlgn="base" hangingPunct="1">
        <a:lnSpc>
          <a:spcPct val="80000"/>
        </a:lnSpc>
        <a:spcBef>
          <a:spcPct val="0"/>
        </a:spcBef>
        <a:spcAft>
          <a:spcPct val="0"/>
        </a:spcAft>
        <a:defRPr sz="3200" b="1">
          <a:solidFill>
            <a:schemeClr val="accent1"/>
          </a:solidFill>
          <a:latin typeface="Arial Black" pitchFamily="34" charset="0"/>
        </a:defRPr>
      </a:lvl5pPr>
      <a:lvl6pPr marL="457200" algn="l" rtl="0" eaLnBrk="1" fontAlgn="base" hangingPunct="1">
        <a:lnSpc>
          <a:spcPct val="70000"/>
        </a:lnSpc>
        <a:spcBef>
          <a:spcPct val="0"/>
        </a:spcBef>
        <a:spcAft>
          <a:spcPct val="0"/>
        </a:spcAft>
        <a:defRPr sz="4400" b="1">
          <a:solidFill>
            <a:schemeClr val="accent1"/>
          </a:solidFill>
          <a:latin typeface="Arial Black" pitchFamily="34" charset="0"/>
        </a:defRPr>
      </a:lvl6pPr>
      <a:lvl7pPr marL="914400" algn="l" rtl="0" eaLnBrk="1" fontAlgn="base" hangingPunct="1">
        <a:lnSpc>
          <a:spcPct val="70000"/>
        </a:lnSpc>
        <a:spcBef>
          <a:spcPct val="0"/>
        </a:spcBef>
        <a:spcAft>
          <a:spcPct val="0"/>
        </a:spcAft>
        <a:defRPr sz="4400" b="1">
          <a:solidFill>
            <a:schemeClr val="accent1"/>
          </a:solidFill>
          <a:latin typeface="Arial Black" pitchFamily="34" charset="0"/>
        </a:defRPr>
      </a:lvl7pPr>
      <a:lvl8pPr marL="1371600" algn="l" rtl="0" eaLnBrk="1" fontAlgn="base" hangingPunct="1">
        <a:lnSpc>
          <a:spcPct val="70000"/>
        </a:lnSpc>
        <a:spcBef>
          <a:spcPct val="0"/>
        </a:spcBef>
        <a:spcAft>
          <a:spcPct val="0"/>
        </a:spcAft>
        <a:defRPr sz="4400" b="1">
          <a:solidFill>
            <a:schemeClr val="accent1"/>
          </a:solidFill>
          <a:latin typeface="Arial Black" pitchFamily="34" charset="0"/>
        </a:defRPr>
      </a:lvl8pPr>
      <a:lvl9pPr marL="1828800" algn="l" rtl="0" eaLnBrk="1" fontAlgn="base" hangingPunct="1">
        <a:lnSpc>
          <a:spcPct val="70000"/>
        </a:lnSpc>
        <a:spcBef>
          <a:spcPct val="0"/>
        </a:spcBef>
        <a:spcAft>
          <a:spcPct val="0"/>
        </a:spcAft>
        <a:defRPr sz="4400" b="1">
          <a:solidFill>
            <a:schemeClr val="accent1"/>
          </a:solidFill>
          <a:latin typeface="Arial Black" pitchFamily="34" charset="0"/>
        </a:defRPr>
      </a:lvl9pPr>
    </p:titleStyle>
    <p:bodyStyle>
      <a:lvl1pPr marL="228600" indent="-228600" algn="l" rtl="0" eaLnBrk="1" fontAlgn="base" hangingPunct="1">
        <a:lnSpc>
          <a:spcPct val="100000"/>
        </a:lnSpc>
        <a:spcBef>
          <a:spcPts val="1200"/>
        </a:spcBef>
        <a:spcAft>
          <a:spcPts val="0"/>
        </a:spcAft>
        <a:buClr>
          <a:srgbClr val="AAAAAA"/>
        </a:buClr>
        <a:buFont typeface="Arial" pitchFamily="34" charset="0"/>
        <a:buChar char="•"/>
        <a:defRPr sz="1400">
          <a:solidFill>
            <a:srgbClr val="000000"/>
          </a:solidFill>
          <a:latin typeface="+mj-lt"/>
          <a:ea typeface="Museo Sans For Dell" pitchFamily="2" charset="0"/>
          <a:cs typeface="+mn-cs"/>
        </a:defRPr>
      </a:lvl1pPr>
      <a:lvl2pPr marL="574675" indent="-233363" algn="l" rtl="0" eaLnBrk="1" fontAlgn="base" hangingPunct="1">
        <a:lnSpc>
          <a:spcPct val="100000"/>
        </a:lnSpc>
        <a:spcBef>
          <a:spcPts val="300"/>
        </a:spcBef>
        <a:spcAft>
          <a:spcPts val="0"/>
        </a:spcAft>
        <a:buClr>
          <a:srgbClr val="AAAAAA"/>
        </a:buClr>
        <a:buFont typeface="Museo Sans For Dell" pitchFamily="2" charset="0"/>
        <a:buChar char="–"/>
        <a:defRPr sz="1200" baseline="0">
          <a:solidFill>
            <a:srgbClr val="000000"/>
          </a:solidFill>
          <a:latin typeface="+mj-lt"/>
          <a:ea typeface="Museo Sans For Dell" pitchFamily="2" charset="0"/>
        </a:defRPr>
      </a:lvl2pPr>
      <a:lvl3pPr marL="909638" indent="-220663" algn="l" rtl="0" eaLnBrk="1" fontAlgn="base" hangingPunct="1">
        <a:lnSpc>
          <a:spcPct val="100000"/>
        </a:lnSpc>
        <a:spcBef>
          <a:spcPts val="300"/>
        </a:spcBef>
        <a:spcAft>
          <a:spcPts val="0"/>
        </a:spcAft>
        <a:buClr>
          <a:srgbClr val="AAAAAA"/>
        </a:buClr>
        <a:buFont typeface="Museo Sans For Dell" pitchFamily="2" charset="0"/>
        <a:buChar char="›"/>
        <a:defRPr sz="1000" baseline="0">
          <a:solidFill>
            <a:srgbClr val="000000"/>
          </a:solidFill>
          <a:latin typeface="+mj-lt"/>
          <a:ea typeface="Museo Sans For Dell" pitchFamily="2" charset="0"/>
        </a:defRPr>
      </a:lvl3pPr>
      <a:lvl4pPr marL="1246188" indent="-222250" algn="l" rtl="0" eaLnBrk="1" fontAlgn="base" hangingPunct="1">
        <a:lnSpc>
          <a:spcPct val="90000"/>
        </a:lnSpc>
        <a:spcBef>
          <a:spcPts val="300"/>
        </a:spcBef>
        <a:spcAft>
          <a:spcPts val="0"/>
        </a:spcAft>
        <a:buClr>
          <a:srgbClr val="AAAAAA"/>
        </a:buClr>
        <a:buFont typeface="Courier New" panose="02070309020205020404" pitchFamily="49" charset="0"/>
        <a:buChar char="o"/>
        <a:defRPr sz="1000" baseline="0">
          <a:solidFill>
            <a:srgbClr val="000000"/>
          </a:solidFill>
          <a:latin typeface="+mj-lt"/>
          <a:ea typeface="Museo Sans For Dell" pitchFamily="2" charset="0"/>
        </a:defRPr>
      </a:lvl4pPr>
      <a:lvl5pPr marL="1608138" indent="-236538" algn="l" rtl="0" eaLnBrk="1" fontAlgn="base" hangingPunct="1">
        <a:lnSpc>
          <a:spcPct val="90000"/>
        </a:lnSpc>
        <a:spcBef>
          <a:spcPts val="800"/>
        </a:spcBef>
        <a:spcAft>
          <a:spcPct val="0"/>
        </a:spcAft>
        <a:buClr>
          <a:schemeClr val="bg1"/>
        </a:buClr>
        <a:buFont typeface="Museo For Dell 300" pitchFamily="50" charset="0"/>
        <a:buChar char="–"/>
        <a:defRPr sz="1800">
          <a:solidFill>
            <a:schemeClr val="bg2"/>
          </a:solidFill>
          <a:latin typeface="Museo Sans For Dell" pitchFamily="2" charset="0"/>
          <a:ea typeface="Museo Sans For Dell" pitchFamily="2" charset="0"/>
        </a:defRPr>
      </a:lvl5pPr>
      <a:lvl6pPr marL="2065338" indent="-236538" algn="l" rtl="0" eaLnBrk="1" fontAlgn="base" hangingPunct="1">
        <a:lnSpc>
          <a:spcPct val="95000"/>
        </a:lnSpc>
        <a:spcBef>
          <a:spcPct val="30000"/>
        </a:spcBef>
        <a:spcAft>
          <a:spcPct val="0"/>
        </a:spcAft>
        <a:buClr>
          <a:schemeClr val="accent1"/>
        </a:buClr>
        <a:buFont typeface="Arial" charset="0"/>
        <a:buChar char="–"/>
        <a:defRPr sz="1600">
          <a:solidFill>
            <a:schemeClr val="accent1"/>
          </a:solidFill>
          <a:latin typeface="+mn-lt"/>
        </a:defRPr>
      </a:lvl6pPr>
      <a:lvl7pPr marL="2522538" indent="-236538" algn="l" rtl="0" eaLnBrk="1" fontAlgn="base" hangingPunct="1">
        <a:lnSpc>
          <a:spcPct val="95000"/>
        </a:lnSpc>
        <a:spcBef>
          <a:spcPct val="30000"/>
        </a:spcBef>
        <a:spcAft>
          <a:spcPct val="0"/>
        </a:spcAft>
        <a:buClr>
          <a:schemeClr val="accent1"/>
        </a:buClr>
        <a:buFont typeface="Arial" charset="0"/>
        <a:buChar char="–"/>
        <a:defRPr sz="1600">
          <a:solidFill>
            <a:schemeClr val="accent1"/>
          </a:solidFill>
          <a:latin typeface="+mn-lt"/>
        </a:defRPr>
      </a:lvl7pPr>
      <a:lvl8pPr marL="2979738" indent="-236538" algn="l" rtl="0" eaLnBrk="1" fontAlgn="base" hangingPunct="1">
        <a:lnSpc>
          <a:spcPct val="95000"/>
        </a:lnSpc>
        <a:spcBef>
          <a:spcPct val="30000"/>
        </a:spcBef>
        <a:spcAft>
          <a:spcPct val="0"/>
        </a:spcAft>
        <a:buClr>
          <a:schemeClr val="accent1"/>
        </a:buClr>
        <a:buFont typeface="Arial" charset="0"/>
        <a:buChar char="–"/>
        <a:defRPr sz="1600">
          <a:solidFill>
            <a:schemeClr val="accent1"/>
          </a:solidFill>
          <a:latin typeface="+mn-lt"/>
        </a:defRPr>
      </a:lvl8pPr>
      <a:lvl9pPr marL="3436938" indent="-236538" algn="l" rtl="0" eaLnBrk="1" fontAlgn="base" hangingPunct="1">
        <a:lnSpc>
          <a:spcPct val="95000"/>
        </a:lnSpc>
        <a:spcBef>
          <a:spcPct val="30000"/>
        </a:spcBef>
        <a:spcAft>
          <a:spcPct val="0"/>
        </a:spcAft>
        <a:buClr>
          <a:schemeClr val="accent1"/>
        </a:buClr>
        <a:buFont typeface="Arial" charset="0"/>
        <a:buChar char="–"/>
        <a:defRPr sz="1600">
          <a:solidFill>
            <a:schemeClr val="accent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3084" userDrawn="1">
          <p15:clr>
            <a:srgbClr val="F26B43"/>
          </p15:clr>
        </p15:guide>
        <p15:guide id="2" pos="288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 name="TextBox 9"/>
          <p:cNvSpPr txBox="1"/>
          <p:nvPr/>
        </p:nvSpPr>
        <p:spPr>
          <a:xfrm>
            <a:off x="8801100" y="503304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algn="r" defTabSz="457200"/>
            <a:fld id="{61F684CE-B7BB-4223-BA2B-B47808B845F1}" type="slidenum">
              <a:rPr lang="en-US" smtClean="0">
                <a:solidFill>
                  <a:srgbClr val="717074"/>
                </a:solidFill>
                <a:latin typeface="Verdana"/>
              </a:rPr>
              <a:pPr algn="r" defTabSz="457200"/>
              <a:t>‹#›</a:t>
            </a:fld>
            <a:endParaRPr lang="en-US" dirty="0">
              <a:solidFill>
                <a:srgbClr val="717074"/>
              </a:solidFill>
              <a:latin typeface="Verdana"/>
            </a:endParaRPr>
          </a:p>
        </p:txBody>
      </p:sp>
      <p:sp>
        <p:nvSpPr>
          <p:cNvPr id="17" name="TextBox 16"/>
          <p:cNvSpPr txBox="1"/>
          <p:nvPr/>
        </p:nvSpPr>
        <p:spPr bwMode="gray">
          <a:xfrm>
            <a:off x="366714" y="5033041"/>
            <a:ext cx="2213008" cy="92333"/>
          </a:xfrm>
          <a:prstGeom prst="rect">
            <a:avLst/>
          </a:prstGeom>
          <a:noFill/>
        </p:spPr>
        <p:txBody>
          <a:bodyPr wrap="none" lIns="0" tIns="0" rIns="0" bIns="0" rtlCol="0">
            <a:spAutoFit/>
          </a:bodyPr>
          <a:lstStyle/>
          <a:p>
            <a:pPr fontAlgn="auto">
              <a:spcBef>
                <a:spcPts val="0"/>
              </a:spcBef>
              <a:spcAft>
                <a:spcPts val="0"/>
              </a:spcAft>
              <a:defRPr/>
            </a:pPr>
            <a:r>
              <a:rPr lang="en-US" sz="600" dirty="0">
                <a:solidFill>
                  <a:srgbClr val="717074"/>
                </a:solidFill>
                <a:latin typeface="Verdana"/>
              </a:rPr>
              <a:t>© Copyright 2015 EMC Corporation. All rights reserved.</a:t>
            </a:r>
          </a:p>
        </p:txBody>
      </p:sp>
      <p:pic>
        <p:nvPicPr>
          <p:cNvPr id="2" name="Picture 1" descr="EMC-Tab-RGB.jpg"/>
          <p:cNvPicPr>
            <a:picLocks noChangeAspect="1"/>
          </p:cNvPicPr>
          <p:nvPr userDrawn="1"/>
        </p:nvPicPr>
        <p:blipFill>
          <a:blip r:embed="rId21" cstate="print">
            <a:extLst>
              <a:ext uri="{28A0092B-C50C-407E-A947-70E740481C1C}">
                <a14:useLocalDpi xmlns:a14="http://schemas.microsoft.com/office/drawing/2010/main" val="0"/>
              </a:ext>
            </a:extLst>
          </a:blip>
          <a:stretch>
            <a:fillRect/>
          </a:stretch>
        </p:blipFill>
        <p:spPr>
          <a:xfrm>
            <a:off x="7847013" y="4616846"/>
            <a:ext cx="612648" cy="533004"/>
          </a:xfrm>
          <a:prstGeom prst="rect">
            <a:avLst/>
          </a:prstGeom>
        </p:spPr>
      </p:pic>
    </p:spTree>
    <p:extLst>
      <p:ext uri="{BB962C8B-B14F-4D97-AF65-F5344CB8AC3E}">
        <p14:creationId xmlns:p14="http://schemas.microsoft.com/office/powerpoint/2010/main" val="2628831898"/>
      </p:ext>
    </p:extLst>
  </p:cSld>
  <p:clrMap bg1="lt1" tx1="dk1" bg2="lt2" tx2="dk2" accent1="accent1" accent2="accent2" accent3="accent3" accent4="accent4" accent5="accent5" accent6="accent6" hlink="hlink" folHlink="folHlink"/>
  <p:sldLayoutIdLst>
    <p:sldLayoutId id="2147484459" r:id="rId1"/>
    <p:sldLayoutId id="2147484460" r:id="rId2"/>
    <p:sldLayoutId id="2147484461" r:id="rId3"/>
    <p:sldLayoutId id="2147484462" r:id="rId4"/>
    <p:sldLayoutId id="2147484463" r:id="rId5"/>
    <p:sldLayoutId id="2147484464" r:id="rId6"/>
    <p:sldLayoutId id="2147484465" r:id="rId7"/>
    <p:sldLayoutId id="2147484466" r:id="rId8"/>
    <p:sldLayoutId id="2147484467" r:id="rId9"/>
    <p:sldLayoutId id="2147484468" r:id="rId10"/>
    <p:sldLayoutId id="2147484469" r:id="rId11"/>
    <p:sldLayoutId id="2147484470" r:id="rId12"/>
    <p:sldLayoutId id="2147484471" r:id="rId13"/>
    <p:sldLayoutId id="2147484472" r:id="rId14"/>
    <p:sldLayoutId id="2147484473" r:id="rId15"/>
    <p:sldLayoutId id="2147484474" r:id="rId16"/>
    <p:sldLayoutId id="2147484475" r:id="rId17"/>
    <p:sldLayoutId id="2147484476" r:id="rId18"/>
    <p:sldLayoutId id="2147484477" r:id="rId19"/>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01930" y="217133"/>
            <a:ext cx="8741880" cy="674749"/>
          </a:xfrm>
          <a:prstGeom prst="rect">
            <a:avLst/>
          </a:prstGeom>
        </p:spPr>
        <p:txBody>
          <a:bodyPr vert="horz" wrap="square" lIns="146304" tIns="91440" rIns="146304" bIns="91440" rtlCol="0" anchor="t">
            <a:noAutofit/>
          </a:bodyPr>
          <a:lstStyle/>
          <a:p>
            <a:r>
              <a:rPr lang="en-US"/>
              <a:t>Click to edit Master title style</a:t>
            </a:r>
            <a:endParaRPr lang="en-US" dirty="0"/>
          </a:p>
        </p:txBody>
      </p:sp>
      <p:sp>
        <p:nvSpPr>
          <p:cNvPr id="4" name="Text Placeholder 3"/>
          <p:cNvSpPr>
            <a:spLocks noGrp="1"/>
          </p:cNvSpPr>
          <p:nvPr>
            <p:ph type="body" idx="1"/>
          </p:nvPr>
        </p:nvSpPr>
        <p:spPr>
          <a:xfrm>
            <a:off x="201931" y="891883"/>
            <a:ext cx="8740140" cy="1587999"/>
          </a:xfrm>
          <a:prstGeom prst="rect">
            <a:avLst/>
          </a:prstGeom>
        </p:spPr>
        <p:txBody>
          <a:bodyPr vert="horz" wrap="square" lIns="146304" tIns="91440" rIns="146304" bIns="91440" rtlCol="0">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7" name="Picture 6"/>
          <p:cNvPicPr>
            <a:picLocks noChangeAspect="1"/>
          </p:cNvPicPr>
          <p:nvPr userDrawn="1"/>
        </p:nvPicPr>
        <p:blipFill>
          <a:blip r:embed="rId10" cstate="email">
            <a:extLst>
              <a:ext uri="{28A0092B-C50C-407E-A947-70E740481C1C}">
                <a14:useLocalDpi xmlns:a14="http://schemas.microsoft.com/office/drawing/2010/main"/>
              </a:ext>
            </a:extLst>
          </a:blip>
          <a:stretch>
            <a:fillRect/>
          </a:stretch>
        </p:blipFill>
        <p:spPr>
          <a:xfrm rot="5400000">
            <a:off x="6906561" y="2243274"/>
            <a:ext cx="5143967" cy="657418"/>
          </a:xfrm>
          <a:prstGeom prst="rect">
            <a:avLst/>
          </a:prstGeom>
        </p:spPr>
      </p:pic>
    </p:spTree>
    <p:extLst>
      <p:ext uri="{BB962C8B-B14F-4D97-AF65-F5344CB8AC3E}">
        <p14:creationId xmlns:p14="http://schemas.microsoft.com/office/powerpoint/2010/main" val="2456066438"/>
      </p:ext>
    </p:extLst>
  </p:cSld>
  <p:clrMap bg1="dk1" tx1="lt1" bg2="dk2" tx2="lt2" accent1="accent1" accent2="accent2" accent3="accent3" accent4="accent4" accent5="accent5" accent6="accent6" hlink="hlink" folHlink="folHlink"/>
  <p:sldLayoutIdLst>
    <p:sldLayoutId id="2147484480" r:id="rId1"/>
    <p:sldLayoutId id="2147484481" r:id="rId2"/>
    <p:sldLayoutId id="2147484482" r:id="rId3"/>
    <p:sldLayoutId id="2147484483" r:id="rId4"/>
    <p:sldLayoutId id="2147484484" r:id="rId5"/>
    <p:sldLayoutId id="2147484485" r:id="rId6"/>
    <p:sldLayoutId id="2147484486" r:id="rId7"/>
    <p:sldLayoutId id="2147484487" r:id="rId8"/>
  </p:sldLayoutIdLst>
  <p:transition>
    <p:fade/>
  </p:transition>
  <p:txStyles>
    <p:titleStyle>
      <a:lvl1pPr algn="l" defTabSz="685845" rtl="0" eaLnBrk="1" latinLnBrk="0" hangingPunct="1">
        <a:lnSpc>
          <a:spcPct val="90000"/>
        </a:lnSpc>
        <a:spcBef>
          <a:spcPct val="0"/>
        </a:spcBef>
        <a:buNone/>
        <a:defRPr lang="en-US" sz="3529" b="0" kern="1200" cap="none" spc="-75"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p:titleStyle>
    <p:bodyStyle>
      <a:lvl1pPr marL="252134" marR="0" indent="-252134" algn="l" defTabSz="685845" rtl="0" eaLnBrk="1" fontAlgn="auto" latinLnBrk="0" hangingPunct="1">
        <a:lnSpc>
          <a:spcPct val="90000"/>
        </a:lnSpc>
        <a:spcBef>
          <a:spcPct val="20000"/>
        </a:spcBef>
        <a:spcAft>
          <a:spcPts val="0"/>
        </a:spcAft>
        <a:buClrTx/>
        <a:buSzPct val="90000"/>
        <a:buFont typeface="Arial" pitchFamily="34" charset="0"/>
        <a:buChar char="•"/>
        <a:tabLst/>
        <a:defRPr sz="2941" kern="1200" spc="0" baseline="0">
          <a:gradFill>
            <a:gsLst>
              <a:gs pos="1250">
                <a:schemeClr val="tx1"/>
              </a:gs>
              <a:gs pos="100000">
                <a:schemeClr val="tx1"/>
              </a:gs>
            </a:gsLst>
            <a:lin ang="5400000" scaled="0"/>
          </a:gradFill>
          <a:latin typeface="+mj-lt"/>
          <a:ea typeface="+mn-ea"/>
          <a:cs typeface="+mn-cs"/>
        </a:defRPr>
      </a:lvl1pPr>
      <a:lvl2pPr marL="429562" marR="0" indent="-177428" algn="l" defTabSz="685845" rtl="0" eaLnBrk="1" fontAlgn="auto" latinLnBrk="0" hangingPunct="1">
        <a:lnSpc>
          <a:spcPct val="90000"/>
        </a:lnSpc>
        <a:spcBef>
          <a:spcPct val="20000"/>
        </a:spcBef>
        <a:spcAft>
          <a:spcPts val="0"/>
        </a:spcAft>
        <a:buClrTx/>
        <a:buSzPct val="90000"/>
        <a:buFont typeface="Arial" pitchFamily="34" charset="0"/>
        <a:buChar char="•"/>
        <a:tabLst/>
        <a:defRPr sz="1765" kern="1200" spc="0" baseline="0">
          <a:gradFill>
            <a:gsLst>
              <a:gs pos="1250">
                <a:schemeClr val="tx1"/>
              </a:gs>
              <a:gs pos="100000">
                <a:schemeClr val="tx1"/>
              </a:gs>
            </a:gsLst>
            <a:lin ang="5400000" scaled="0"/>
          </a:gradFill>
          <a:latin typeface="+mn-lt"/>
          <a:ea typeface="+mn-ea"/>
          <a:cs typeface="+mn-cs"/>
        </a:defRPr>
      </a:lvl2pPr>
      <a:lvl3pPr marL="588314" marR="0" indent="-168090" algn="l" defTabSz="685845" rtl="0" eaLnBrk="1" fontAlgn="auto" latinLnBrk="0" hangingPunct="1">
        <a:lnSpc>
          <a:spcPct val="90000"/>
        </a:lnSpc>
        <a:spcBef>
          <a:spcPct val="20000"/>
        </a:spcBef>
        <a:spcAft>
          <a:spcPts val="0"/>
        </a:spcAft>
        <a:buClrTx/>
        <a:buSzPct val="90000"/>
        <a:buFont typeface="Arial" pitchFamily="34" charset="0"/>
        <a:buChar char="•"/>
        <a:tabLst/>
        <a:defRPr sz="1471" kern="1200" spc="0" baseline="0">
          <a:gradFill>
            <a:gsLst>
              <a:gs pos="1250">
                <a:schemeClr val="tx1"/>
              </a:gs>
              <a:gs pos="100000">
                <a:schemeClr val="tx1"/>
              </a:gs>
            </a:gsLst>
            <a:lin ang="5400000" scaled="0"/>
          </a:gradFill>
          <a:latin typeface="+mn-lt"/>
          <a:ea typeface="+mn-ea"/>
          <a:cs typeface="+mn-cs"/>
        </a:defRPr>
      </a:lvl3pPr>
      <a:lvl4pPr marL="756403" marR="0" indent="-168090" algn="l" defTabSz="685845" rtl="0" eaLnBrk="1" fontAlgn="auto" latinLnBrk="0" hangingPunct="1">
        <a:lnSpc>
          <a:spcPct val="90000"/>
        </a:lnSpc>
        <a:spcBef>
          <a:spcPct val="20000"/>
        </a:spcBef>
        <a:spcAft>
          <a:spcPts val="0"/>
        </a:spcAft>
        <a:buClrTx/>
        <a:buSzPct val="90000"/>
        <a:buFont typeface="Arial" pitchFamily="34" charset="0"/>
        <a:buChar char="•"/>
        <a:tabLst/>
        <a:defRPr sz="1324" kern="1200" spc="0" baseline="0">
          <a:gradFill>
            <a:gsLst>
              <a:gs pos="1250">
                <a:schemeClr val="tx1"/>
              </a:gs>
              <a:gs pos="100000">
                <a:schemeClr val="tx1"/>
              </a:gs>
            </a:gsLst>
            <a:lin ang="5400000" scaled="0"/>
          </a:gradFill>
          <a:latin typeface="+mn-lt"/>
          <a:ea typeface="+mn-ea"/>
          <a:cs typeface="+mn-cs"/>
        </a:defRPr>
      </a:lvl4pPr>
      <a:lvl5pPr marL="924493" marR="0" indent="-168090" algn="l" defTabSz="685845" rtl="0" eaLnBrk="1" fontAlgn="auto" latinLnBrk="0" hangingPunct="1">
        <a:lnSpc>
          <a:spcPct val="90000"/>
        </a:lnSpc>
        <a:spcBef>
          <a:spcPct val="20000"/>
        </a:spcBef>
        <a:spcAft>
          <a:spcPts val="0"/>
        </a:spcAft>
        <a:buClrTx/>
        <a:buSzPct val="90000"/>
        <a:buFont typeface="Arial" pitchFamily="34" charset="0"/>
        <a:buChar char="•"/>
        <a:tabLst/>
        <a:defRPr sz="1324" kern="1200" spc="0" baseline="0">
          <a:gradFill>
            <a:gsLst>
              <a:gs pos="1250">
                <a:schemeClr val="tx1"/>
              </a:gs>
              <a:gs pos="100000">
                <a:schemeClr val="tx1"/>
              </a:gs>
            </a:gsLst>
            <a:lin ang="5400000" scaled="0"/>
          </a:gradFill>
          <a:latin typeface="+mn-lt"/>
          <a:ea typeface="+mn-ea"/>
          <a:cs typeface="+mn-cs"/>
        </a:defRPr>
      </a:lvl5pPr>
      <a:lvl6pPr marL="1886074" indent="-171462" algn="l" defTabSz="685845" rtl="0" eaLnBrk="1" latinLnBrk="0" hangingPunct="1">
        <a:spcBef>
          <a:spcPct val="20000"/>
        </a:spcBef>
        <a:buFont typeface="Arial" pitchFamily="34" charset="0"/>
        <a:buChar char="•"/>
        <a:defRPr sz="1471" kern="1200">
          <a:solidFill>
            <a:schemeClr val="tx1"/>
          </a:solidFill>
          <a:latin typeface="+mn-lt"/>
          <a:ea typeface="+mn-ea"/>
          <a:cs typeface="+mn-cs"/>
        </a:defRPr>
      </a:lvl6pPr>
      <a:lvl7pPr marL="2228997" indent="-171462" algn="l" defTabSz="685845" rtl="0" eaLnBrk="1" latinLnBrk="0" hangingPunct="1">
        <a:spcBef>
          <a:spcPct val="20000"/>
        </a:spcBef>
        <a:buFont typeface="Arial" pitchFamily="34" charset="0"/>
        <a:buChar char="•"/>
        <a:defRPr sz="1471" kern="1200">
          <a:solidFill>
            <a:schemeClr val="tx1"/>
          </a:solidFill>
          <a:latin typeface="+mn-lt"/>
          <a:ea typeface="+mn-ea"/>
          <a:cs typeface="+mn-cs"/>
        </a:defRPr>
      </a:lvl7pPr>
      <a:lvl8pPr marL="2571920" indent="-171462" algn="l" defTabSz="685845" rtl="0" eaLnBrk="1" latinLnBrk="0" hangingPunct="1">
        <a:spcBef>
          <a:spcPct val="20000"/>
        </a:spcBef>
        <a:buFont typeface="Arial" pitchFamily="34" charset="0"/>
        <a:buChar char="•"/>
        <a:defRPr sz="1471" kern="1200">
          <a:solidFill>
            <a:schemeClr val="tx1"/>
          </a:solidFill>
          <a:latin typeface="+mn-lt"/>
          <a:ea typeface="+mn-ea"/>
          <a:cs typeface="+mn-cs"/>
        </a:defRPr>
      </a:lvl8pPr>
      <a:lvl9pPr marL="2914843" indent="-171462" algn="l" defTabSz="685845" rtl="0" eaLnBrk="1" latinLnBrk="0" hangingPunct="1">
        <a:spcBef>
          <a:spcPct val="20000"/>
        </a:spcBef>
        <a:buFont typeface="Arial" pitchFamily="34" charset="0"/>
        <a:buChar char="•"/>
        <a:defRPr sz="1471" kern="1200">
          <a:solidFill>
            <a:schemeClr val="tx1"/>
          </a:solidFill>
          <a:latin typeface="+mn-lt"/>
          <a:ea typeface="+mn-ea"/>
          <a:cs typeface="+mn-cs"/>
        </a:defRPr>
      </a:lvl9pPr>
    </p:bodyStyle>
    <p:otherStyle>
      <a:defPPr>
        <a:defRPr lang="en-US"/>
      </a:defPPr>
      <a:lvl1pPr marL="0" algn="l" defTabSz="685845" rtl="0" eaLnBrk="1" latinLnBrk="0" hangingPunct="1">
        <a:defRPr sz="1324" kern="1200">
          <a:solidFill>
            <a:schemeClr val="tx1"/>
          </a:solidFill>
          <a:latin typeface="+mn-lt"/>
          <a:ea typeface="+mn-ea"/>
          <a:cs typeface="+mn-cs"/>
        </a:defRPr>
      </a:lvl1pPr>
      <a:lvl2pPr marL="342923" algn="l" defTabSz="685845" rtl="0" eaLnBrk="1" latinLnBrk="0" hangingPunct="1">
        <a:defRPr sz="1324" kern="1200">
          <a:solidFill>
            <a:schemeClr val="tx1"/>
          </a:solidFill>
          <a:latin typeface="+mn-lt"/>
          <a:ea typeface="+mn-ea"/>
          <a:cs typeface="+mn-cs"/>
        </a:defRPr>
      </a:lvl2pPr>
      <a:lvl3pPr marL="685845" algn="l" defTabSz="685845" rtl="0" eaLnBrk="1" latinLnBrk="0" hangingPunct="1">
        <a:defRPr sz="1324" kern="1200">
          <a:solidFill>
            <a:schemeClr val="tx1"/>
          </a:solidFill>
          <a:latin typeface="+mn-lt"/>
          <a:ea typeface="+mn-ea"/>
          <a:cs typeface="+mn-cs"/>
        </a:defRPr>
      </a:lvl3pPr>
      <a:lvl4pPr marL="1028768" algn="l" defTabSz="685845" rtl="0" eaLnBrk="1" latinLnBrk="0" hangingPunct="1">
        <a:defRPr sz="1324" kern="1200">
          <a:solidFill>
            <a:schemeClr val="tx1"/>
          </a:solidFill>
          <a:latin typeface="+mn-lt"/>
          <a:ea typeface="+mn-ea"/>
          <a:cs typeface="+mn-cs"/>
        </a:defRPr>
      </a:lvl4pPr>
      <a:lvl5pPr marL="1371690" algn="l" defTabSz="685845" rtl="0" eaLnBrk="1" latinLnBrk="0" hangingPunct="1">
        <a:defRPr sz="1324" kern="1200">
          <a:solidFill>
            <a:schemeClr val="tx1"/>
          </a:solidFill>
          <a:latin typeface="+mn-lt"/>
          <a:ea typeface="+mn-ea"/>
          <a:cs typeface="+mn-cs"/>
        </a:defRPr>
      </a:lvl5pPr>
      <a:lvl6pPr marL="1714614" algn="l" defTabSz="685845" rtl="0" eaLnBrk="1" latinLnBrk="0" hangingPunct="1">
        <a:defRPr sz="1324" kern="1200">
          <a:solidFill>
            <a:schemeClr val="tx1"/>
          </a:solidFill>
          <a:latin typeface="+mn-lt"/>
          <a:ea typeface="+mn-ea"/>
          <a:cs typeface="+mn-cs"/>
        </a:defRPr>
      </a:lvl6pPr>
      <a:lvl7pPr marL="2057536" algn="l" defTabSz="685845" rtl="0" eaLnBrk="1" latinLnBrk="0" hangingPunct="1">
        <a:defRPr sz="1324" kern="1200">
          <a:solidFill>
            <a:schemeClr val="tx1"/>
          </a:solidFill>
          <a:latin typeface="+mn-lt"/>
          <a:ea typeface="+mn-ea"/>
          <a:cs typeface="+mn-cs"/>
        </a:defRPr>
      </a:lvl7pPr>
      <a:lvl8pPr marL="2400458" algn="l" defTabSz="685845" rtl="0" eaLnBrk="1" latinLnBrk="0" hangingPunct="1">
        <a:defRPr sz="1324" kern="1200">
          <a:solidFill>
            <a:schemeClr val="tx1"/>
          </a:solidFill>
          <a:latin typeface="+mn-lt"/>
          <a:ea typeface="+mn-ea"/>
          <a:cs typeface="+mn-cs"/>
        </a:defRPr>
      </a:lvl8pPr>
      <a:lvl9pPr marL="2743382" algn="l" defTabSz="685845" rtl="0" eaLnBrk="1" latinLnBrk="0" hangingPunct="1">
        <a:defRPr sz="1324"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187">
          <p15:clr>
            <a:srgbClr val="5ACBF0"/>
          </p15:clr>
        </p15:guide>
        <p15:guide id="2" pos="173">
          <p15:clr>
            <a:srgbClr val="5ACBF0"/>
          </p15:clr>
        </p15:guide>
        <p15:guide id="3" pos="749">
          <p15:clr>
            <a:srgbClr val="5ACBF0"/>
          </p15:clr>
        </p15:guide>
        <p15:guide id="4" pos="1325">
          <p15:clr>
            <a:srgbClr val="5ACBF0"/>
          </p15:clr>
        </p15:guide>
        <p15:guide id="5" pos="1901">
          <p15:clr>
            <a:srgbClr val="5ACBF0"/>
          </p15:clr>
        </p15:guide>
        <p15:guide id="6" pos="2477">
          <p15:clr>
            <a:srgbClr val="5ACBF0"/>
          </p15:clr>
        </p15:guide>
        <p15:guide id="7" pos="3053">
          <p15:clr>
            <a:srgbClr val="5ACBF0"/>
          </p15:clr>
        </p15:guide>
        <p15:guide id="8" pos="3629">
          <p15:clr>
            <a:srgbClr val="5ACBF0"/>
          </p15:clr>
        </p15:guide>
        <p15:guide id="9" pos="4205">
          <p15:clr>
            <a:srgbClr val="5ACBF0"/>
          </p15:clr>
        </p15:guide>
        <p15:guide id="10" pos="4781">
          <p15:clr>
            <a:srgbClr val="5ACBF0"/>
          </p15:clr>
        </p15:guide>
        <p15:guide id="11" pos="5357">
          <p15:clr>
            <a:srgbClr val="5ACBF0"/>
          </p15:clr>
        </p15:guide>
        <p15:guide id="12" pos="5933">
          <p15:clr>
            <a:srgbClr val="5ACBF0"/>
          </p15:clr>
        </p15:guide>
        <p15:guide id="13" pos="6509">
          <p15:clr>
            <a:srgbClr val="5ACBF0"/>
          </p15:clr>
        </p15:guide>
        <p15:guide id="14" pos="7085">
          <p15:clr>
            <a:srgbClr val="5ACBF0"/>
          </p15:clr>
        </p15:guide>
        <p15:guide id="15" pos="7661">
          <p15:clr>
            <a:srgbClr val="5ACBF0"/>
          </p15:clr>
        </p15:guide>
        <p15:guide id="16" pos="288">
          <p15:clr>
            <a:srgbClr val="C35EA4"/>
          </p15:clr>
        </p15:guide>
        <p15:guide id="17" pos="7546">
          <p15:clr>
            <a:srgbClr val="C35EA4"/>
          </p15:clr>
        </p15:guide>
        <p15:guide id="18" orient="horz" pos="763">
          <p15:clr>
            <a:srgbClr val="5ACBF0"/>
          </p15:clr>
        </p15:guide>
        <p15:guide id="19" orient="horz" pos="1339">
          <p15:clr>
            <a:srgbClr val="5ACBF0"/>
          </p15:clr>
        </p15:guide>
        <p15:guide id="20" orient="horz" pos="1915">
          <p15:clr>
            <a:srgbClr val="5ACBF0"/>
          </p15:clr>
        </p15:guide>
        <p15:guide id="21" orient="horz" pos="2491">
          <p15:clr>
            <a:srgbClr val="5ACBF0"/>
          </p15:clr>
        </p15:guide>
        <p15:guide id="22" orient="horz" pos="3067">
          <p15:clr>
            <a:srgbClr val="5ACBF0"/>
          </p15:clr>
        </p15:guide>
        <p15:guide id="23" orient="horz" pos="3643">
          <p15:clr>
            <a:srgbClr val="5ACBF0"/>
          </p15:clr>
        </p15:guide>
        <p15:guide id="24" orient="horz" pos="4219">
          <p15:clr>
            <a:srgbClr val="5ACBF0"/>
          </p15:clr>
        </p15:guide>
        <p15:guide id="25" orient="horz" pos="302">
          <p15:clr>
            <a:srgbClr val="C35EA4"/>
          </p15:clr>
        </p15:guide>
        <p15:guide id="26" orient="horz" pos="4104">
          <p15:clr>
            <a:srgbClr val="C35EA4"/>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endParaRPr lang="nl-NL"/>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CAF1ABC2-FB9E-4FED-AE24-AD6099DFE3E7}" type="datetimeFigureOut">
              <a:rPr lang="nl-NL" smtClean="0"/>
              <a:t>30-1-2017</a:t>
            </a:fld>
            <a:endParaRPr lang="nl-NL"/>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nl-NL"/>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161D0158-B8E9-4C5D-A394-5E8285D4B1B2}" type="slidenum">
              <a:rPr lang="nl-NL" smtClean="0"/>
              <a:t>‹#›</a:t>
            </a:fld>
            <a:endParaRPr lang="nl-NL"/>
          </a:p>
        </p:txBody>
      </p:sp>
    </p:spTree>
    <p:extLst>
      <p:ext uri="{BB962C8B-B14F-4D97-AF65-F5344CB8AC3E}">
        <p14:creationId xmlns:p14="http://schemas.microsoft.com/office/powerpoint/2010/main" val="2611870034"/>
      </p:ext>
    </p:extLst>
  </p:cSld>
  <p:clrMap bg1="lt1" tx1="dk1" bg2="lt2" tx2="dk2" accent1="accent1" accent2="accent2" accent3="accent3" accent4="accent4" accent5="accent5" accent6="accent6" hlink="hlink" folHlink="folHlink"/>
  <p:sldLayoutIdLst>
    <p:sldLayoutId id="2147484489" r:id="rId1"/>
    <p:sldLayoutId id="2147484490" r:id="rId2"/>
    <p:sldLayoutId id="2147484491" r:id="rId3"/>
    <p:sldLayoutId id="2147484492" r:id="rId4"/>
    <p:sldLayoutId id="2147484493" r:id="rId5"/>
    <p:sldLayoutId id="2147484494" r:id="rId6"/>
    <p:sldLayoutId id="2147484495" r:id="rId7"/>
    <p:sldLayoutId id="2147484496" r:id="rId8"/>
    <p:sldLayoutId id="2147484497" r:id="rId9"/>
    <p:sldLayoutId id="2147484498" r:id="rId10"/>
    <p:sldLayoutId id="2147484499" r:id="rId11"/>
    <p:sldLayoutId id="2147484500" r:id="rId12"/>
    <p:sldLayoutId id="2147484501" r:id="rId13"/>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6.jpe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xml"/><Relationship Id="rId1" Type="http://schemas.openxmlformats.org/officeDocument/2006/relationships/slideLayout" Target="../slideLayouts/slideLayout29.xml"/></Relationships>
</file>

<file path=ppt/slides/_rels/slide3.xml.rels><?xml version="1.0" encoding="UTF-8" standalone="yes"?>
<Relationships xmlns="http://schemas.openxmlformats.org/package/2006/relationships"><Relationship Id="rId26" Type="http://schemas.openxmlformats.org/officeDocument/2006/relationships/image" Target="../media/image41.png"/><Relationship Id="rId21" Type="http://schemas.openxmlformats.org/officeDocument/2006/relationships/image" Target="../media/image36.jpeg"/><Relationship Id="rId42" Type="http://schemas.openxmlformats.org/officeDocument/2006/relationships/image" Target="../media/image56.jpeg"/><Relationship Id="rId47" Type="http://schemas.openxmlformats.org/officeDocument/2006/relationships/image" Target="../media/image61.jpeg"/><Relationship Id="rId63" Type="http://schemas.openxmlformats.org/officeDocument/2006/relationships/image" Target="../media/image76.png"/><Relationship Id="rId68" Type="http://schemas.openxmlformats.org/officeDocument/2006/relationships/image" Target="../media/image81.jpeg"/><Relationship Id="rId84" Type="http://schemas.openxmlformats.org/officeDocument/2006/relationships/image" Target="../media/image96.png"/><Relationship Id="rId89" Type="http://schemas.openxmlformats.org/officeDocument/2006/relationships/image" Target="../media/image101.png"/><Relationship Id="rId2" Type="http://schemas.openxmlformats.org/officeDocument/2006/relationships/notesSlide" Target="../notesSlides/notesSlide2.xml"/><Relationship Id="rId16" Type="http://schemas.openxmlformats.org/officeDocument/2006/relationships/image" Target="../media/image31.png"/><Relationship Id="rId29" Type="http://schemas.openxmlformats.org/officeDocument/2006/relationships/image" Target="../media/image44.png"/><Relationship Id="rId107" Type="http://schemas.openxmlformats.org/officeDocument/2006/relationships/image" Target="../media/image117.png"/><Relationship Id="rId11" Type="http://schemas.openxmlformats.org/officeDocument/2006/relationships/image" Target="../media/image26.jpeg"/><Relationship Id="rId24" Type="http://schemas.openxmlformats.org/officeDocument/2006/relationships/image" Target="../media/image39.png"/><Relationship Id="rId32" Type="http://schemas.openxmlformats.org/officeDocument/2006/relationships/image" Target="../media/image47.jpeg"/><Relationship Id="rId37" Type="http://schemas.openxmlformats.org/officeDocument/2006/relationships/image" Target="../media/image51.png"/><Relationship Id="rId40" Type="http://schemas.openxmlformats.org/officeDocument/2006/relationships/image" Target="../media/image54.png"/><Relationship Id="rId45" Type="http://schemas.openxmlformats.org/officeDocument/2006/relationships/image" Target="../media/image59.jpeg"/><Relationship Id="rId53" Type="http://schemas.openxmlformats.org/officeDocument/2006/relationships/image" Target="../media/image67.jpeg"/><Relationship Id="rId58" Type="http://schemas.openxmlformats.org/officeDocument/2006/relationships/image" Target="../media/image71.png"/><Relationship Id="rId66" Type="http://schemas.openxmlformats.org/officeDocument/2006/relationships/image" Target="../media/image79.png"/><Relationship Id="rId74" Type="http://schemas.openxmlformats.org/officeDocument/2006/relationships/image" Target="../media/image87.jpeg"/><Relationship Id="rId79" Type="http://schemas.openxmlformats.org/officeDocument/2006/relationships/image" Target="../media/image91.png"/><Relationship Id="rId87" Type="http://schemas.openxmlformats.org/officeDocument/2006/relationships/image" Target="../media/image99.png"/><Relationship Id="rId102" Type="http://schemas.openxmlformats.org/officeDocument/2006/relationships/image" Target="../media/image112.png"/><Relationship Id="rId110" Type="http://schemas.openxmlformats.org/officeDocument/2006/relationships/image" Target="../media/image120.jpeg"/><Relationship Id="rId5" Type="http://schemas.openxmlformats.org/officeDocument/2006/relationships/image" Target="../media/image20.jpeg"/><Relationship Id="rId61" Type="http://schemas.openxmlformats.org/officeDocument/2006/relationships/image" Target="../media/image74.png"/><Relationship Id="rId82" Type="http://schemas.openxmlformats.org/officeDocument/2006/relationships/image" Target="../media/image94.jpeg"/><Relationship Id="rId90" Type="http://schemas.openxmlformats.org/officeDocument/2006/relationships/image" Target="../media/image102.png"/><Relationship Id="rId95" Type="http://schemas.openxmlformats.org/officeDocument/2006/relationships/image" Target="../media/image106.jpeg"/><Relationship Id="rId19" Type="http://schemas.openxmlformats.org/officeDocument/2006/relationships/image" Target="../media/image34.jpeg"/><Relationship Id="rId14" Type="http://schemas.openxmlformats.org/officeDocument/2006/relationships/image" Target="../media/image29.png"/><Relationship Id="rId22" Type="http://schemas.openxmlformats.org/officeDocument/2006/relationships/image" Target="../media/image37.jpeg"/><Relationship Id="rId27" Type="http://schemas.openxmlformats.org/officeDocument/2006/relationships/image" Target="../media/image42.png"/><Relationship Id="rId30" Type="http://schemas.openxmlformats.org/officeDocument/2006/relationships/image" Target="../media/image45.jpeg"/><Relationship Id="rId35" Type="http://schemas.openxmlformats.org/officeDocument/2006/relationships/image" Target="../media/image49.png"/><Relationship Id="rId43" Type="http://schemas.openxmlformats.org/officeDocument/2006/relationships/image" Target="../media/image57.png"/><Relationship Id="rId48" Type="http://schemas.openxmlformats.org/officeDocument/2006/relationships/image" Target="../media/image62.png"/><Relationship Id="rId56" Type="http://schemas.openxmlformats.org/officeDocument/2006/relationships/image" Target="../media/image70.png"/><Relationship Id="rId64" Type="http://schemas.openxmlformats.org/officeDocument/2006/relationships/image" Target="../media/image77.png"/><Relationship Id="rId69" Type="http://schemas.openxmlformats.org/officeDocument/2006/relationships/image" Target="../media/image82.png"/><Relationship Id="rId77" Type="http://schemas.openxmlformats.org/officeDocument/2006/relationships/image" Target="../media/image90.png"/><Relationship Id="rId100" Type="http://schemas.openxmlformats.org/officeDocument/2006/relationships/image" Target="../media/image110.jpeg"/><Relationship Id="rId105" Type="http://schemas.openxmlformats.org/officeDocument/2006/relationships/image" Target="../media/image115.jpeg"/><Relationship Id="rId8" Type="http://schemas.openxmlformats.org/officeDocument/2006/relationships/image" Target="../media/image23.png"/><Relationship Id="rId51" Type="http://schemas.openxmlformats.org/officeDocument/2006/relationships/image" Target="../media/image65.jpeg"/><Relationship Id="rId72" Type="http://schemas.openxmlformats.org/officeDocument/2006/relationships/image" Target="../media/image85.png"/><Relationship Id="rId80" Type="http://schemas.openxmlformats.org/officeDocument/2006/relationships/image" Target="../media/image92.png"/><Relationship Id="rId85" Type="http://schemas.openxmlformats.org/officeDocument/2006/relationships/image" Target="../media/image97.jpeg"/><Relationship Id="rId93" Type="http://schemas.microsoft.com/office/2007/relationships/hdphoto" Target="../media/hdphoto4.wdp"/><Relationship Id="rId98" Type="http://schemas.openxmlformats.org/officeDocument/2006/relationships/image" Target="../media/image109.png"/><Relationship Id="rId3" Type="http://schemas.openxmlformats.org/officeDocument/2006/relationships/image" Target="../media/image18.jpeg"/><Relationship Id="rId12" Type="http://schemas.openxmlformats.org/officeDocument/2006/relationships/image" Target="../media/image27.jpeg"/><Relationship Id="rId17" Type="http://schemas.openxmlformats.org/officeDocument/2006/relationships/image" Target="../media/image32.jpeg"/><Relationship Id="rId25" Type="http://schemas.openxmlformats.org/officeDocument/2006/relationships/image" Target="../media/image40.png"/><Relationship Id="rId33" Type="http://schemas.openxmlformats.org/officeDocument/2006/relationships/image" Target="../media/image48.png"/><Relationship Id="rId38" Type="http://schemas.openxmlformats.org/officeDocument/2006/relationships/image" Target="../media/image52.png"/><Relationship Id="rId46" Type="http://schemas.openxmlformats.org/officeDocument/2006/relationships/image" Target="../media/image60.png"/><Relationship Id="rId59" Type="http://schemas.openxmlformats.org/officeDocument/2006/relationships/image" Target="../media/image72.png"/><Relationship Id="rId67" Type="http://schemas.openxmlformats.org/officeDocument/2006/relationships/image" Target="../media/image80.jpeg"/><Relationship Id="rId103" Type="http://schemas.openxmlformats.org/officeDocument/2006/relationships/image" Target="../media/image113.jpeg"/><Relationship Id="rId108" Type="http://schemas.openxmlformats.org/officeDocument/2006/relationships/image" Target="../media/image118.jpeg"/><Relationship Id="rId20" Type="http://schemas.openxmlformats.org/officeDocument/2006/relationships/image" Target="../media/image35.jpeg"/><Relationship Id="rId41" Type="http://schemas.openxmlformats.org/officeDocument/2006/relationships/image" Target="../media/image55.png"/><Relationship Id="rId54" Type="http://schemas.openxmlformats.org/officeDocument/2006/relationships/image" Target="../media/image68.jpeg"/><Relationship Id="rId62" Type="http://schemas.openxmlformats.org/officeDocument/2006/relationships/image" Target="../media/image75.png"/><Relationship Id="rId70" Type="http://schemas.openxmlformats.org/officeDocument/2006/relationships/image" Target="../media/image83.jpg"/><Relationship Id="rId75" Type="http://schemas.openxmlformats.org/officeDocument/2006/relationships/image" Target="../media/image88.png"/><Relationship Id="rId83" Type="http://schemas.openxmlformats.org/officeDocument/2006/relationships/image" Target="../media/image95.png"/><Relationship Id="rId88" Type="http://schemas.openxmlformats.org/officeDocument/2006/relationships/image" Target="../media/image100.jpeg"/><Relationship Id="rId91" Type="http://schemas.openxmlformats.org/officeDocument/2006/relationships/image" Target="../media/image103.png"/><Relationship Id="rId96" Type="http://schemas.openxmlformats.org/officeDocument/2006/relationships/image" Target="../media/image107.png"/><Relationship Id="rId1" Type="http://schemas.openxmlformats.org/officeDocument/2006/relationships/slideLayout" Target="../slideLayouts/slideLayout28.xml"/><Relationship Id="rId6" Type="http://schemas.openxmlformats.org/officeDocument/2006/relationships/image" Target="../media/image21.jpeg"/><Relationship Id="rId15" Type="http://schemas.openxmlformats.org/officeDocument/2006/relationships/image" Target="../media/image30.jpeg"/><Relationship Id="rId23" Type="http://schemas.openxmlformats.org/officeDocument/2006/relationships/image" Target="../media/image38.png"/><Relationship Id="rId28" Type="http://schemas.openxmlformats.org/officeDocument/2006/relationships/image" Target="../media/image43.jpeg"/><Relationship Id="rId36" Type="http://schemas.openxmlformats.org/officeDocument/2006/relationships/image" Target="../media/image50.png"/><Relationship Id="rId49" Type="http://schemas.openxmlformats.org/officeDocument/2006/relationships/image" Target="../media/image63.png"/><Relationship Id="rId57" Type="http://schemas.microsoft.com/office/2007/relationships/hdphoto" Target="../media/hdphoto2.wdp"/><Relationship Id="rId106" Type="http://schemas.openxmlformats.org/officeDocument/2006/relationships/image" Target="../media/image116.jpeg"/><Relationship Id="rId10" Type="http://schemas.openxmlformats.org/officeDocument/2006/relationships/image" Target="../media/image25.png"/><Relationship Id="rId31" Type="http://schemas.openxmlformats.org/officeDocument/2006/relationships/image" Target="../media/image46.jpeg"/><Relationship Id="rId44" Type="http://schemas.openxmlformats.org/officeDocument/2006/relationships/image" Target="../media/image58.jpeg"/><Relationship Id="rId52" Type="http://schemas.openxmlformats.org/officeDocument/2006/relationships/image" Target="../media/image66.png"/><Relationship Id="rId60" Type="http://schemas.openxmlformats.org/officeDocument/2006/relationships/image" Target="../media/image73.jpeg"/><Relationship Id="rId65" Type="http://schemas.openxmlformats.org/officeDocument/2006/relationships/image" Target="../media/image78.jpeg"/><Relationship Id="rId73" Type="http://schemas.openxmlformats.org/officeDocument/2006/relationships/image" Target="../media/image86.png"/><Relationship Id="rId78" Type="http://schemas.microsoft.com/office/2007/relationships/hdphoto" Target="../media/hdphoto3.wdp"/><Relationship Id="rId81" Type="http://schemas.openxmlformats.org/officeDocument/2006/relationships/image" Target="../media/image93.jpeg"/><Relationship Id="rId86" Type="http://schemas.openxmlformats.org/officeDocument/2006/relationships/image" Target="../media/image98.jpeg"/><Relationship Id="rId94" Type="http://schemas.openxmlformats.org/officeDocument/2006/relationships/image" Target="../media/image105.jpeg"/><Relationship Id="rId99" Type="http://schemas.microsoft.com/office/2007/relationships/hdphoto" Target="../media/hdphoto5.wdp"/><Relationship Id="rId101" Type="http://schemas.openxmlformats.org/officeDocument/2006/relationships/image" Target="../media/image111.png"/><Relationship Id="rId4" Type="http://schemas.openxmlformats.org/officeDocument/2006/relationships/image" Target="../media/image19.jpeg"/><Relationship Id="rId9" Type="http://schemas.openxmlformats.org/officeDocument/2006/relationships/image" Target="../media/image24.png"/><Relationship Id="rId13" Type="http://schemas.openxmlformats.org/officeDocument/2006/relationships/image" Target="../media/image28.jpeg"/><Relationship Id="rId18" Type="http://schemas.openxmlformats.org/officeDocument/2006/relationships/image" Target="../media/image33.jpeg"/><Relationship Id="rId39" Type="http://schemas.openxmlformats.org/officeDocument/2006/relationships/image" Target="../media/image53.jpeg"/><Relationship Id="rId109" Type="http://schemas.openxmlformats.org/officeDocument/2006/relationships/image" Target="../media/image119.jpeg"/><Relationship Id="rId34" Type="http://schemas.microsoft.com/office/2007/relationships/hdphoto" Target="../media/hdphoto1.wdp"/><Relationship Id="rId50" Type="http://schemas.openxmlformats.org/officeDocument/2006/relationships/image" Target="../media/image64.png"/><Relationship Id="rId55" Type="http://schemas.openxmlformats.org/officeDocument/2006/relationships/image" Target="../media/image69.jpeg"/><Relationship Id="rId76" Type="http://schemas.openxmlformats.org/officeDocument/2006/relationships/image" Target="../media/image89.jpeg"/><Relationship Id="rId97" Type="http://schemas.openxmlformats.org/officeDocument/2006/relationships/image" Target="../media/image108.png"/><Relationship Id="rId104" Type="http://schemas.openxmlformats.org/officeDocument/2006/relationships/image" Target="../media/image114.png"/><Relationship Id="rId7" Type="http://schemas.openxmlformats.org/officeDocument/2006/relationships/image" Target="../media/image22.jpeg"/><Relationship Id="rId71" Type="http://schemas.openxmlformats.org/officeDocument/2006/relationships/image" Target="../media/image84.jpeg"/><Relationship Id="rId92" Type="http://schemas.openxmlformats.org/officeDocument/2006/relationships/image" Target="../media/image104.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5.xml"/></Relationships>
</file>

<file path=ppt/slides/_rels/slide6.xml.rels><?xml version="1.0" encoding="UTF-8" standalone="yes"?>
<Relationships xmlns="http://schemas.openxmlformats.org/package/2006/relationships"><Relationship Id="rId3" Type="http://schemas.openxmlformats.org/officeDocument/2006/relationships/image" Target="../media/image121.png"/><Relationship Id="rId2" Type="http://schemas.openxmlformats.org/officeDocument/2006/relationships/notesSlide" Target="../notesSlides/notesSlide5.xml"/><Relationship Id="rId1" Type="http://schemas.openxmlformats.org/officeDocument/2006/relationships/slideLayout" Target="../slideLayouts/slideLayout5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vmware-host\Shared Folders\Desktop\Active  Projects\Barbara Robidoux\Sample Slide Visuals\Dell_EMC Branded\Picture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145" y="2111"/>
            <a:ext cx="9144000" cy="5151437"/>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ctrTitle"/>
          </p:nvPr>
        </p:nvSpPr>
        <p:spPr>
          <a:xfrm>
            <a:off x="189264" y="1551961"/>
            <a:ext cx="5689022" cy="1661993"/>
          </a:xfrm>
        </p:spPr>
        <p:txBody>
          <a:bodyPr>
            <a:normAutofit fontScale="90000"/>
          </a:bodyPr>
          <a:lstStyle/>
          <a:p>
            <a:r>
              <a:rPr lang="en-US" dirty="0" err="1"/>
              <a:t>IoT</a:t>
            </a:r>
            <a:r>
              <a:rPr lang="en-US" dirty="0"/>
              <a:t> </a:t>
            </a:r>
            <a:r>
              <a:rPr lang="en-US" dirty="0" err="1"/>
              <a:t>WorkPlace</a:t>
            </a:r>
            <a:r>
              <a:rPr lang="en-US" dirty="0"/>
              <a:t> Use Case</a:t>
            </a:r>
          </a:p>
        </p:txBody>
      </p:sp>
      <p:sp>
        <p:nvSpPr>
          <p:cNvPr id="3" name="Subtitle 2"/>
          <p:cNvSpPr>
            <a:spLocks noGrp="1"/>
          </p:cNvSpPr>
          <p:nvPr>
            <p:ph type="subTitle" idx="1"/>
          </p:nvPr>
        </p:nvSpPr>
        <p:spPr>
          <a:xfrm>
            <a:off x="189264" y="3374126"/>
            <a:ext cx="5200791" cy="615553"/>
          </a:xfrm>
        </p:spPr>
        <p:txBody>
          <a:bodyPr/>
          <a:lstStyle/>
          <a:p>
            <a:r>
              <a:rPr lang="en-US" dirty="0"/>
              <a:t>Vivek Bharatia</a:t>
            </a:r>
            <a:br>
              <a:rPr lang="en-US" dirty="0"/>
            </a:br>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080133" y="4374069"/>
            <a:ext cx="1630654" cy="290800"/>
          </a:xfrm>
          <a:prstGeom prst="rect">
            <a:avLst/>
          </a:prstGeom>
        </p:spPr>
      </p:pic>
    </p:spTree>
    <p:extLst>
      <p:ext uri="{BB962C8B-B14F-4D97-AF65-F5344CB8AC3E}">
        <p14:creationId xmlns:p14="http://schemas.microsoft.com/office/powerpoint/2010/main" val="2006282303"/>
      </p:ext>
    </p:extLst>
  </p:cSld>
  <p:clrMapOvr>
    <a:masterClrMapping/>
  </p:clrMapOvr>
  <p:transition spd="med">
    <p:wipe dir="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sz="3235" dirty="0"/>
          </a:p>
        </p:txBody>
      </p:sp>
      <p:sp>
        <p:nvSpPr>
          <p:cNvPr id="3" name="TextBox 2"/>
          <p:cNvSpPr txBox="1"/>
          <p:nvPr/>
        </p:nvSpPr>
        <p:spPr>
          <a:xfrm>
            <a:off x="5349817" y="4472091"/>
            <a:ext cx="3230903" cy="544765"/>
          </a:xfrm>
          <a:prstGeom prst="rect">
            <a:avLst/>
          </a:prstGeom>
          <a:noFill/>
        </p:spPr>
        <p:txBody>
          <a:bodyPr wrap="square" rtlCol="0">
            <a:spAutoFit/>
          </a:bodyPr>
          <a:lstStyle/>
          <a:p>
            <a:pPr defTabSz="672076">
              <a:defRPr/>
            </a:pPr>
            <a:r>
              <a:rPr lang="en-US" sz="735" kern="0" dirty="0">
                <a:latin typeface="Segoe UI"/>
              </a:rPr>
              <a:t>Sources: </a:t>
            </a:r>
            <a:br>
              <a:rPr lang="en-US" sz="735" kern="0" dirty="0">
                <a:latin typeface="Segoe UI"/>
              </a:rPr>
            </a:br>
            <a:r>
              <a:rPr lang="en-US" sz="735" kern="0" baseline="30000" dirty="0">
                <a:latin typeface="Segoe UI"/>
              </a:rPr>
              <a:t>1</a:t>
            </a:r>
            <a:r>
              <a:rPr lang="en-US" sz="735" kern="0" dirty="0">
                <a:latin typeface="Segoe UI"/>
              </a:rPr>
              <a:t>McKinsey</a:t>
            </a:r>
            <a:r>
              <a:rPr lang="en-US" sz="735" kern="0" dirty="0"/>
              <a:t>, How IoT Can Support A Dynamic Maintenance Program, 2016</a:t>
            </a:r>
          </a:p>
          <a:p>
            <a:pPr defTabSz="672076">
              <a:defRPr/>
            </a:pPr>
            <a:r>
              <a:rPr lang="en-US" sz="735" kern="0" baseline="30000" dirty="0"/>
              <a:t>2</a:t>
            </a:r>
            <a:r>
              <a:rPr lang="en-US" sz="735" kern="0" dirty="0"/>
              <a:t>IDC, 2016</a:t>
            </a:r>
          </a:p>
        </p:txBody>
      </p:sp>
      <p:sp>
        <p:nvSpPr>
          <p:cNvPr id="6" name="Up Arrow 5"/>
          <p:cNvSpPr/>
          <p:nvPr/>
        </p:nvSpPr>
        <p:spPr bwMode="auto">
          <a:xfrm>
            <a:off x="5061295" y="3178974"/>
            <a:ext cx="164729" cy="706167"/>
          </a:xfrm>
          <a:prstGeom prst="upArrow">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782" tIns="105426" rIns="131782" bIns="105426" numCol="1" spcCol="0" rtlCol="0" fromWordArt="0" anchor="t" anchorCtr="0" forceAA="0" compatLnSpc="1">
            <a:prstTxWarp prst="textNoShape">
              <a:avLst/>
            </a:prstTxWarp>
            <a:noAutofit/>
          </a:bodyPr>
          <a:lstStyle/>
          <a:p>
            <a:pPr algn="ctr" defTabSz="671882">
              <a:lnSpc>
                <a:spcPct val="90000"/>
              </a:lnSpc>
              <a:defRPr/>
            </a:pPr>
            <a:endParaRPr lang="en-US" sz="1730" kern="0" dirty="0">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7" name="Block Arc 6"/>
          <p:cNvSpPr/>
          <p:nvPr/>
        </p:nvSpPr>
        <p:spPr bwMode="auto">
          <a:xfrm rot="10800000">
            <a:off x="5102403" y="3367948"/>
            <a:ext cx="988373" cy="988372"/>
          </a:xfrm>
          <a:prstGeom prst="blockArc">
            <a:avLst>
              <a:gd name="adj1" fmla="val 2520757"/>
              <a:gd name="adj2" fmla="val 21468709"/>
              <a:gd name="adj3" fmla="val 8427"/>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782" tIns="105426" rIns="131782" bIns="105426" numCol="1" spcCol="0" rtlCol="0" fromWordArt="0" anchor="t" anchorCtr="0" forceAA="0" compatLnSpc="1">
            <a:prstTxWarp prst="textNoShape">
              <a:avLst/>
            </a:prstTxWarp>
            <a:noAutofit/>
          </a:bodyPr>
          <a:lstStyle/>
          <a:p>
            <a:pPr algn="ctr" defTabSz="671882">
              <a:lnSpc>
                <a:spcPct val="90000"/>
              </a:lnSpc>
              <a:defRPr/>
            </a:pPr>
            <a:endParaRPr lang="en-US" sz="1730" kern="0" dirty="0">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37" name="Donut 36"/>
          <p:cNvSpPr/>
          <p:nvPr/>
        </p:nvSpPr>
        <p:spPr bwMode="auto">
          <a:xfrm>
            <a:off x="6768115" y="1159651"/>
            <a:ext cx="988373" cy="988373"/>
          </a:xfrm>
          <a:prstGeom prst="donut">
            <a:avLst>
              <a:gd name="adj" fmla="val 10954"/>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782" tIns="105426" rIns="131782" bIns="105426" numCol="1" spcCol="0" rtlCol="0" fromWordArt="0" anchor="t" anchorCtr="0" forceAA="0" compatLnSpc="1">
            <a:prstTxWarp prst="textNoShape">
              <a:avLst/>
            </a:prstTxWarp>
            <a:noAutofit/>
          </a:bodyPr>
          <a:lstStyle/>
          <a:p>
            <a:pPr algn="ctr" defTabSz="671882">
              <a:lnSpc>
                <a:spcPct val="90000"/>
              </a:lnSpc>
              <a:defRPr/>
            </a:pPr>
            <a:endParaRPr lang="en-US" sz="1730" kern="0" dirty="0">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38" name="Block Arc 37"/>
          <p:cNvSpPr/>
          <p:nvPr/>
        </p:nvSpPr>
        <p:spPr bwMode="auto">
          <a:xfrm>
            <a:off x="6771686" y="1156080"/>
            <a:ext cx="988373" cy="988373"/>
          </a:xfrm>
          <a:prstGeom prst="blockArc">
            <a:avLst>
              <a:gd name="adj1" fmla="val 17980855"/>
              <a:gd name="adj2" fmla="val 21401639"/>
              <a:gd name="adj3" fmla="val 11923"/>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782" tIns="105426" rIns="131782" bIns="105426" numCol="1" spcCol="0" rtlCol="0" fromWordArt="0" anchor="t" anchorCtr="0" forceAA="0" compatLnSpc="1">
            <a:prstTxWarp prst="textNoShape">
              <a:avLst/>
            </a:prstTxWarp>
            <a:noAutofit/>
          </a:bodyPr>
          <a:lstStyle/>
          <a:p>
            <a:pPr algn="ctr" defTabSz="671882">
              <a:lnSpc>
                <a:spcPct val="90000"/>
              </a:lnSpc>
              <a:defRPr/>
            </a:pPr>
            <a:endParaRPr lang="en-US" sz="1730" kern="0" dirty="0">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39" name="TextBox 38"/>
          <p:cNvSpPr txBox="1"/>
          <p:nvPr/>
        </p:nvSpPr>
        <p:spPr>
          <a:xfrm>
            <a:off x="6778821" y="1390226"/>
            <a:ext cx="988372" cy="416621"/>
          </a:xfrm>
          <a:prstGeom prst="rect">
            <a:avLst/>
          </a:prstGeom>
          <a:noFill/>
        </p:spPr>
        <p:txBody>
          <a:bodyPr wrap="square" lIns="131782" tIns="105426" rIns="131782" bIns="105426" rtlCol="0">
            <a:spAutoFit/>
          </a:bodyPr>
          <a:lstStyle/>
          <a:p>
            <a:pPr algn="ctr" defTabSz="672076">
              <a:lnSpc>
                <a:spcPct val="90000"/>
              </a:lnSpc>
              <a:spcAft>
                <a:spcPts val="432"/>
              </a:spcAft>
              <a:defRPr/>
            </a:pPr>
            <a:r>
              <a:rPr lang="en-US" sz="1471" b="1" kern="0" dirty="0">
                <a:solidFill>
                  <a:schemeClr val="tx2"/>
                </a:solidFill>
                <a:latin typeface="Segoe UI"/>
              </a:rPr>
              <a:t>~80%</a:t>
            </a:r>
          </a:p>
        </p:txBody>
      </p:sp>
      <p:sp>
        <p:nvSpPr>
          <p:cNvPr id="40" name="Rectangle 39"/>
          <p:cNvSpPr/>
          <p:nvPr/>
        </p:nvSpPr>
        <p:spPr>
          <a:xfrm>
            <a:off x="6965269" y="1623560"/>
            <a:ext cx="665567" cy="247440"/>
          </a:xfrm>
          <a:prstGeom prst="rect">
            <a:avLst/>
          </a:prstGeom>
        </p:spPr>
        <p:txBody>
          <a:bodyPr wrap="none">
            <a:spAutoFit/>
          </a:bodyPr>
          <a:lstStyle/>
          <a:p>
            <a:pPr defTabSz="672076">
              <a:defRPr/>
            </a:pPr>
            <a:r>
              <a:rPr lang="en-US" sz="1008" b="1" kern="0" dirty="0">
                <a:solidFill>
                  <a:schemeClr val="tx2"/>
                </a:solidFill>
                <a:latin typeface="Segoe UI"/>
              </a:rPr>
              <a:t>margin</a:t>
            </a:r>
            <a:r>
              <a:rPr lang="en-US" sz="1008" kern="0" baseline="30000" dirty="0">
                <a:solidFill>
                  <a:schemeClr val="tx2"/>
                </a:solidFill>
                <a:latin typeface="Segoe UI"/>
              </a:rPr>
              <a:t>1</a:t>
            </a:r>
          </a:p>
        </p:txBody>
      </p:sp>
      <p:sp>
        <p:nvSpPr>
          <p:cNvPr id="41" name="TextBox 40"/>
          <p:cNvSpPr txBox="1"/>
          <p:nvPr/>
        </p:nvSpPr>
        <p:spPr>
          <a:xfrm>
            <a:off x="7701577" y="1364110"/>
            <a:ext cx="1359784" cy="579358"/>
          </a:xfrm>
          <a:prstGeom prst="rect">
            <a:avLst/>
          </a:prstGeom>
          <a:noFill/>
        </p:spPr>
        <p:txBody>
          <a:bodyPr wrap="square" lIns="131782" tIns="105426" rIns="131782" bIns="105426" rtlCol="0">
            <a:spAutoFit/>
          </a:bodyPr>
          <a:lstStyle/>
          <a:p>
            <a:pPr defTabSz="672076">
              <a:lnSpc>
                <a:spcPct val="90000"/>
              </a:lnSpc>
              <a:spcAft>
                <a:spcPts val="432"/>
              </a:spcAft>
              <a:defRPr/>
            </a:pPr>
            <a:r>
              <a:rPr lang="en-US" sz="882" b="1" kern="0" dirty="0">
                <a:solidFill>
                  <a:schemeClr val="tx2"/>
                </a:solidFill>
                <a:latin typeface="Segoe UI"/>
              </a:rPr>
              <a:t>driven by apps,</a:t>
            </a:r>
            <a:br>
              <a:rPr lang="en-US" sz="882" b="1" kern="0" dirty="0">
                <a:solidFill>
                  <a:schemeClr val="tx2"/>
                </a:solidFill>
                <a:latin typeface="Segoe UI"/>
              </a:rPr>
            </a:br>
            <a:r>
              <a:rPr lang="en-US" sz="882" b="1" kern="0" dirty="0">
                <a:solidFill>
                  <a:schemeClr val="tx2"/>
                </a:solidFill>
                <a:latin typeface="Segoe UI"/>
              </a:rPr>
              <a:t>analytics, and</a:t>
            </a:r>
            <a:br>
              <a:rPr lang="en-US" sz="882" b="1" kern="0" dirty="0">
                <a:solidFill>
                  <a:schemeClr val="tx2"/>
                </a:solidFill>
                <a:latin typeface="Segoe UI"/>
              </a:rPr>
            </a:br>
            <a:r>
              <a:rPr lang="en-US" sz="882" b="1" kern="0" dirty="0">
                <a:solidFill>
                  <a:schemeClr val="tx2"/>
                </a:solidFill>
                <a:latin typeface="Segoe UI"/>
              </a:rPr>
              <a:t>services in 2020</a:t>
            </a:r>
            <a:endParaRPr lang="en-US" sz="882" b="1" kern="0" baseline="30000" dirty="0">
              <a:solidFill>
                <a:schemeClr val="tx2"/>
              </a:solidFill>
              <a:latin typeface="Segoe UI"/>
            </a:endParaRPr>
          </a:p>
        </p:txBody>
      </p:sp>
      <p:sp>
        <p:nvSpPr>
          <p:cNvPr id="46" name="TextBox 45"/>
          <p:cNvSpPr txBox="1"/>
          <p:nvPr/>
        </p:nvSpPr>
        <p:spPr>
          <a:xfrm>
            <a:off x="7701578" y="2407228"/>
            <a:ext cx="1359784" cy="701506"/>
          </a:xfrm>
          <a:prstGeom prst="rect">
            <a:avLst/>
          </a:prstGeom>
          <a:noFill/>
        </p:spPr>
        <p:txBody>
          <a:bodyPr wrap="square" lIns="131782" tIns="105426" rIns="67222" bIns="105426" rtlCol="0">
            <a:spAutoFit/>
          </a:bodyPr>
          <a:lstStyle/>
          <a:p>
            <a:pPr defTabSz="672076">
              <a:lnSpc>
                <a:spcPct val="90000"/>
              </a:lnSpc>
              <a:spcAft>
                <a:spcPts val="432"/>
              </a:spcAft>
              <a:defRPr/>
            </a:pPr>
            <a:r>
              <a:rPr lang="en-US" sz="882" b="1" kern="0" dirty="0">
                <a:solidFill>
                  <a:schemeClr val="tx2"/>
                </a:solidFill>
                <a:latin typeface="Segoe UI"/>
              </a:rPr>
              <a:t>Average increase in income for the most digitally transformed enterprises</a:t>
            </a:r>
            <a:endParaRPr lang="en-US" sz="882" b="1" kern="0" baseline="30000" dirty="0">
              <a:solidFill>
                <a:schemeClr val="tx2"/>
              </a:solidFill>
              <a:latin typeface="Segoe UI"/>
            </a:endParaRPr>
          </a:p>
        </p:txBody>
      </p:sp>
      <p:grpSp>
        <p:nvGrpSpPr>
          <p:cNvPr id="9" name="Group 8"/>
          <p:cNvGrpSpPr/>
          <p:nvPr/>
        </p:nvGrpSpPr>
        <p:grpSpPr>
          <a:xfrm>
            <a:off x="6768115" y="2263797"/>
            <a:ext cx="988373" cy="988372"/>
            <a:chOff x="3475037" y="2915626"/>
            <a:chExt cx="1371600" cy="1371600"/>
          </a:xfrm>
        </p:grpSpPr>
        <p:sp>
          <p:nvSpPr>
            <p:cNvPr id="32" name="Donut 31"/>
            <p:cNvSpPr/>
            <p:nvPr/>
          </p:nvSpPr>
          <p:spPr bwMode="auto">
            <a:xfrm>
              <a:off x="3475037" y="2915626"/>
              <a:ext cx="1371600" cy="1371600"/>
            </a:xfrm>
            <a:prstGeom prst="donut">
              <a:avLst>
                <a:gd name="adj" fmla="val 10954"/>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782" tIns="105426" rIns="131782" bIns="105426" numCol="1" spcCol="0" rtlCol="0" fromWordArt="0" anchor="t" anchorCtr="0" forceAA="0" compatLnSpc="1">
              <a:prstTxWarp prst="textNoShape">
                <a:avLst/>
              </a:prstTxWarp>
              <a:noAutofit/>
            </a:bodyPr>
            <a:lstStyle/>
            <a:p>
              <a:pPr algn="ctr" defTabSz="671882">
                <a:lnSpc>
                  <a:spcPct val="90000"/>
                </a:lnSpc>
                <a:defRPr/>
              </a:pPr>
              <a:endParaRPr lang="en-US" sz="1730" kern="0" dirty="0">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36" name="TextBox 35"/>
            <p:cNvSpPr txBox="1"/>
            <p:nvPr/>
          </p:nvSpPr>
          <p:spPr>
            <a:xfrm>
              <a:off x="3477447" y="3327054"/>
              <a:ext cx="1304588" cy="578160"/>
            </a:xfrm>
            <a:prstGeom prst="rect">
              <a:avLst/>
            </a:prstGeom>
            <a:noFill/>
          </p:spPr>
          <p:txBody>
            <a:bodyPr wrap="square" lIns="131782" tIns="105426" rIns="131782" bIns="105426" rtlCol="0">
              <a:spAutoFit/>
            </a:bodyPr>
            <a:lstStyle/>
            <a:p>
              <a:pPr algn="ctr" defTabSz="672076">
                <a:lnSpc>
                  <a:spcPct val="90000"/>
                </a:lnSpc>
                <a:spcAft>
                  <a:spcPts val="432"/>
                </a:spcAft>
                <a:defRPr/>
              </a:pPr>
              <a:r>
                <a:rPr lang="en-US" sz="1471" b="1" kern="0" dirty="0">
                  <a:latin typeface="Segoe UI"/>
                </a:rPr>
                <a:t>$100M</a:t>
              </a:r>
              <a:endParaRPr lang="en-US" sz="882" b="1" kern="0" dirty="0">
                <a:latin typeface="Segoe UI"/>
              </a:endParaRPr>
            </a:p>
          </p:txBody>
        </p:sp>
      </p:grpSp>
      <p:grpSp>
        <p:nvGrpSpPr>
          <p:cNvPr id="35" name="Group 34"/>
          <p:cNvGrpSpPr/>
          <p:nvPr/>
        </p:nvGrpSpPr>
        <p:grpSpPr>
          <a:xfrm>
            <a:off x="6763554" y="3367946"/>
            <a:ext cx="1494474" cy="991943"/>
            <a:chOff x="9199330" y="4580299"/>
            <a:chExt cx="2032877" cy="1349303"/>
          </a:xfrm>
        </p:grpSpPr>
        <p:sp>
          <p:nvSpPr>
            <p:cNvPr id="27" name="Donut 26"/>
            <p:cNvSpPr/>
            <p:nvPr/>
          </p:nvSpPr>
          <p:spPr bwMode="auto">
            <a:xfrm>
              <a:off x="9205528" y="4580299"/>
              <a:ext cx="1344447" cy="1344446"/>
            </a:xfrm>
            <a:prstGeom prst="donut">
              <a:avLst>
                <a:gd name="adj" fmla="val 10954"/>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782" tIns="105426" rIns="131782" bIns="105426" numCol="1" spcCol="0" rtlCol="0" fromWordArt="0" anchor="t" anchorCtr="0" forceAA="0" compatLnSpc="1">
              <a:prstTxWarp prst="textNoShape">
                <a:avLst/>
              </a:prstTxWarp>
              <a:noAutofit/>
            </a:bodyPr>
            <a:lstStyle/>
            <a:p>
              <a:pPr algn="ctr" defTabSz="671882">
                <a:lnSpc>
                  <a:spcPct val="90000"/>
                </a:lnSpc>
                <a:defRPr/>
              </a:pPr>
              <a:endParaRPr lang="en-US" sz="1730" kern="0" dirty="0">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28" name="Block Arc 27"/>
            <p:cNvSpPr/>
            <p:nvPr/>
          </p:nvSpPr>
          <p:spPr bwMode="auto">
            <a:xfrm>
              <a:off x="9199330" y="4585156"/>
              <a:ext cx="1350423" cy="1344446"/>
            </a:xfrm>
            <a:prstGeom prst="blockArc">
              <a:avLst>
                <a:gd name="adj1" fmla="val 21552551"/>
                <a:gd name="adj2" fmla="val 2949134"/>
                <a:gd name="adj3" fmla="val 11433"/>
              </a:avLst>
            </a:prstGeom>
            <a:solidFill>
              <a:schemeClr val="bg1">
                <a:lumMod val="40000"/>
                <a:lumOff val="60000"/>
              </a:schemeClr>
            </a:solidFill>
            <a:ln w="6350">
              <a:solidFill>
                <a:schemeClr val="bg2">
                  <a:lumMod val="9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782" tIns="105426" rIns="131782" bIns="105426" numCol="1" spcCol="0" rtlCol="0" fromWordArt="0" anchor="t" anchorCtr="0" forceAA="0" compatLnSpc="1">
              <a:prstTxWarp prst="textNoShape">
                <a:avLst/>
              </a:prstTxWarp>
              <a:noAutofit/>
            </a:bodyPr>
            <a:lstStyle/>
            <a:p>
              <a:pPr algn="ctr" defTabSz="671882">
                <a:lnSpc>
                  <a:spcPct val="90000"/>
                </a:lnSpc>
                <a:defRPr/>
              </a:pPr>
              <a:endParaRPr lang="en-US" sz="1730" kern="0" dirty="0">
                <a:gradFill>
                  <a:gsLst>
                    <a:gs pos="0">
                      <a:srgbClr val="FFFFFF"/>
                    </a:gs>
                    <a:gs pos="100000">
                      <a:srgbClr val="FFFFFF"/>
                    </a:gs>
                  </a:gsLst>
                  <a:lin ang="5400000" scaled="0"/>
                </a:gradFill>
                <a:latin typeface="Segoe UI"/>
                <a:ea typeface="Segoe UI" pitchFamily="34" charset="0"/>
                <a:cs typeface="Segoe UI" pitchFamily="34" charset="0"/>
              </a:endParaRPr>
            </a:p>
          </p:txBody>
        </p:sp>
        <p:grpSp>
          <p:nvGrpSpPr>
            <p:cNvPr id="4" name="Group 3"/>
            <p:cNvGrpSpPr/>
            <p:nvPr/>
          </p:nvGrpSpPr>
          <p:grpSpPr>
            <a:xfrm>
              <a:off x="10512586" y="4826822"/>
              <a:ext cx="719621" cy="851356"/>
              <a:chOff x="10512586" y="4879831"/>
              <a:chExt cx="719621" cy="851356"/>
            </a:xfrm>
          </p:grpSpPr>
          <p:sp>
            <p:nvSpPr>
              <p:cNvPr id="29" name="TextBox 28"/>
              <p:cNvSpPr txBox="1"/>
              <p:nvPr/>
            </p:nvSpPr>
            <p:spPr>
              <a:xfrm>
                <a:off x="10512586" y="4879831"/>
                <a:ext cx="719620" cy="455770"/>
              </a:xfrm>
              <a:prstGeom prst="rect">
                <a:avLst/>
              </a:prstGeom>
              <a:noFill/>
            </p:spPr>
            <p:txBody>
              <a:bodyPr wrap="none" lIns="131782" tIns="105426" rIns="131782" bIns="105426" rtlCol="0">
                <a:spAutoFit/>
              </a:bodyPr>
              <a:lstStyle/>
              <a:p>
                <a:pPr defTabSz="672076">
                  <a:lnSpc>
                    <a:spcPct val="90000"/>
                  </a:lnSpc>
                  <a:spcAft>
                    <a:spcPts val="432"/>
                  </a:spcAft>
                  <a:defRPr/>
                </a:pPr>
                <a:r>
                  <a:rPr lang="en-US" sz="882" b="1" kern="0" dirty="0">
                    <a:latin typeface="Segoe UI"/>
                  </a:rPr>
                  <a:t>2020</a:t>
                </a:r>
              </a:p>
            </p:txBody>
          </p:sp>
          <p:sp>
            <p:nvSpPr>
              <p:cNvPr id="30" name="TextBox 29"/>
              <p:cNvSpPr txBox="1"/>
              <p:nvPr/>
            </p:nvSpPr>
            <p:spPr>
              <a:xfrm>
                <a:off x="10512587" y="5275417"/>
                <a:ext cx="719620" cy="455770"/>
              </a:xfrm>
              <a:prstGeom prst="rect">
                <a:avLst/>
              </a:prstGeom>
              <a:noFill/>
            </p:spPr>
            <p:txBody>
              <a:bodyPr wrap="none" lIns="131782" tIns="105426" rIns="131782" bIns="105426" rtlCol="0">
                <a:spAutoFit/>
              </a:bodyPr>
              <a:lstStyle/>
              <a:p>
                <a:pPr defTabSz="672076">
                  <a:lnSpc>
                    <a:spcPct val="90000"/>
                  </a:lnSpc>
                  <a:spcAft>
                    <a:spcPts val="432"/>
                  </a:spcAft>
                  <a:defRPr/>
                </a:pPr>
                <a:r>
                  <a:rPr lang="en-US" sz="882" b="1" kern="0" dirty="0">
                    <a:solidFill>
                      <a:schemeClr val="bg1">
                        <a:lumMod val="40000"/>
                        <a:lumOff val="60000"/>
                      </a:schemeClr>
                    </a:solidFill>
                    <a:latin typeface="Segoe UI"/>
                  </a:rPr>
                  <a:t>2009</a:t>
                </a:r>
              </a:p>
            </p:txBody>
          </p:sp>
        </p:grpSp>
        <p:sp>
          <p:nvSpPr>
            <p:cNvPr id="31" name="TextBox 30"/>
            <p:cNvSpPr txBox="1"/>
            <p:nvPr/>
          </p:nvSpPr>
          <p:spPr>
            <a:xfrm>
              <a:off x="9220090" y="4968885"/>
              <a:ext cx="1344445" cy="566714"/>
            </a:xfrm>
            <a:prstGeom prst="rect">
              <a:avLst/>
            </a:prstGeom>
            <a:noFill/>
          </p:spPr>
          <p:txBody>
            <a:bodyPr wrap="square" lIns="131782" tIns="105426" rIns="131782" bIns="105426" rtlCol="0">
              <a:spAutoFit/>
            </a:bodyPr>
            <a:lstStyle/>
            <a:p>
              <a:pPr algn="ctr" defTabSz="672076">
                <a:lnSpc>
                  <a:spcPct val="90000"/>
                </a:lnSpc>
                <a:spcAft>
                  <a:spcPts val="432"/>
                </a:spcAft>
                <a:defRPr/>
              </a:pPr>
              <a:r>
                <a:rPr lang="en-US" sz="1471" b="1" kern="0" dirty="0">
                  <a:solidFill>
                    <a:schemeClr val="tx2"/>
                  </a:solidFill>
                  <a:latin typeface="Segoe UI"/>
                </a:rPr>
                <a:t>30B</a:t>
              </a:r>
              <a:endParaRPr lang="en-US" sz="1765" b="1" kern="0" baseline="30000" dirty="0">
                <a:solidFill>
                  <a:schemeClr val="tx2"/>
                </a:solidFill>
                <a:latin typeface="Segoe UI"/>
              </a:endParaRPr>
            </a:p>
          </p:txBody>
        </p:sp>
      </p:grpSp>
      <p:sp>
        <p:nvSpPr>
          <p:cNvPr id="11" name="TextBox 10"/>
          <p:cNvSpPr txBox="1"/>
          <p:nvPr/>
        </p:nvSpPr>
        <p:spPr>
          <a:xfrm>
            <a:off x="5266055" y="3881954"/>
            <a:ext cx="671698" cy="352501"/>
          </a:xfrm>
          <a:prstGeom prst="rect">
            <a:avLst/>
          </a:prstGeom>
          <a:noFill/>
        </p:spPr>
        <p:txBody>
          <a:bodyPr wrap="none" lIns="131782" tIns="105426" rIns="131782" bIns="105426" rtlCol="0">
            <a:spAutoFit/>
          </a:bodyPr>
          <a:lstStyle/>
          <a:p>
            <a:pPr defTabSz="672076">
              <a:lnSpc>
                <a:spcPct val="90000"/>
              </a:lnSpc>
              <a:spcAft>
                <a:spcPts val="432"/>
              </a:spcAft>
              <a:defRPr/>
            </a:pPr>
            <a:r>
              <a:rPr lang="en-US" sz="1008" b="1" kern="0" dirty="0">
                <a:latin typeface="Segoe UI"/>
              </a:rPr>
              <a:t>Things</a:t>
            </a:r>
          </a:p>
        </p:txBody>
      </p:sp>
      <p:sp>
        <p:nvSpPr>
          <p:cNvPr id="12" name="Up Arrow 11"/>
          <p:cNvSpPr/>
          <p:nvPr/>
        </p:nvSpPr>
        <p:spPr bwMode="auto">
          <a:xfrm>
            <a:off x="5061295" y="2082515"/>
            <a:ext cx="164729" cy="706167"/>
          </a:xfrm>
          <a:prstGeom prst="upArrow">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782" tIns="105426" rIns="131782" bIns="105426" numCol="1" spcCol="0" rtlCol="0" fromWordArt="0" anchor="t" anchorCtr="0" forceAA="0" compatLnSpc="1">
            <a:prstTxWarp prst="textNoShape">
              <a:avLst/>
            </a:prstTxWarp>
            <a:noAutofit/>
          </a:bodyPr>
          <a:lstStyle/>
          <a:p>
            <a:pPr algn="ctr" defTabSz="671882">
              <a:lnSpc>
                <a:spcPct val="90000"/>
              </a:lnSpc>
              <a:defRPr/>
            </a:pPr>
            <a:endParaRPr lang="en-US" sz="1730" kern="0" dirty="0">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13" name="Block Arc 12"/>
          <p:cNvSpPr/>
          <p:nvPr/>
        </p:nvSpPr>
        <p:spPr bwMode="auto">
          <a:xfrm rot="10800000">
            <a:off x="5102403" y="2269756"/>
            <a:ext cx="988373" cy="988372"/>
          </a:xfrm>
          <a:prstGeom prst="blockArc">
            <a:avLst>
              <a:gd name="adj1" fmla="val 13461323"/>
              <a:gd name="adj2" fmla="val 21468709"/>
              <a:gd name="adj3" fmla="val 8427"/>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782" tIns="105426" rIns="131782" bIns="105426" numCol="1" spcCol="0" rtlCol="0" fromWordArt="0" anchor="t" anchorCtr="0" forceAA="0" compatLnSpc="1">
            <a:prstTxWarp prst="textNoShape">
              <a:avLst/>
            </a:prstTxWarp>
            <a:noAutofit/>
          </a:bodyPr>
          <a:lstStyle/>
          <a:p>
            <a:pPr algn="ctr" defTabSz="671882">
              <a:lnSpc>
                <a:spcPct val="90000"/>
              </a:lnSpc>
              <a:defRPr/>
            </a:pPr>
            <a:endParaRPr lang="en-US" sz="1730" kern="0" dirty="0">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14" name="Up Arrow 13"/>
          <p:cNvSpPr/>
          <p:nvPr/>
        </p:nvSpPr>
        <p:spPr bwMode="auto">
          <a:xfrm rot="10800000">
            <a:off x="5970599" y="1627699"/>
            <a:ext cx="164729" cy="706167"/>
          </a:xfrm>
          <a:prstGeom prst="upArrow">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782" tIns="105426" rIns="131782" bIns="105426" numCol="1" spcCol="0" rtlCol="0" fromWordArt="0" anchor="t" anchorCtr="0" forceAA="0" compatLnSpc="1">
            <a:prstTxWarp prst="textNoShape">
              <a:avLst/>
            </a:prstTxWarp>
            <a:noAutofit/>
          </a:bodyPr>
          <a:lstStyle/>
          <a:p>
            <a:pPr algn="ctr" defTabSz="671882">
              <a:lnSpc>
                <a:spcPct val="90000"/>
              </a:lnSpc>
              <a:defRPr/>
            </a:pPr>
            <a:endParaRPr lang="en-US" sz="1730" kern="0" dirty="0">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15" name="Block Arc 14"/>
          <p:cNvSpPr/>
          <p:nvPr/>
        </p:nvSpPr>
        <p:spPr bwMode="auto">
          <a:xfrm>
            <a:off x="5107862" y="1159651"/>
            <a:ext cx="988373" cy="988372"/>
          </a:xfrm>
          <a:prstGeom prst="blockArc">
            <a:avLst>
              <a:gd name="adj1" fmla="val 2520757"/>
              <a:gd name="adj2" fmla="val 21468709"/>
              <a:gd name="adj3" fmla="val 8427"/>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782" tIns="105426" rIns="131782" bIns="105426" numCol="1" spcCol="0" rtlCol="0" fromWordArt="0" anchor="t" anchorCtr="0" forceAA="0" compatLnSpc="1">
            <a:prstTxWarp prst="textNoShape">
              <a:avLst/>
            </a:prstTxWarp>
            <a:noAutofit/>
          </a:bodyPr>
          <a:lstStyle/>
          <a:p>
            <a:pPr algn="ctr" defTabSz="671882">
              <a:lnSpc>
                <a:spcPct val="90000"/>
              </a:lnSpc>
              <a:defRPr/>
            </a:pPr>
            <a:endParaRPr lang="en-US" sz="1730" kern="0" dirty="0">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16" name="TextBox 15"/>
          <p:cNvSpPr txBox="1"/>
          <p:nvPr/>
        </p:nvSpPr>
        <p:spPr>
          <a:xfrm>
            <a:off x="5240950" y="2790040"/>
            <a:ext cx="716582" cy="352501"/>
          </a:xfrm>
          <a:prstGeom prst="rect">
            <a:avLst/>
          </a:prstGeom>
          <a:noFill/>
        </p:spPr>
        <p:txBody>
          <a:bodyPr wrap="none" lIns="131782" tIns="105426" rIns="131782" bIns="105426" rtlCol="0">
            <a:spAutoFit/>
          </a:bodyPr>
          <a:lstStyle/>
          <a:p>
            <a:pPr defTabSz="672076">
              <a:lnSpc>
                <a:spcPct val="90000"/>
              </a:lnSpc>
              <a:spcAft>
                <a:spcPts val="432"/>
              </a:spcAft>
              <a:defRPr/>
            </a:pPr>
            <a:r>
              <a:rPr lang="en-US" sz="1008" b="1" kern="0" dirty="0">
                <a:latin typeface="Segoe UI"/>
              </a:rPr>
              <a:t>Income</a:t>
            </a:r>
          </a:p>
        </p:txBody>
      </p:sp>
      <p:sp>
        <p:nvSpPr>
          <p:cNvPr id="17" name="TextBox 16"/>
          <p:cNvSpPr txBox="1"/>
          <p:nvPr/>
        </p:nvSpPr>
        <p:spPr>
          <a:xfrm>
            <a:off x="5109343" y="1608148"/>
            <a:ext cx="979475" cy="352501"/>
          </a:xfrm>
          <a:prstGeom prst="rect">
            <a:avLst/>
          </a:prstGeom>
          <a:noFill/>
        </p:spPr>
        <p:txBody>
          <a:bodyPr wrap="none" lIns="131782" tIns="105426" rIns="131782" bIns="105426" rtlCol="0">
            <a:spAutoFit/>
          </a:bodyPr>
          <a:lstStyle/>
          <a:p>
            <a:pPr defTabSz="672076">
              <a:lnSpc>
                <a:spcPct val="90000"/>
              </a:lnSpc>
              <a:spcAft>
                <a:spcPts val="432"/>
              </a:spcAft>
              <a:defRPr/>
            </a:pPr>
            <a:r>
              <a:rPr lang="en-US" sz="1008" b="1" kern="0" dirty="0">
                <a:latin typeface="Segoe UI"/>
              </a:rPr>
              <a:t>Intelligence</a:t>
            </a:r>
          </a:p>
        </p:txBody>
      </p:sp>
      <p:grpSp>
        <p:nvGrpSpPr>
          <p:cNvPr id="18" name="Group 17"/>
          <p:cNvGrpSpPr/>
          <p:nvPr/>
        </p:nvGrpSpPr>
        <p:grpSpPr>
          <a:xfrm rot="10800000">
            <a:off x="5103407" y="2292914"/>
            <a:ext cx="1029481" cy="1175612"/>
            <a:chOff x="1258824" y="3085023"/>
            <a:chExt cx="1428646" cy="1631439"/>
          </a:xfrm>
          <a:solidFill>
            <a:schemeClr val="tx1"/>
          </a:solidFill>
        </p:grpSpPr>
        <p:sp>
          <p:nvSpPr>
            <p:cNvPr id="25" name="Up Arrow 24"/>
            <p:cNvSpPr/>
            <p:nvPr/>
          </p:nvSpPr>
          <p:spPr bwMode="auto">
            <a:xfrm>
              <a:off x="1258824" y="3085023"/>
              <a:ext cx="228600" cy="979972"/>
            </a:xfrm>
            <a:prstGeom prst="upArrow">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782" tIns="105426" rIns="131782" bIns="105426" numCol="1" spcCol="0" rtlCol="0" fromWordArt="0" anchor="t" anchorCtr="0" forceAA="0" compatLnSpc="1">
              <a:prstTxWarp prst="textNoShape">
                <a:avLst/>
              </a:prstTxWarp>
              <a:noAutofit/>
            </a:bodyPr>
            <a:lstStyle/>
            <a:p>
              <a:pPr algn="ctr" defTabSz="671882">
                <a:lnSpc>
                  <a:spcPct val="90000"/>
                </a:lnSpc>
                <a:defRPr/>
              </a:pPr>
              <a:endParaRPr lang="en-US" sz="1730" kern="0" dirty="0">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26" name="Block Arc 25"/>
            <p:cNvSpPr/>
            <p:nvPr/>
          </p:nvSpPr>
          <p:spPr bwMode="auto">
            <a:xfrm rot="10800000">
              <a:off x="1315870" y="3344862"/>
              <a:ext cx="1371600" cy="1371600"/>
            </a:xfrm>
            <a:prstGeom prst="blockArc">
              <a:avLst>
                <a:gd name="adj1" fmla="val 13461323"/>
                <a:gd name="adj2" fmla="val 21468709"/>
                <a:gd name="adj3" fmla="val 8427"/>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782" tIns="105426" rIns="131782" bIns="105426" numCol="1" spcCol="0" rtlCol="0" fromWordArt="0" anchor="t" anchorCtr="0" forceAA="0" compatLnSpc="1">
              <a:prstTxWarp prst="textNoShape">
                <a:avLst/>
              </a:prstTxWarp>
              <a:noAutofit/>
            </a:bodyPr>
            <a:lstStyle/>
            <a:p>
              <a:pPr algn="ctr" defTabSz="671882">
                <a:lnSpc>
                  <a:spcPct val="90000"/>
                </a:lnSpc>
                <a:defRPr/>
              </a:pPr>
              <a:endParaRPr lang="en-US" sz="1730" kern="0" dirty="0">
                <a:gradFill>
                  <a:gsLst>
                    <a:gs pos="0">
                      <a:srgbClr val="FFFFFF"/>
                    </a:gs>
                    <a:gs pos="100000">
                      <a:srgbClr val="FFFFFF"/>
                    </a:gs>
                  </a:gsLst>
                  <a:lin ang="5400000" scaled="0"/>
                </a:gradFill>
                <a:latin typeface="Segoe UI"/>
                <a:ea typeface="Segoe UI" pitchFamily="34" charset="0"/>
                <a:cs typeface="Segoe UI" pitchFamily="34" charset="0"/>
              </a:endParaRPr>
            </a:p>
          </p:txBody>
        </p:sp>
      </p:grpSp>
      <p:sp>
        <p:nvSpPr>
          <p:cNvPr id="19" name="Freeform 73"/>
          <p:cNvSpPr>
            <a:spLocks noChangeAspect="1" noEditPoints="1"/>
          </p:cNvSpPr>
          <p:nvPr/>
        </p:nvSpPr>
        <p:spPr bwMode="black">
          <a:xfrm>
            <a:off x="5489792" y="3663706"/>
            <a:ext cx="217442" cy="217441"/>
          </a:xfrm>
          <a:custGeom>
            <a:avLst/>
            <a:gdLst>
              <a:gd name="T0" fmla="*/ 313 w 330"/>
              <a:gd name="T1" fmla="*/ 161 h 330"/>
              <a:gd name="T2" fmla="*/ 313 w 330"/>
              <a:gd name="T3" fmla="*/ 128 h 330"/>
              <a:gd name="T4" fmla="*/ 284 w 330"/>
              <a:gd name="T5" fmla="*/ 137 h 330"/>
              <a:gd name="T6" fmla="*/ 298 w 330"/>
              <a:gd name="T7" fmla="*/ 111 h 330"/>
              <a:gd name="T8" fmla="*/ 330 w 330"/>
              <a:gd name="T9" fmla="*/ 103 h 330"/>
              <a:gd name="T10" fmla="*/ 298 w 330"/>
              <a:gd name="T11" fmla="*/ 95 h 330"/>
              <a:gd name="T12" fmla="*/ 284 w 330"/>
              <a:gd name="T13" fmla="*/ 87 h 330"/>
              <a:gd name="T14" fmla="*/ 235 w 330"/>
              <a:gd name="T15" fmla="*/ 46 h 330"/>
              <a:gd name="T16" fmla="*/ 244 w 330"/>
              <a:gd name="T17" fmla="*/ 17 h 330"/>
              <a:gd name="T18" fmla="*/ 211 w 330"/>
              <a:gd name="T19" fmla="*/ 17 h 330"/>
              <a:gd name="T20" fmla="*/ 219 w 330"/>
              <a:gd name="T21" fmla="*/ 46 h 330"/>
              <a:gd name="T22" fmla="*/ 194 w 330"/>
              <a:gd name="T23" fmla="*/ 32 h 330"/>
              <a:gd name="T24" fmla="*/ 186 w 330"/>
              <a:gd name="T25" fmla="*/ 0 h 330"/>
              <a:gd name="T26" fmla="*/ 178 w 330"/>
              <a:gd name="T27" fmla="*/ 32 h 330"/>
              <a:gd name="T28" fmla="*/ 152 w 330"/>
              <a:gd name="T29" fmla="*/ 46 h 330"/>
              <a:gd name="T30" fmla="*/ 161 w 330"/>
              <a:gd name="T31" fmla="*/ 17 h 330"/>
              <a:gd name="T32" fmla="*/ 128 w 330"/>
              <a:gd name="T33" fmla="*/ 17 h 330"/>
              <a:gd name="T34" fmla="*/ 137 w 330"/>
              <a:gd name="T35" fmla="*/ 46 h 330"/>
              <a:gd name="T36" fmla="*/ 111 w 330"/>
              <a:gd name="T37" fmla="*/ 32 h 330"/>
              <a:gd name="T38" fmla="*/ 103 w 330"/>
              <a:gd name="T39" fmla="*/ 0 h 330"/>
              <a:gd name="T40" fmla="*/ 95 w 330"/>
              <a:gd name="T41" fmla="*/ 32 h 330"/>
              <a:gd name="T42" fmla="*/ 87 w 330"/>
              <a:gd name="T43" fmla="*/ 46 h 330"/>
              <a:gd name="T44" fmla="*/ 46 w 330"/>
              <a:gd name="T45" fmla="*/ 95 h 330"/>
              <a:gd name="T46" fmla="*/ 17 w 330"/>
              <a:gd name="T47" fmla="*/ 86 h 330"/>
              <a:gd name="T48" fmla="*/ 17 w 330"/>
              <a:gd name="T49" fmla="*/ 120 h 330"/>
              <a:gd name="T50" fmla="*/ 46 w 330"/>
              <a:gd name="T51" fmla="*/ 111 h 330"/>
              <a:gd name="T52" fmla="*/ 32 w 330"/>
              <a:gd name="T53" fmla="*/ 137 h 330"/>
              <a:gd name="T54" fmla="*/ 0 w 330"/>
              <a:gd name="T55" fmla="*/ 144 h 330"/>
              <a:gd name="T56" fmla="*/ 32 w 330"/>
              <a:gd name="T57" fmla="*/ 152 h 330"/>
              <a:gd name="T58" fmla="*/ 46 w 330"/>
              <a:gd name="T59" fmla="*/ 178 h 330"/>
              <a:gd name="T60" fmla="*/ 17 w 330"/>
              <a:gd name="T61" fmla="*/ 169 h 330"/>
              <a:gd name="T62" fmla="*/ 17 w 330"/>
              <a:gd name="T63" fmla="*/ 203 h 330"/>
              <a:gd name="T64" fmla="*/ 46 w 330"/>
              <a:gd name="T65" fmla="*/ 194 h 330"/>
              <a:gd name="T66" fmla="*/ 32 w 330"/>
              <a:gd name="T67" fmla="*/ 219 h 330"/>
              <a:gd name="T68" fmla="*/ 0 w 330"/>
              <a:gd name="T69" fmla="*/ 227 h 330"/>
              <a:gd name="T70" fmla="*/ 32 w 330"/>
              <a:gd name="T71" fmla="*/ 235 h 330"/>
              <a:gd name="T72" fmla="*/ 46 w 330"/>
              <a:gd name="T73" fmla="*/ 243 h 330"/>
              <a:gd name="T74" fmla="*/ 95 w 330"/>
              <a:gd name="T75" fmla="*/ 284 h 330"/>
              <a:gd name="T76" fmla="*/ 86 w 330"/>
              <a:gd name="T77" fmla="*/ 313 h 330"/>
              <a:gd name="T78" fmla="*/ 120 w 330"/>
              <a:gd name="T79" fmla="*/ 313 h 330"/>
              <a:gd name="T80" fmla="*/ 111 w 330"/>
              <a:gd name="T81" fmla="*/ 284 h 330"/>
              <a:gd name="T82" fmla="*/ 137 w 330"/>
              <a:gd name="T83" fmla="*/ 298 h 330"/>
              <a:gd name="T84" fmla="*/ 144 w 330"/>
              <a:gd name="T85" fmla="*/ 330 h 330"/>
              <a:gd name="T86" fmla="*/ 152 w 330"/>
              <a:gd name="T87" fmla="*/ 298 h 330"/>
              <a:gd name="T88" fmla="*/ 178 w 330"/>
              <a:gd name="T89" fmla="*/ 284 h 330"/>
              <a:gd name="T90" fmla="*/ 169 w 330"/>
              <a:gd name="T91" fmla="*/ 313 h 330"/>
              <a:gd name="T92" fmla="*/ 203 w 330"/>
              <a:gd name="T93" fmla="*/ 313 h 330"/>
              <a:gd name="T94" fmla="*/ 194 w 330"/>
              <a:gd name="T95" fmla="*/ 284 h 330"/>
              <a:gd name="T96" fmla="*/ 219 w 330"/>
              <a:gd name="T97" fmla="*/ 298 h 330"/>
              <a:gd name="T98" fmla="*/ 227 w 330"/>
              <a:gd name="T99" fmla="*/ 330 h 330"/>
              <a:gd name="T100" fmla="*/ 235 w 330"/>
              <a:gd name="T101" fmla="*/ 298 h 330"/>
              <a:gd name="T102" fmla="*/ 243 w 330"/>
              <a:gd name="T103" fmla="*/ 284 h 330"/>
              <a:gd name="T104" fmla="*/ 284 w 330"/>
              <a:gd name="T105" fmla="*/ 235 h 330"/>
              <a:gd name="T106" fmla="*/ 313 w 330"/>
              <a:gd name="T107" fmla="*/ 244 h 330"/>
              <a:gd name="T108" fmla="*/ 313 w 330"/>
              <a:gd name="T109" fmla="*/ 211 h 330"/>
              <a:gd name="T110" fmla="*/ 284 w 330"/>
              <a:gd name="T111" fmla="*/ 219 h 330"/>
              <a:gd name="T112" fmla="*/ 298 w 330"/>
              <a:gd name="T113" fmla="*/ 194 h 330"/>
              <a:gd name="T114" fmla="*/ 330 w 330"/>
              <a:gd name="T115" fmla="*/ 186 h 330"/>
              <a:gd name="T116" fmla="*/ 298 w 330"/>
              <a:gd name="T117" fmla="*/ 178 h 330"/>
              <a:gd name="T118" fmla="*/ 284 w 330"/>
              <a:gd name="T119" fmla="*/ 152 h 330"/>
              <a:gd name="T120" fmla="*/ 165 w 330"/>
              <a:gd name="T121" fmla="*/ 267 h 330"/>
              <a:gd name="T122" fmla="*/ 165 w 330"/>
              <a:gd name="T123" fmla="*/ 63 h 330"/>
              <a:gd name="T124" fmla="*/ 165 w 330"/>
              <a:gd name="T125" fmla="*/ 267 h 3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30" h="330">
                <a:moveTo>
                  <a:pt x="298" y="152"/>
                </a:moveTo>
                <a:cubicBezTo>
                  <a:pt x="301" y="158"/>
                  <a:pt x="307" y="161"/>
                  <a:pt x="313" y="161"/>
                </a:cubicBezTo>
                <a:cubicBezTo>
                  <a:pt x="322" y="161"/>
                  <a:pt x="330" y="154"/>
                  <a:pt x="330" y="144"/>
                </a:cubicBezTo>
                <a:cubicBezTo>
                  <a:pt x="330" y="135"/>
                  <a:pt x="322" y="128"/>
                  <a:pt x="313" y="128"/>
                </a:cubicBezTo>
                <a:cubicBezTo>
                  <a:pt x="307" y="128"/>
                  <a:pt x="301" y="131"/>
                  <a:pt x="298" y="137"/>
                </a:cubicBezTo>
                <a:cubicBezTo>
                  <a:pt x="284" y="137"/>
                  <a:pt x="284" y="137"/>
                  <a:pt x="284" y="137"/>
                </a:cubicBezTo>
                <a:cubicBezTo>
                  <a:pt x="284" y="111"/>
                  <a:pt x="284" y="111"/>
                  <a:pt x="284" y="111"/>
                </a:cubicBezTo>
                <a:cubicBezTo>
                  <a:pt x="298" y="111"/>
                  <a:pt x="298" y="111"/>
                  <a:pt x="298" y="111"/>
                </a:cubicBezTo>
                <a:cubicBezTo>
                  <a:pt x="301" y="116"/>
                  <a:pt x="307" y="120"/>
                  <a:pt x="313" y="120"/>
                </a:cubicBezTo>
                <a:cubicBezTo>
                  <a:pt x="322" y="120"/>
                  <a:pt x="330" y="112"/>
                  <a:pt x="330" y="103"/>
                </a:cubicBezTo>
                <a:cubicBezTo>
                  <a:pt x="330" y="94"/>
                  <a:pt x="322" y="86"/>
                  <a:pt x="313" y="86"/>
                </a:cubicBezTo>
                <a:cubicBezTo>
                  <a:pt x="307" y="86"/>
                  <a:pt x="301" y="90"/>
                  <a:pt x="298" y="95"/>
                </a:cubicBezTo>
                <a:cubicBezTo>
                  <a:pt x="284" y="95"/>
                  <a:pt x="284" y="95"/>
                  <a:pt x="284" y="95"/>
                </a:cubicBezTo>
                <a:cubicBezTo>
                  <a:pt x="284" y="87"/>
                  <a:pt x="284" y="87"/>
                  <a:pt x="284" y="87"/>
                </a:cubicBezTo>
                <a:cubicBezTo>
                  <a:pt x="284" y="65"/>
                  <a:pt x="266" y="46"/>
                  <a:pt x="243" y="46"/>
                </a:cubicBezTo>
                <a:cubicBezTo>
                  <a:pt x="235" y="46"/>
                  <a:pt x="235" y="46"/>
                  <a:pt x="235" y="46"/>
                </a:cubicBezTo>
                <a:cubicBezTo>
                  <a:pt x="235" y="32"/>
                  <a:pt x="235" y="32"/>
                  <a:pt x="235" y="32"/>
                </a:cubicBezTo>
                <a:cubicBezTo>
                  <a:pt x="240" y="29"/>
                  <a:pt x="244" y="23"/>
                  <a:pt x="244" y="17"/>
                </a:cubicBezTo>
                <a:cubicBezTo>
                  <a:pt x="244" y="8"/>
                  <a:pt x="237" y="0"/>
                  <a:pt x="227" y="0"/>
                </a:cubicBezTo>
                <a:cubicBezTo>
                  <a:pt x="218" y="0"/>
                  <a:pt x="211" y="8"/>
                  <a:pt x="211" y="17"/>
                </a:cubicBezTo>
                <a:cubicBezTo>
                  <a:pt x="211" y="23"/>
                  <a:pt x="214" y="29"/>
                  <a:pt x="219" y="32"/>
                </a:cubicBezTo>
                <a:cubicBezTo>
                  <a:pt x="219" y="46"/>
                  <a:pt x="219" y="46"/>
                  <a:pt x="219" y="46"/>
                </a:cubicBezTo>
                <a:cubicBezTo>
                  <a:pt x="194" y="46"/>
                  <a:pt x="194" y="46"/>
                  <a:pt x="194" y="46"/>
                </a:cubicBezTo>
                <a:cubicBezTo>
                  <a:pt x="194" y="32"/>
                  <a:pt x="194" y="32"/>
                  <a:pt x="194" y="32"/>
                </a:cubicBezTo>
                <a:cubicBezTo>
                  <a:pt x="199" y="29"/>
                  <a:pt x="203" y="23"/>
                  <a:pt x="203" y="17"/>
                </a:cubicBezTo>
                <a:cubicBezTo>
                  <a:pt x="203" y="8"/>
                  <a:pt x="195" y="0"/>
                  <a:pt x="186" y="0"/>
                </a:cubicBezTo>
                <a:cubicBezTo>
                  <a:pt x="177" y="0"/>
                  <a:pt x="169" y="8"/>
                  <a:pt x="169" y="17"/>
                </a:cubicBezTo>
                <a:cubicBezTo>
                  <a:pt x="169" y="23"/>
                  <a:pt x="173" y="29"/>
                  <a:pt x="178" y="32"/>
                </a:cubicBezTo>
                <a:cubicBezTo>
                  <a:pt x="178" y="46"/>
                  <a:pt x="178" y="46"/>
                  <a:pt x="178" y="46"/>
                </a:cubicBezTo>
                <a:cubicBezTo>
                  <a:pt x="152" y="46"/>
                  <a:pt x="152" y="46"/>
                  <a:pt x="152" y="46"/>
                </a:cubicBezTo>
                <a:cubicBezTo>
                  <a:pt x="152" y="32"/>
                  <a:pt x="152" y="32"/>
                  <a:pt x="152" y="32"/>
                </a:cubicBezTo>
                <a:cubicBezTo>
                  <a:pt x="158" y="29"/>
                  <a:pt x="161" y="23"/>
                  <a:pt x="161" y="17"/>
                </a:cubicBezTo>
                <a:cubicBezTo>
                  <a:pt x="161" y="8"/>
                  <a:pt x="154" y="0"/>
                  <a:pt x="144" y="0"/>
                </a:cubicBezTo>
                <a:cubicBezTo>
                  <a:pt x="135" y="0"/>
                  <a:pt x="128" y="8"/>
                  <a:pt x="128" y="17"/>
                </a:cubicBezTo>
                <a:cubicBezTo>
                  <a:pt x="128" y="23"/>
                  <a:pt x="131" y="29"/>
                  <a:pt x="137" y="32"/>
                </a:cubicBezTo>
                <a:cubicBezTo>
                  <a:pt x="137" y="46"/>
                  <a:pt x="137" y="46"/>
                  <a:pt x="137" y="46"/>
                </a:cubicBezTo>
                <a:cubicBezTo>
                  <a:pt x="111" y="46"/>
                  <a:pt x="111" y="46"/>
                  <a:pt x="111" y="46"/>
                </a:cubicBezTo>
                <a:cubicBezTo>
                  <a:pt x="111" y="32"/>
                  <a:pt x="111" y="32"/>
                  <a:pt x="111" y="32"/>
                </a:cubicBezTo>
                <a:cubicBezTo>
                  <a:pt x="116" y="29"/>
                  <a:pt x="120" y="23"/>
                  <a:pt x="120" y="17"/>
                </a:cubicBezTo>
                <a:cubicBezTo>
                  <a:pt x="120" y="8"/>
                  <a:pt x="112" y="0"/>
                  <a:pt x="103" y="0"/>
                </a:cubicBezTo>
                <a:cubicBezTo>
                  <a:pt x="94" y="0"/>
                  <a:pt x="86" y="8"/>
                  <a:pt x="86" y="17"/>
                </a:cubicBezTo>
                <a:cubicBezTo>
                  <a:pt x="86" y="23"/>
                  <a:pt x="90" y="29"/>
                  <a:pt x="95" y="32"/>
                </a:cubicBezTo>
                <a:cubicBezTo>
                  <a:pt x="95" y="46"/>
                  <a:pt x="95" y="46"/>
                  <a:pt x="95" y="46"/>
                </a:cubicBezTo>
                <a:cubicBezTo>
                  <a:pt x="87" y="46"/>
                  <a:pt x="87" y="46"/>
                  <a:pt x="87" y="46"/>
                </a:cubicBezTo>
                <a:cubicBezTo>
                  <a:pt x="65" y="46"/>
                  <a:pt x="46" y="65"/>
                  <a:pt x="46" y="87"/>
                </a:cubicBezTo>
                <a:cubicBezTo>
                  <a:pt x="46" y="95"/>
                  <a:pt x="46" y="95"/>
                  <a:pt x="46" y="95"/>
                </a:cubicBezTo>
                <a:cubicBezTo>
                  <a:pt x="32" y="95"/>
                  <a:pt x="32" y="95"/>
                  <a:pt x="32" y="95"/>
                </a:cubicBezTo>
                <a:cubicBezTo>
                  <a:pt x="29" y="90"/>
                  <a:pt x="23" y="86"/>
                  <a:pt x="17" y="86"/>
                </a:cubicBezTo>
                <a:cubicBezTo>
                  <a:pt x="8" y="86"/>
                  <a:pt x="0" y="94"/>
                  <a:pt x="0" y="103"/>
                </a:cubicBezTo>
                <a:cubicBezTo>
                  <a:pt x="0" y="112"/>
                  <a:pt x="8" y="120"/>
                  <a:pt x="17" y="120"/>
                </a:cubicBezTo>
                <a:cubicBezTo>
                  <a:pt x="23" y="120"/>
                  <a:pt x="29" y="116"/>
                  <a:pt x="32" y="111"/>
                </a:cubicBezTo>
                <a:cubicBezTo>
                  <a:pt x="46" y="111"/>
                  <a:pt x="46" y="111"/>
                  <a:pt x="46" y="111"/>
                </a:cubicBezTo>
                <a:cubicBezTo>
                  <a:pt x="46" y="137"/>
                  <a:pt x="46" y="137"/>
                  <a:pt x="46" y="137"/>
                </a:cubicBezTo>
                <a:cubicBezTo>
                  <a:pt x="32" y="137"/>
                  <a:pt x="32" y="137"/>
                  <a:pt x="32" y="137"/>
                </a:cubicBezTo>
                <a:cubicBezTo>
                  <a:pt x="29" y="131"/>
                  <a:pt x="23" y="128"/>
                  <a:pt x="17" y="128"/>
                </a:cubicBezTo>
                <a:cubicBezTo>
                  <a:pt x="8" y="128"/>
                  <a:pt x="0" y="135"/>
                  <a:pt x="0" y="144"/>
                </a:cubicBezTo>
                <a:cubicBezTo>
                  <a:pt x="0" y="154"/>
                  <a:pt x="8" y="161"/>
                  <a:pt x="17" y="161"/>
                </a:cubicBezTo>
                <a:cubicBezTo>
                  <a:pt x="23" y="161"/>
                  <a:pt x="29" y="158"/>
                  <a:pt x="32" y="152"/>
                </a:cubicBezTo>
                <a:cubicBezTo>
                  <a:pt x="46" y="152"/>
                  <a:pt x="46" y="152"/>
                  <a:pt x="46" y="152"/>
                </a:cubicBezTo>
                <a:cubicBezTo>
                  <a:pt x="46" y="178"/>
                  <a:pt x="46" y="178"/>
                  <a:pt x="46" y="178"/>
                </a:cubicBezTo>
                <a:cubicBezTo>
                  <a:pt x="32" y="178"/>
                  <a:pt x="32" y="178"/>
                  <a:pt x="32" y="178"/>
                </a:cubicBezTo>
                <a:cubicBezTo>
                  <a:pt x="29" y="173"/>
                  <a:pt x="23" y="169"/>
                  <a:pt x="17" y="169"/>
                </a:cubicBezTo>
                <a:cubicBezTo>
                  <a:pt x="8" y="169"/>
                  <a:pt x="0" y="177"/>
                  <a:pt x="0" y="186"/>
                </a:cubicBezTo>
                <a:cubicBezTo>
                  <a:pt x="0" y="195"/>
                  <a:pt x="8" y="203"/>
                  <a:pt x="17" y="203"/>
                </a:cubicBezTo>
                <a:cubicBezTo>
                  <a:pt x="23" y="203"/>
                  <a:pt x="29" y="199"/>
                  <a:pt x="32" y="194"/>
                </a:cubicBezTo>
                <a:cubicBezTo>
                  <a:pt x="46" y="194"/>
                  <a:pt x="46" y="194"/>
                  <a:pt x="46" y="194"/>
                </a:cubicBezTo>
                <a:cubicBezTo>
                  <a:pt x="46" y="219"/>
                  <a:pt x="46" y="219"/>
                  <a:pt x="46" y="219"/>
                </a:cubicBezTo>
                <a:cubicBezTo>
                  <a:pt x="32" y="219"/>
                  <a:pt x="32" y="219"/>
                  <a:pt x="32" y="219"/>
                </a:cubicBezTo>
                <a:cubicBezTo>
                  <a:pt x="29" y="214"/>
                  <a:pt x="23" y="211"/>
                  <a:pt x="17" y="211"/>
                </a:cubicBezTo>
                <a:cubicBezTo>
                  <a:pt x="8" y="211"/>
                  <a:pt x="0" y="218"/>
                  <a:pt x="0" y="227"/>
                </a:cubicBezTo>
                <a:cubicBezTo>
                  <a:pt x="0" y="237"/>
                  <a:pt x="8" y="244"/>
                  <a:pt x="17" y="244"/>
                </a:cubicBezTo>
                <a:cubicBezTo>
                  <a:pt x="23" y="244"/>
                  <a:pt x="29" y="240"/>
                  <a:pt x="32" y="235"/>
                </a:cubicBezTo>
                <a:cubicBezTo>
                  <a:pt x="46" y="235"/>
                  <a:pt x="46" y="235"/>
                  <a:pt x="46" y="235"/>
                </a:cubicBezTo>
                <a:cubicBezTo>
                  <a:pt x="46" y="243"/>
                  <a:pt x="46" y="243"/>
                  <a:pt x="46" y="243"/>
                </a:cubicBezTo>
                <a:cubicBezTo>
                  <a:pt x="46" y="266"/>
                  <a:pt x="65" y="284"/>
                  <a:pt x="87" y="284"/>
                </a:cubicBezTo>
                <a:cubicBezTo>
                  <a:pt x="95" y="284"/>
                  <a:pt x="95" y="284"/>
                  <a:pt x="95" y="284"/>
                </a:cubicBezTo>
                <a:cubicBezTo>
                  <a:pt x="95" y="298"/>
                  <a:pt x="95" y="298"/>
                  <a:pt x="95" y="298"/>
                </a:cubicBezTo>
                <a:cubicBezTo>
                  <a:pt x="90" y="301"/>
                  <a:pt x="86" y="307"/>
                  <a:pt x="86" y="313"/>
                </a:cubicBezTo>
                <a:cubicBezTo>
                  <a:pt x="86" y="322"/>
                  <a:pt x="94" y="330"/>
                  <a:pt x="103" y="330"/>
                </a:cubicBezTo>
                <a:cubicBezTo>
                  <a:pt x="112" y="330"/>
                  <a:pt x="120" y="322"/>
                  <a:pt x="120" y="313"/>
                </a:cubicBezTo>
                <a:cubicBezTo>
                  <a:pt x="120" y="307"/>
                  <a:pt x="116" y="301"/>
                  <a:pt x="111" y="298"/>
                </a:cubicBezTo>
                <a:cubicBezTo>
                  <a:pt x="111" y="284"/>
                  <a:pt x="111" y="284"/>
                  <a:pt x="111" y="284"/>
                </a:cubicBezTo>
                <a:cubicBezTo>
                  <a:pt x="137" y="284"/>
                  <a:pt x="137" y="284"/>
                  <a:pt x="137" y="284"/>
                </a:cubicBezTo>
                <a:cubicBezTo>
                  <a:pt x="137" y="298"/>
                  <a:pt x="137" y="298"/>
                  <a:pt x="137" y="298"/>
                </a:cubicBezTo>
                <a:cubicBezTo>
                  <a:pt x="131" y="301"/>
                  <a:pt x="128" y="307"/>
                  <a:pt x="128" y="313"/>
                </a:cubicBezTo>
                <a:cubicBezTo>
                  <a:pt x="128" y="322"/>
                  <a:pt x="135" y="330"/>
                  <a:pt x="144" y="330"/>
                </a:cubicBezTo>
                <a:cubicBezTo>
                  <a:pt x="154" y="330"/>
                  <a:pt x="161" y="322"/>
                  <a:pt x="161" y="313"/>
                </a:cubicBezTo>
                <a:cubicBezTo>
                  <a:pt x="161" y="307"/>
                  <a:pt x="158" y="301"/>
                  <a:pt x="152" y="298"/>
                </a:cubicBezTo>
                <a:cubicBezTo>
                  <a:pt x="152" y="284"/>
                  <a:pt x="152" y="284"/>
                  <a:pt x="152" y="284"/>
                </a:cubicBezTo>
                <a:cubicBezTo>
                  <a:pt x="178" y="284"/>
                  <a:pt x="178" y="284"/>
                  <a:pt x="178" y="284"/>
                </a:cubicBezTo>
                <a:cubicBezTo>
                  <a:pt x="178" y="298"/>
                  <a:pt x="178" y="298"/>
                  <a:pt x="178" y="298"/>
                </a:cubicBezTo>
                <a:cubicBezTo>
                  <a:pt x="173" y="301"/>
                  <a:pt x="169" y="307"/>
                  <a:pt x="169" y="313"/>
                </a:cubicBezTo>
                <a:cubicBezTo>
                  <a:pt x="169" y="322"/>
                  <a:pt x="177" y="330"/>
                  <a:pt x="186" y="330"/>
                </a:cubicBezTo>
                <a:cubicBezTo>
                  <a:pt x="195" y="330"/>
                  <a:pt x="203" y="322"/>
                  <a:pt x="203" y="313"/>
                </a:cubicBezTo>
                <a:cubicBezTo>
                  <a:pt x="203" y="307"/>
                  <a:pt x="199" y="301"/>
                  <a:pt x="194" y="298"/>
                </a:cubicBezTo>
                <a:cubicBezTo>
                  <a:pt x="194" y="284"/>
                  <a:pt x="194" y="284"/>
                  <a:pt x="194" y="284"/>
                </a:cubicBezTo>
                <a:cubicBezTo>
                  <a:pt x="219" y="284"/>
                  <a:pt x="219" y="284"/>
                  <a:pt x="219" y="284"/>
                </a:cubicBezTo>
                <a:cubicBezTo>
                  <a:pt x="219" y="298"/>
                  <a:pt x="219" y="298"/>
                  <a:pt x="219" y="298"/>
                </a:cubicBezTo>
                <a:cubicBezTo>
                  <a:pt x="214" y="301"/>
                  <a:pt x="211" y="307"/>
                  <a:pt x="211" y="313"/>
                </a:cubicBezTo>
                <a:cubicBezTo>
                  <a:pt x="211" y="322"/>
                  <a:pt x="218" y="330"/>
                  <a:pt x="227" y="330"/>
                </a:cubicBezTo>
                <a:cubicBezTo>
                  <a:pt x="237" y="330"/>
                  <a:pt x="244" y="322"/>
                  <a:pt x="244" y="313"/>
                </a:cubicBezTo>
                <a:cubicBezTo>
                  <a:pt x="244" y="307"/>
                  <a:pt x="240" y="301"/>
                  <a:pt x="235" y="298"/>
                </a:cubicBezTo>
                <a:cubicBezTo>
                  <a:pt x="235" y="284"/>
                  <a:pt x="235" y="284"/>
                  <a:pt x="235" y="284"/>
                </a:cubicBezTo>
                <a:cubicBezTo>
                  <a:pt x="243" y="284"/>
                  <a:pt x="243" y="284"/>
                  <a:pt x="243" y="284"/>
                </a:cubicBezTo>
                <a:cubicBezTo>
                  <a:pt x="266" y="284"/>
                  <a:pt x="284" y="266"/>
                  <a:pt x="284" y="243"/>
                </a:cubicBezTo>
                <a:cubicBezTo>
                  <a:pt x="284" y="235"/>
                  <a:pt x="284" y="235"/>
                  <a:pt x="284" y="235"/>
                </a:cubicBezTo>
                <a:cubicBezTo>
                  <a:pt x="298" y="235"/>
                  <a:pt x="298" y="235"/>
                  <a:pt x="298" y="235"/>
                </a:cubicBezTo>
                <a:cubicBezTo>
                  <a:pt x="301" y="240"/>
                  <a:pt x="307" y="244"/>
                  <a:pt x="313" y="244"/>
                </a:cubicBezTo>
                <a:cubicBezTo>
                  <a:pt x="322" y="244"/>
                  <a:pt x="330" y="237"/>
                  <a:pt x="330" y="227"/>
                </a:cubicBezTo>
                <a:cubicBezTo>
                  <a:pt x="330" y="218"/>
                  <a:pt x="322" y="211"/>
                  <a:pt x="313" y="211"/>
                </a:cubicBezTo>
                <a:cubicBezTo>
                  <a:pt x="307" y="211"/>
                  <a:pt x="301" y="214"/>
                  <a:pt x="298" y="219"/>
                </a:cubicBezTo>
                <a:cubicBezTo>
                  <a:pt x="284" y="219"/>
                  <a:pt x="284" y="219"/>
                  <a:pt x="284" y="219"/>
                </a:cubicBezTo>
                <a:cubicBezTo>
                  <a:pt x="284" y="194"/>
                  <a:pt x="284" y="194"/>
                  <a:pt x="284" y="194"/>
                </a:cubicBezTo>
                <a:cubicBezTo>
                  <a:pt x="298" y="194"/>
                  <a:pt x="298" y="194"/>
                  <a:pt x="298" y="194"/>
                </a:cubicBezTo>
                <a:cubicBezTo>
                  <a:pt x="301" y="199"/>
                  <a:pt x="307" y="203"/>
                  <a:pt x="313" y="203"/>
                </a:cubicBezTo>
                <a:cubicBezTo>
                  <a:pt x="322" y="203"/>
                  <a:pt x="330" y="195"/>
                  <a:pt x="330" y="186"/>
                </a:cubicBezTo>
                <a:cubicBezTo>
                  <a:pt x="330" y="177"/>
                  <a:pt x="322" y="169"/>
                  <a:pt x="313" y="169"/>
                </a:cubicBezTo>
                <a:cubicBezTo>
                  <a:pt x="307" y="169"/>
                  <a:pt x="301" y="173"/>
                  <a:pt x="298" y="178"/>
                </a:cubicBezTo>
                <a:cubicBezTo>
                  <a:pt x="284" y="178"/>
                  <a:pt x="284" y="178"/>
                  <a:pt x="284" y="178"/>
                </a:cubicBezTo>
                <a:cubicBezTo>
                  <a:pt x="284" y="152"/>
                  <a:pt x="284" y="152"/>
                  <a:pt x="284" y="152"/>
                </a:cubicBezTo>
                <a:lnTo>
                  <a:pt x="298" y="152"/>
                </a:lnTo>
                <a:close/>
                <a:moveTo>
                  <a:pt x="165" y="267"/>
                </a:moveTo>
                <a:cubicBezTo>
                  <a:pt x="109" y="267"/>
                  <a:pt x="63" y="221"/>
                  <a:pt x="63" y="165"/>
                </a:cubicBezTo>
                <a:cubicBezTo>
                  <a:pt x="63" y="109"/>
                  <a:pt x="109" y="63"/>
                  <a:pt x="165" y="63"/>
                </a:cubicBezTo>
                <a:cubicBezTo>
                  <a:pt x="221" y="63"/>
                  <a:pt x="267" y="109"/>
                  <a:pt x="267" y="165"/>
                </a:cubicBezTo>
                <a:cubicBezTo>
                  <a:pt x="267" y="221"/>
                  <a:pt x="221" y="267"/>
                  <a:pt x="165" y="267"/>
                </a:cubicBezTo>
                <a:close/>
              </a:path>
            </a:pathLst>
          </a:custGeom>
          <a:solidFill>
            <a:schemeClr val="tx1"/>
          </a:solidFill>
          <a:ln>
            <a:noFill/>
            <a:headEnd type="none" w="med" len="med"/>
            <a:tailEnd type="none" w="med" len="med"/>
          </a:ln>
          <a:effectLst/>
          <a:ex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782" tIns="105426" rIns="131782" bIns="105426" numCol="1" spcCol="0" rtlCol="0" fromWordArt="0" anchor="t" anchorCtr="0" forceAA="0" compatLnSpc="1">
            <a:prstTxWarp prst="textNoShape">
              <a:avLst/>
            </a:prstTxWarp>
            <a:noAutofit/>
          </a:bodyPr>
          <a:lstStyle/>
          <a:p>
            <a:pPr algn="ctr" defTabSz="671882">
              <a:lnSpc>
                <a:spcPct val="90000"/>
              </a:lnSpc>
              <a:defRPr/>
            </a:pPr>
            <a:endParaRPr lang="en-US" sz="1730" kern="0" dirty="0">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21" name="Freeform 20"/>
          <p:cNvSpPr>
            <a:spLocks noChangeAspect="1"/>
          </p:cNvSpPr>
          <p:nvPr/>
        </p:nvSpPr>
        <p:spPr bwMode="black">
          <a:xfrm>
            <a:off x="5533095" y="1399262"/>
            <a:ext cx="130839" cy="228438"/>
          </a:xfrm>
          <a:custGeom>
            <a:avLst/>
            <a:gdLst>
              <a:gd name="connsiteX0" fmla="*/ 64175 w 285415"/>
              <a:gd name="connsiteY0" fmla="*/ 373567 h 498318"/>
              <a:gd name="connsiteX1" fmla="*/ 220714 w 285415"/>
              <a:gd name="connsiteY1" fmla="*/ 373567 h 498318"/>
              <a:gd name="connsiteX2" fmla="*/ 223350 w 285415"/>
              <a:gd name="connsiteY2" fmla="*/ 377743 h 498318"/>
              <a:gd name="connsiteX3" fmla="*/ 188563 w 285415"/>
              <a:gd name="connsiteY3" fmla="*/ 433072 h 498318"/>
              <a:gd name="connsiteX4" fmla="*/ 186982 w 285415"/>
              <a:gd name="connsiteY4" fmla="*/ 435160 h 498318"/>
              <a:gd name="connsiteX5" fmla="*/ 189617 w 285415"/>
              <a:gd name="connsiteY5" fmla="*/ 442989 h 498318"/>
              <a:gd name="connsiteX6" fmla="*/ 186455 w 285415"/>
              <a:gd name="connsiteY6" fmla="*/ 451341 h 498318"/>
              <a:gd name="connsiteX7" fmla="*/ 189617 w 285415"/>
              <a:gd name="connsiteY7" fmla="*/ 459170 h 498318"/>
              <a:gd name="connsiteX8" fmla="*/ 186455 w 285415"/>
              <a:gd name="connsiteY8" fmla="*/ 467522 h 498318"/>
              <a:gd name="connsiteX9" fmla="*/ 189617 w 285415"/>
              <a:gd name="connsiteY9" fmla="*/ 475873 h 498318"/>
              <a:gd name="connsiteX10" fmla="*/ 177495 w 285415"/>
              <a:gd name="connsiteY10" fmla="*/ 487879 h 498318"/>
              <a:gd name="connsiteX11" fmla="*/ 170116 w 285415"/>
              <a:gd name="connsiteY11" fmla="*/ 487879 h 498318"/>
              <a:gd name="connsiteX12" fmla="*/ 164318 w 285415"/>
              <a:gd name="connsiteY12" fmla="*/ 497274 h 498318"/>
              <a:gd name="connsiteX13" fmla="*/ 162210 w 285415"/>
              <a:gd name="connsiteY13" fmla="*/ 498318 h 498318"/>
              <a:gd name="connsiteX14" fmla="*/ 133748 w 285415"/>
              <a:gd name="connsiteY14" fmla="*/ 498318 h 498318"/>
              <a:gd name="connsiteX15" fmla="*/ 131640 w 285415"/>
              <a:gd name="connsiteY15" fmla="*/ 497274 h 498318"/>
              <a:gd name="connsiteX16" fmla="*/ 124788 w 285415"/>
              <a:gd name="connsiteY16" fmla="*/ 487879 h 498318"/>
              <a:gd name="connsiteX17" fmla="*/ 116355 w 285415"/>
              <a:gd name="connsiteY17" fmla="*/ 487879 h 498318"/>
              <a:gd name="connsiteX18" fmla="*/ 103706 w 285415"/>
              <a:gd name="connsiteY18" fmla="*/ 475873 h 498318"/>
              <a:gd name="connsiteX19" fmla="*/ 106868 w 285415"/>
              <a:gd name="connsiteY19" fmla="*/ 467522 h 498318"/>
              <a:gd name="connsiteX20" fmla="*/ 103706 w 285415"/>
              <a:gd name="connsiteY20" fmla="*/ 459170 h 498318"/>
              <a:gd name="connsiteX21" fmla="*/ 106868 w 285415"/>
              <a:gd name="connsiteY21" fmla="*/ 451341 h 498318"/>
              <a:gd name="connsiteX22" fmla="*/ 103706 w 285415"/>
              <a:gd name="connsiteY22" fmla="*/ 442989 h 498318"/>
              <a:gd name="connsiteX23" fmla="*/ 105814 w 285415"/>
              <a:gd name="connsiteY23" fmla="*/ 436204 h 498318"/>
              <a:gd name="connsiteX24" fmla="*/ 102651 w 285415"/>
              <a:gd name="connsiteY24" fmla="*/ 433594 h 498318"/>
              <a:gd name="connsiteX25" fmla="*/ 62067 w 285415"/>
              <a:gd name="connsiteY25" fmla="*/ 377743 h 498318"/>
              <a:gd name="connsiteX26" fmla="*/ 64175 w 285415"/>
              <a:gd name="connsiteY26" fmla="*/ 373567 h 498318"/>
              <a:gd name="connsiteX27" fmla="*/ 142707 w 285415"/>
              <a:gd name="connsiteY27" fmla="*/ 0 h 498318"/>
              <a:gd name="connsiteX28" fmla="*/ 285415 w 285415"/>
              <a:gd name="connsiteY28" fmla="*/ 143004 h 498318"/>
              <a:gd name="connsiteX29" fmla="*/ 269269 w 285415"/>
              <a:gd name="connsiteY29" fmla="*/ 209287 h 498318"/>
              <a:gd name="connsiteX30" fmla="*/ 270832 w 285415"/>
              <a:gd name="connsiteY30" fmla="*/ 208765 h 498318"/>
              <a:gd name="connsiteX31" fmla="*/ 209374 w 285415"/>
              <a:gd name="connsiteY31" fmla="*/ 349681 h 498318"/>
              <a:gd name="connsiteX32" fmla="*/ 77604 w 285415"/>
              <a:gd name="connsiteY32" fmla="*/ 349681 h 498318"/>
              <a:gd name="connsiteX33" fmla="*/ 30729 w 285415"/>
              <a:gd name="connsiteY33" fmla="*/ 231729 h 498318"/>
              <a:gd name="connsiteX34" fmla="*/ 16146 w 285415"/>
              <a:gd name="connsiteY34" fmla="*/ 209287 h 498318"/>
              <a:gd name="connsiteX35" fmla="*/ 16146 w 285415"/>
              <a:gd name="connsiteY35" fmla="*/ 208765 h 498318"/>
              <a:gd name="connsiteX36" fmla="*/ 0 w 285415"/>
              <a:gd name="connsiteY36" fmla="*/ 143004 h 498318"/>
              <a:gd name="connsiteX37" fmla="*/ 142707 w 285415"/>
              <a:gd name="connsiteY37" fmla="*/ 0 h 498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285415" h="498318">
                <a:moveTo>
                  <a:pt x="64175" y="373567"/>
                </a:moveTo>
                <a:cubicBezTo>
                  <a:pt x="64175" y="373567"/>
                  <a:pt x="64175" y="373567"/>
                  <a:pt x="220714" y="373567"/>
                </a:cubicBezTo>
                <a:cubicBezTo>
                  <a:pt x="223877" y="373567"/>
                  <a:pt x="224931" y="375655"/>
                  <a:pt x="223350" y="377743"/>
                </a:cubicBezTo>
                <a:cubicBezTo>
                  <a:pt x="223350" y="377743"/>
                  <a:pt x="223350" y="377743"/>
                  <a:pt x="188563" y="433072"/>
                </a:cubicBezTo>
                <a:cubicBezTo>
                  <a:pt x="188036" y="433594"/>
                  <a:pt x="187509" y="434638"/>
                  <a:pt x="186982" y="435160"/>
                </a:cubicBezTo>
                <a:cubicBezTo>
                  <a:pt x="188563" y="437247"/>
                  <a:pt x="189617" y="440379"/>
                  <a:pt x="189617" y="442989"/>
                </a:cubicBezTo>
                <a:cubicBezTo>
                  <a:pt x="189617" y="446121"/>
                  <a:pt x="188563" y="448731"/>
                  <a:pt x="186455" y="451341"/>
                </a:cubicBezTo>
                <a:cubicBezTo>
                  <a:pt x="188563" y="453429"/>
                  <a:pt x="189617" y="456038"/>
                  <a:pt x="189617" y="459170"/>
                </a:cubicBezTo>
                <a:cubicBezTo>
                  <a:pt x="189617" y="462824"/>
                  <a:pt x="188563" y="465434"/>
                  <a:pt x="186455" y="467522"/>
                </a:cubicBezTo>
                <a:cubicBezTo>
                  <a:pt x="188563" y="469610"/>
                  <a:pt x="189617" y="472742"/>
                  <a:pt x="189617" y="475873"/>
                </a:cubicBezTo>
                <a:cubicBezTo>
                  <a:pt x="189617" y="482659"/>
                  <a:pt x="184347" y="487879"/>
                  <a:pt x="177495" y="487879"/>
                </a:cubicBezTo>
                <a:cubicBezTo>
                  <a:pt x="177495" y="487879"/>
                  <a:pt x="177495" y="487879"/>
                  <a:pt x="170116" y="487879"/>
                </a:cubicBezTo>
                <a:cubicBezTo>
                  <a:pt x="170116" y="487879"/>
                  <a:pt x="170116" y="487879"/>
                  <a:pt x="164318" y="497274"/>
                </a:cubicBezTo>
                <a:cubicBezTo>
                  <a:pt x="163791" y="497796"/>
                  <a:pt x="162737" y="498318"/>
                  <a:pt x="162210" y="498318"/>
                </a:cubicBezTo>
                <a:cubicBezTo>
                  <a:pt x="162210" y="498318"/>
                  <a:pt x="162210" y="498318"/>
                  <a:pt x="133748" y="498318"/>
                </a:cubicBezTo>
                <a:cubicBezTo>
                  <a:pt x="132694" y="498318"/>
                  <a:pt x="132167" y="497796"/>
                  <a:pt x="131640" y="497274"/>
                </a:cubicBezTo>
                <a:cubicBezTo>
                  <a:pt x="131640" y="497274"/>
                  <a:pt x="131640" y="497274"/>
                  <a:pt x="124788" y="487879"/>
                </a:cubicBezTo>
                <a:cubicBezTo>
                  <a:pt x="124788" y="487879"/>
                  <a:pt x="124788" y="487879"/>
                  <a:pt x="116355" y="487879"/>
                </a:cubicBezTo>
                <a:cubicBezTo>
                  <a:pt x="109503" y="487879"/>
                  <a:pt x="103706" y="482659"/>
                  <a:pt x="103706" y="475873"/>
                </a:cubicBezTo>
                <a:cubicBezTo>
                  <a:pt x="103706" y="472742"/>
                  <a:pt x="104760" y="469610"/>
                  <a:pt x="106868" y="467522"/>
                </a:cubicBezTo>
                <a:cubicBezTo>
                  <a:pt x="104760" y="465434"/>
                  <a:pt x="103706" y="462824"/>
                  <a:pt x="103706" y="459170"/>
                </a:cubicBezTo>
                <a:cubicBezTo>
                  <a:pt x="103706" y="456038"/>
                  <a:pt x="104760" y="453429"/>
                  <a:pt x="106868" y="451341"/>
                </a:cubicBezTo>
                <a:cubicBezTo>
                  <a:pt x="104760" y="448731"/>
                  <a:pt x="103706" y="446121"/>
                  <a:pt x="103706" y="442989"/>
                </a:cubicBezTo>
                <a:cubicBezTo>
                  <a:pt x="103706" y="440901"/>
                  <a:pt x="104760" y="438291"/>
                  <a:pt x="105814" y="436204"/>
                </a:cubicBezTo>
                <a:cubicBezTo>
                  <a:pt x="104760" y="435682"/>
                  <a:pt x="103178" y="434638"/>
                  <a:pt x="102651" y="433594"/>
                </a:cubicBezTo>
                <a:cubicBezTo>
                  <a:pt x="102651" y="433594"/>
                  <a:pt x="102651" y="433594"/>
                  <a:pt x="62067" y="377743"/>
                </a:cubicBezTo>
                <a:cubicBezTo>
                  <a:pt x="60486" y="375655"/>
                  <a:pt x="61540" y="373567"/>
                  <a:pt x="64175" y="373567"/>
                </a:cubicBezTo>
                <a:close/>
                <a:moveTo>
                  <a:pt x="142707" y="0"/>
                </a:moveTo>
                <a:cubicBezTo>
                  <a:pt x="221874" y="0"/>
                  <a:pt x="285415" y="64195"/>
                  <a:pt x="285415" y="143004"/>
                </a:cubicBezTo>
                <a:cubicBezTo>
                  <a:pt x="285415" y="167012"/>
                  <a:pt x="279686" y="189454"/>
                  <a:pt x="269269" y="209287"/>
                </a:cubicBezTo>
                <a:cubicBezTo>
                  <a:pt x="269269" y="209287"/>
                  <a:pt x="269269" y="209287"/>
                  <a:pt x="270832" y="208765"/>
                </a:cubicBezTo>
                <a:cubicBezTo>
                  <a:pt x="210936" y="297490"/>
                  <a:pt x="209374" y="341330"/>
                  <a:pt x="209374" y="349681"/>
                </a:cubicBezTo>
                <a:cubicBezTo>
                  <a:pt x="209374" y="349681"/>
                  <a:pt x="209374" y="349681"/>
                  <a:pt x="77604" y="349681"/>
                </a:cubicBezTo>
                <a:cubicBezTo>
                  <a:pt x="77604" y="342374"/>
                  <a:pt x="76041" y="305319"/>
                  <a:pt x="30729" y="231729"/>
                </a:cubicBezTo>
                <a:cubicBezTo>
                  <a:pt x="25521" y="224422"/>
                  <a:pt x="20312" y="217115"/>
                  <a:pt x="16146" y="209287"/>
                </a:cubicBezTo>
                <a:cubicBezTo>
                  <a:pt x="16146" y="209287"/>
                  <a:pt x="16146" y="208765"/>
                  <a:pt x="16146" y="208765"/>
                </a:cubicBezTo>
                <a:cubicBezTo>
                  <a:pt x="5729" y="189454"/>
                  <a:pt x="0" y="167012"/>
                  <a:pt x="0" y="143004"/>
                </a:cubicBezTo>
                <a:cubicBezTo>
                  <a:pt x="0" y="64195"/>
                  <a:pt x="64062" y="0"/>
                  <a:pt x="142707" y="0"/>
                </a:cubicBezTo>
                <a:close/>
              </a:path>
            </a:pathLst>
          </a:custGeom>
          <a:solidFill>
            <a:schemeClr val="tx1"/>
          </a:solidFill>
          <a:ln>
            <a:noFill/>
            <a:headEnd type="none" w="med" len="med"/>
            <a:tailEnd type="none" w="med" len="med"/>
          </a:ln>
          <a:effectLst/>
          <a:ex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782" tIns="105426" rIns="131782" bIns="105426" numCol="1" spcCol="0" rtlCol="0" fromWordArt="0" anchor="t" anchorCtr="0" forceAA="0" compatLnSpc="1">
            <a:prstTxWarp prst="textNoShape">
              <a:avLst/>
            </a:prstTxWarp>
            <a:noAutofit/>
          </a:bodyPr>
          <a:lstStyle/>
          <a:p>
            <a:pPr algn="ctr" defTabSz="671882">
              <a:lnSpc>
                <a:spcPct val="90000"/>
              </a:lnSpc>
              <a:defRPr/>
            </a:pPr>
            <a:endParaRPr lang="en-US" sz="1730" kern="0" dirty="0">
              <a:gradFill>
                <a:gsLst>
                  <a:gs pos="0">
                    <a:srgbClr val="FFFFFF"/>
                  </a:gs>
                  <a:gs pos="100000">
                    <a:srgbClr val="FFFFFF"/>
                  </a:gs>
                </a:gsLst>
                <a:lin ang="5400000" scaled="0"/>
              </a:gradFill>
              <a:latin typeface="Segoe UI"/>
              <a:ea typeface="Segoe UI" pitchFamily="34" charset="0"/>
              <a:cs typeface="Segoe UI" pitchFamily="34" charset="0"/>
            </a:endParaRPr>
          </a:p>
        </p:txBody>
      </p:sp>
      <p:cxnSp>
        <p:nvCxnSpPr>
          <p:cNvPr id="22" name="Straight Connector 21"/>
          <p:cNvCxnSpPr/>
          <p:nvPr/>
        </p:nvCxnSpPr>
        <p:spPr>
          <a:xfrm>
            <a:off x="6246344" y="1653836"/>
            <a:ext cx="435784" cy="0"/>
          </a:xfrm>
          <a:prstGeom prst="line">
            <a:avLst/>
          </a:prstGeom>
          <a:ln w="38100">
            <a:solidFill>
              <a:schemeClr val="tx1"/>
            </a:solidFill>
            <a:headEnd type="none"/>
            <a:tailEnd type="none"/>
          </a:ln>
        </p:spPr>
        <p:style>
          <a:lnRef idx="1">
            <a:schemeClr val="accent6"/>
          </a:lnRef>
          <a:fillRef idx="0">
            <a:schemeClr val="accent6"/>
          </a:fillRef>
          <a:effectRef idx="0">
            <a:schemeClr val="accent6"/>
          </a:effectRef>
          <a:fontRef idx="minor">
            <a:schemeClr val="tx1"/>
          </a:fontRef>
        </p:style>
      </p:cxnSp>
      <p:cxnSp>
        <p:nvCxnSpPr>
          <p:cNvPr id="23" name="Straight Connector 22"/>
          <p:cNvCxnSpPr/>
          <p:nvPr/>
        </p:nvCxnSpPr>
        <p:spPr>
          <a:xfrm>
            <a:off x="6246344" y="2786506"/>
            <a:ext cx="435784" cy="0"/>
          </a:xfrm>
          <a:prstGeom prst="line">
            <a:avLst/>
          </a:prstGeom>
          <a:ln w="38100">
            <a:solidFill>
              <a:schemeClr val="tx1"/>
            </a:solidFill>
            <a:headEnd type="none"/>
            <a:tailEnd type="none"/>
          </a:ln>
        </p:spPr>
        <p:style>
          <a:lnRef idx="1">
            <a:schemeClr val="accent6"/>
          </a:lnRef>
          <a:fillRef idx="0">
            <a:schemeClr val="accent6"/>
          </a:fillRef>
          <a:effectRef idx="0">
            <a:schemeClr val="accent6"/>
          </a:effectRef>
          <a:fontRef idx="minor">
            <a:schemeClr val="tx1"/>
          </a:fontRef>
        </p:style>
      </p:cxnSp>
      <p:cxnSp>
        <p:nvCxnSpPr>
          <p:cNvPr id="24" name="Straight Connector 23"/>
          <p:cNvCxnSpPr/>
          <p:nvPr/>
        </p:nvCxnSpPr>
        <p:spPr>
          <a:xfrm>
            <a:off x="6246344" y="3878964"/>
            <a:ext cx="435784" cy="0"/>
          </a:xfrm>
          <a:prstGeom prst="line">
            <a:avLst/>
          </a:prstGeom>
          <a:ln w="38100">
            <a:solidFill>
              <a:schemeClr val="tx1"/>
            </a:solidFill>
            <a:headEnd type="none"/>
            <a:tailEnd type="none"/>
          </a:ln>
        </p:spPr>
        <p:style>
          <a:lnRef idx="1">
            <a:schemeClr val="accent6"/>
          </a:lnRef>
          <a:fillRef idx="0">
            <a:schemeClr val="accent6"/>
          </a:fillRef>
          <a:effectRef idx="0">
            <a:schemeClr val="accent6"/>
          </a:effectRef>
          <a:fontRef idx="minor">
            <a:schemeClr val="tx1"/>
          </a:fontRef>
        </p:style>
      </p:cxnSp>
      <p:sp>
        <p:nvSpPr>
          <p:cNvPr id="43" name="Rectangle 42"/>
          <p:cNvSpPr/>
          <p:nvPr/>
        </p:nvSpPr>
        <p:spPr>
          <a:xfrm>
            <a:off x="2009185" y="1209552"/>
            <a:ext cx="2684824" cy="2588144"/>
          </a:xfrm>
          <a:prstGeom prst="rect">
            <a:avLst/>
          </a:prstGeom>
        </p:spPr>
        <p:txBody>
          <a:bodyPr wrap="square">
            <a:spAutoFit/>
          </a:bodyPr>
          <a:lstStyle/>
          <a:p>
            <a:pPr lvl="0" algn="r">
              <a:defRPr/>
            </a:pPr>
            <a:r>
              <a:rPr lang="en-US" sz="2059" i="1" kern="0" dirty="0">
                <a:latin typeface="+mj-lt"/>
              </a:rPr>
              <a:t>“Every business will become a software business, build applications, use advanced analytics and provide </a:t>
            </a:r>
            <a:br>
              <a:rPr lang="en-US" sz="2059" i="1" kern="0" dirty="0">
                <a:latin typeface="+mj-lt"/>
              </a:rPr>
            </a:br>
            <a:r>
              <a:rPr lang="en-US" sz="2059" i="1" kern="0" dirty="0">
                <a:latin typeface="+mj-lt"/>
              </a:rPr>
              <a:t>SaaS services.“ </a:t>
            </a:r>
            <a:endParaRPr lang="en-US" sz="2059" kern="0" dirty="0">
              <a:latin typeface="+mj-lt"/>
            </a:endParaRPr>
          </a:p>
          <a:p>
            <a:pPr algn="r">
              <a:spcBef>
                <a:spcPts val="441"/>
              </a:spcBef>
              <a:defRPr/>
            </a:pPr>
            <a:r>
              <a:rPr lang="en-US" sz="1471" kern="0" dirty="0">
                <a:latin typeface="+mj-lt"/>
              </a:rPr>
              <a:t>- Satya Nadella</a:t>
            </a:r>
          </a:p>
        </p:txBody>
      </p:sp>
      <p:grpSp>
        <p:nvGrpSpPr>
          <p:cNvPr id="47" name="Group 46"/>
          <p:cNvGrpSpPr>
            <a:grpSpLocks noChangeAspect="1"/>
          </p:cNvGrpSpPr>
          <p:nvPr/>
        </p:nvGrpSpPr>
        <p:grpSpPr>
          <a:xfrm>
            <a:off x="5501804" y="2525761"/>
            <a:ext cx="189475" cy="239883"/>
            <a:chOff x="2425165" y="4255211"/>
            <a:chExt cx="587874" cy="743970"/>
          </a:xfrm>
          <a:solidFill>
            <a:schemeClr val="tx1"/>
          </a:solidFill>
        </p:grpSpPr>
        <p:sp>
          <p:nvSpPr>
            <p:cNvPr id="48" name="Rectangle 47"/>
            <p:cNvSpPr/>
            <p:nvPr/>
          </p:nvSpPr>
          <p:spPr bwMode="auto">
            <a:xfrm>
              <a:off x="2427381" y="4855335"/>
              <a:ext cx="132575" cy="143845"/>
            </a:xfrm>
            <a:prstGeom prst="rect">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68409" tIns="34204" rIns="34204" bIns="68409" numCol="1" spcCol="0" rtlCol="0" fromWordArt="0" anchor="b" anchorCtr="0" forceAA="0" compatLnSpc="1">
              <a:prstTxWarp prst="textNoShape">
                <a:avLst/>
              </a:prstTxWarp>
              <a:noAutofit/>
            </a:bodyPr>
            <a:lstStyle/>
            <a:p>
              <a:pPr algn="ctr" defTabSz="670333"/>
              <a:endParaRPr lang="en-US" sz="1029" spc="-37" dirty="0">
                <a:gradFill>
                  <a:gsLst>
                    <a:gs pos="0">
                      <a:srgbClr val="FFFFFF"/>
                    </a:gs>
                    <a:gs pos="100000">
                      <a:srgbClr val="FFFFFF"/>
                    </a:gs>
                  </a:gsLst>
                  <a:lin ang="5400000" scaled="0"/>
                </a:gradFill>
                <a:ea typeface="Segoe UI" pitchFamily="34" charset="0"/>
                <a:cs typeface="Segoe UI" pitchFamily="34" charset="0"/>
              </a:endParaRPr>
            </a:p>
          </p:txBody>
        </p:sp>
        <p:sp>
          <p:nvSpPr>
            <p:cNvPr id="49" name="Rectangle 48"/>
            <p:cNvSpPr/>
            <p:nvPr/>
          </p:nvSpPr>
          <p:spPr bwMode="auto">
            <a:xfrm>
              <a:off x="2577525" y="4781122"/>
              <a:ext cx="132575" cy="218058"/>
            </a:xfrm>
            <a:prstGeom prst="rect">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68409" tIns="34204" rIns="34204" bIns="68409" numCol="1" spcCol="0" rtlCol="0" fromWordArt="0" anchor="b" anchorCtr="0" forceAA="0" compatLnSpc="1">
              <a:prstTxWarp prst="textNoShape">
                <a:avLst/>
              </a:prstTxWarp>
              <a:noAutofit/>
            </a:bodyPr>
            <a:lstStyle/>
            <a:p>
              <a:pPr algn="ctr" defTabSz="670333"/>
              <a:endParaRPr lang="en-US" sz="1029" spc="-37" dirty="0">
                <a:gradFill>
                  <a:gsLst>
                    <a:gs pos="0">
                      <a:srgbClr val="FFFFFF"/>
                    </a:gs>
                    <a:gs pos="100000">
                      <a:srgbClr val="FFFFFF"/>
                    </a:gs>
                  </a:gsLst>
                  <a:lin ang="5400000" scaled="0"/>
                </a:gradFill>
                <a:ea typeface="Segoe UI" pitchFamily="34" charset="0"/>
                <a:cs typeface="Segoe UI" pitchFamily="34" charset="0"/>
              </a:endParaRPr>
            </a:p>
          </p:txBody>
        </p:sp>
        <p:sp>
          <p:nvSpPr>
            <p:cNvPr id="51" name="Rectangle 50"/>
            <p:cNvSpPr/>
            <p:nvPr/>
          </p:nvSpPr>
          <p:spPr bwMode="auto">
            <a:xfrm>
              <a:off x="2730154" y="4626769"/>
              <a:ext cx="132575" cy="372412"/>
            </a:xfrm>
            <a:prstGeom prst="rect">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68409" tIns="34204" rIns="34204" bIns="68409" numCol="1" spcCol="0" rtlCol="0" fromWordArt="0" anchor="b" anchorCtr="0" forceAA="0" compatLnSpc="1">
              <a:prstTxWarp prst="textNoShape">
                <a:avLst/>
              </a:prstTxWarp>
              <a:noAutofit/>
            </a:bodyPr>
            <a:lstStyle/>
            <a:p>
              <a:pPr algn="ctr" defTabSz="670333"/>
              <a:endParaRPr lang="en-US" sz="1029" spc="-37" dirty="0">
                <a:gradFill>
                  <a:gsLst>
                    <a:gs pos="0">
                      <a:srgbClr val="FFFFFF"/>
                    </a:gs>
                    <a:gs pos="100000">
                      <a:srgbClr val="FFFFFF"/>
                    </a:gs>
                  </a:gsLst>
                  <a:lin ang="5400000" scaled="0"/>
                </a:gradFill>
                <a:ea typeface="Segoe UI" pitchFamily="34" charset="0"/>
                <a:cs typeface="Segoe UI" pitchFamily="34" charset="0"/>
              </a:endParaRPr>
            </a:p>
          </p:txBody>
        </p:sp>
        <p:sp>
          <p:nvSpPr>
            <p:cNvPr id="54" name="Rectangle 53"/>
            <p:cNvSpPr/>
            <p:nvPr/>
          </p:nvSpPr>
          <p:spPr bwMode="auto">
            <a:xfrm>
              <a:off x="2880464" y="4376615"/>
              <a:ext cx="132575" cy="622565"/>
            </a:xfrm>
            <a:prstGeom prst="rect">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68409" tIns="34204" rIns="34204" bIns="68409" numCol="1" spcCol="0" rtlCol="0" fromWordArt="0" anchor="b" anchorCtr="0" forceAA="0" compatLnSpc="1">
              <a:prstTxWarp prst="textNoShape">
                <a:avLst/>
              </a:prstTxWarp>
              <a:noAutofit/>
            </a:bodyPr>
            <a:lstStyle/>
            <a:p>
              <a:pPr algn="ctr" defTabSz="670333"/>
              <a:endParaRPr lang="en-US" sz="1029" spc="-37" dirty="0">
                <a:gradFill>
                  <a:gsLst>
                    <a:gs pos="0">
                      <a:srgbClr val="FFFFFF"/>
                    </a:gs>
                    <a:gs pos="100000">
                      <a:srgbClr val="FFFFFF"/>
                    </a:gs>
                  </a:gsLst>
                  <a:lin ang="5400000" scaled="0"/>
                </a:gradFill>
                <a:ea typeface="Segoe UI" pitchFamily="34" charset="0"/>
                <a:cs typeface="Segoe UI" pitchFamily="34" charset="0"/>
              </a:endParaRPr>
            </a:p>
          </p:txBody>
        </p:sp>
        <p:sp>
          <p:nvSpPr>
            <p:cNvPr id="55" name="Freeform 54"/>
            <p:cNvSpPr/>
            <p:nvPr/>
          </p:nvSpPr>
          <p:spPr bwMode="auto">
            <a:xfrm>
              <a:off x="2425165" y="4255211"/>
              <a:ext cx="423373" cy="574431"/>
            </a:xfrm>
            <a:custGeom>
              <a:avLst/>
              <a:gdLst>
                <a:gd name="connsiteX0" fmla="*/ 0 w 437661"/>
                <a:gd name="connsiteY0" fmla="*/ 574431 h 574431"/>
                <a:gd name="connsiteX1" fmla="*/ 379046 w 437661"/>
                <a:gd name="connsiteY1" fmla="*/ 93785 h 574431"/>
                <a:gd name="connsiteX2" fmla="*/ 437661 w 437661"/>
                <a:gd name="connsiteY2" fmla="*/ 97692 h 574431"/>
                <a:gd name="connsiteX3" fmla="*/ 355600 w 437661"/>
                <a:gd name="connsiteY3" fmla="*/ 0 h 574431"/>
                <a:gd name="connsiteX4" fmla="*/ 293076 w 437661"/>
                <a:gd name="connsiteY4" fmla="*/ 97692 h 574431"/>
                <a:gd name="connsiteX5" fmla="*/ 324338 w 437661"/>
                <a:gd name="connsiteY5" fmla="*/ 89877 h 574431"/>
                <a:gd name="connsiteX6" fmla="*/ 0 w 437661"/>
                <a:gd name="connsiteY6" fmla="*/ 511908 h 574431"/>
                <a:gd name="connsiteX7" fmla="*/ 0 w 437661"/>
                <a:gd name="connsiteY7" fmla="*/ 574431 h 574431"/>
                <a:gd name="connsiteX0" fmla="*/ 0 w 437661"/>
                <a:gd name="connsiteY0" fmla="*/ 574431 h 574431"/>
                <a:gd name="connsiteX1" fmla="*/ 379046 w 437661"/>
                <a:gd name="connsiteY1" fmla="*/ 93785 h 574431"/>
                <a:gd name="connsiteX2" fmla="*/ 437661 w 437661"/>
                <a:gd name="connsiteY2" fmla="*/ 97692 h 574431"/>
                <a:gd name="connsiteX3" fmla="*/ 355600 w 437661"/>
                <a:gd name="connsiteY3" fmla="*/ 0 h 574431"/>
                <a:gd name="connsiteX4" fmla="*/ 293076 w 437661"/>
                <a:gd name="connsiteY4" fmla="*/ 97692 h 574431"/>
                <a:gd name="connsiteX5" fmla="*/ 324338 w 437661"/>
                <a:gd name="connsiteY5" fmla="*/ 89877 h 574431"/>
                <a:gd name="connsiteX6" fmla="*/ 0 w 437661"/>
                <a:gd name="connsiteY6" fmla="*/ 511908 h 574431"/>
                <a:gd name="connsiteX7" fmla="*/ 0 w 437661"/>
                <a:gd name="connsiteY7" fmla="*/ 574431 h 574431"/>
                <a:gd name="connsiteX0" fmla="*/ 0 w 437661"/>
                <a:gd name="connsiteY0" fmla="*/ 574431 h 574431"/>
                <a:gd name="connsiteX1" fmla="*/ 379046 w 437661"/>
                <a:gd name="connsiteY1" fmla="*/ 93785 h 574431"/>
                <a:gd name="connsiteX2" fmla="*/ 437661 w 437661"/>
                <a:gd name="connsiteY2" fmla="*/ 97692 h 574431"/>
                <a:gd name="connsiteX3" fmla="*/ 355600 w 437661"/>
                <a:gd name="connsiteY3" fmla="*/ 0 h 574431"/>
                <a:gd name="connsiteX4" fmla="*/ 293076 w 437661"/>
                <a:gd name="connsiteY4" fmla="*/ 97692 h 574431"/>
                <a:gd name="connsiteX5" fmla="*/ 324338 w 437661"/>
                <a:gd name="connsiteY5" fmla="*/ 89877 h 574431"/>
                <a:gd name="connsiteX6" fmla="*/ 0 w 437661"/>
                <a:gd name="connsiteY6" fmla="*/ 511908 h 574431"/>
                <a:gd name="connsiteX7" fmla="*/ 0 w 437661"/>
                <a:gd name="connsiteY7" fmla="*/ 574431 h 574431"/>
                <a:gd name="connsiteX0" fmla="*/ 0 w 437661"/>
                <a:gd name="connsiteY0" fmla="*/ 574431 h 574431"/>
                <a:gd name="connsiteX1" fmla="*/ 379046 w 437661"/>
                <a:gd name="connsiteY1" fmla="*/ 93785 h 574431"/>
                <a:gd name="connsiteX2" fmla="*/ 437661 w 437661"/>
                <a:gd name="connsiteY2" fmla="*/ 97692 h 574431"/>
                <a:gd name="connsiteX3" fmla="*/ 355600 w 437661"/>
                <a:gd name="connsiteY3" fmla="*/ 0 h 574431"/>
                <a:gd name="connsiteX4" fmla="*/ 293076 w 437661"/>
                <a:gd name="connsiteY4" fmla="*/ 97692 h 574431"/>
                <a:gd name="connsiteX5" fmla="*/ 324338 w 437661"/>
                <a:gd name="connsiteY5" fmla="*/ 89877 h 574431"/>
                <a:gd name="connsiteX6" fmla="*/ 0 w 437661"/>
                <a:gd name="connsiteY6" fmla="*/ 511908 h 574431"/>
                <a:gd name="connsiteX7" fmla="*/ 0 w 437661"/>
                <a:gd name="connsiteY7" fmla="*/ 574431 h 574431"/>
                <a:gd name="connsiteX0" fmla="*/ 0 w 437661"/>
                <a:gd name="connsiteY0" fmla="*/ 574431 h 574431"/>
                <a:gd name="connsiteX1" fmla="*/ 379046 w 437661"/>
                <a:gd name="connsiteY1" fmla="*/ 93785 h 574431"/>
                <a:gd name="connsiteX2" fmla="*/ 437661 w 437661"/>
                <a:gd name="connsiteY2" fmla="*/ 97692 h 574431"/>
                <a:gd name="connsiteX3" fmla="*/ 355600 w 437661"/>
                <a:gd name="connsiteY3" fmla="*/ 0 h 574431"/>
                <a:gd name="connsiteX4" fmla="*/ 293076 w 437661"/>
                <a:gd name="connsiteY4" fmla="*/ 97692 h 574431"/>
                <a:gd name="connsiteX5" fmla="*/ 324338 w 437661"/>
                <a:gd name="connsiteY5" fmla="*/ 89877 h 574431"/>
                <a:gd name="connsiteX6" fmla="*/ 0 w 437661"/>
                <a:gd name="connsiteY6" fmla="*/ 511908 h 574431"/>
                <a:gd name="connsiteX7" fmla="*/ 0 w 437661"/>
                <a:gd name="connsiteY7" fmla="*/ 574431 h 574431"/>
                <a:gd name="connsiteX0" fmla="*/ 0 w 437661"/>
                <a:gd name="connsiteY0" fmla="*/ 574431 h 574431"/>
                <a:gd name="connsiteX1" fmla="*/ 379046 w 437661"/>
                <a:gd name="connsiteY1" fmla="*/ 93785 h 574431"/>
                <a:gd name="connsiteX2" fmla="*/ 437661 w 437661"/>
                <a:gd name="connsiteY2" fmla="*/ 97692 h 574431"/>
                <a:gd name="connsiteX3" fmla="*/ 355600 w 437661"/>
                <a:gd name="connsiteY3" fmla="*/ 0 h 574431"/>
                <a:gd name="connsiteX4" fmla="*/ 293076 w 437661"/>
                <a:gd name="connsiteY4" fmla="*/ 97692 h 574431"/>
                <a:gd name="connsiteX5" fmla="*/ 324338 w 437661"/>
                <a:gd name="connsiteY5" fmla="*/ 89877 h 574431"/>
                <a:gd name="connsiteX6" fmla="*/ 0 w 437661"/>
                <a:gd name="connsiteY6" fmla="*/ 511908 h 574431"/>
                <a:gd name="connsiteX7" fmla="*/ 0 w 437661"/>
                <a:gd name="connsiteY7" fmla="*/ 574431 h 574431"/>
                <a:gd name="connsiteX0" fmla="*/ 0 w 437661"/>
                <a:gd name="connsiteY0" fmla="*/ 574431 h 574431"/>
                <a:gd name="connsiteX1" fmla="*/ 379046 w 437661"/>
                <a:gd name="connsiteY1" fmla="*/ 93785 h 574431"/>
                <a:gd name="connsiteX2" fmla="*/ 437661 w 437661"/>
                <a:gd name="connsiteY2" fmla="*/ 97692 h 574431"/>
                <a:gd name="connsiteX3" fmla="*/ 355600 w 437661"/>
                <a:gd name="connsiteY3" fmla="*/ 0 h 574431"/>
                <a:gd name="connsiteX4" fmla="*/ 293076 w 437661"/>
                <a:gd name="connsiteY4" fmla="*/ 97692 h 574431"/>
                <a:gd name="connsiteX5" fmla="*/ 324338 w 437661"/>
                <a:gd name="connsiteY5" fmla="*/ 89877 h 574431"/>
                <a:gd name="connsiteX6" fmla="*/ 7144 w 437661"/>
                <a:gd name="connsiteY6" fmla="*/ 528577 h 574431"/>
                <a:gd name="connsiteX7" fmla="*/ 0 w 437661"/>
                <a:gd name="connsiteY7" fmla="*/ 574431 h 574431"/>
                <a:gd name="connsiteX0" fmla="*/ 0 w 437661"/>
                <a:gd name="connsiteY0" fmla="*/ 574431 h 574431"/>
                <a:gd name="connsiteX1" fmla="*/ 379046 w 437661"/>
                <a:gd name="connsiteY1" fmla="*/ 93785 h 574431"/>
                <a:gd name="connsiteX2" fmla="*/ 437661 w 437661"/>
                <a:gd name="connsiteY2" fmla="*/ 97692 h 574431"/>
                <a:gd name="connsiteX3" fmla="*/ 355600 w 437661"/>
                <a:gd name="connsiteY3" fmla="*/ 0 h 574431"/>
                <a:gd name="connsiteX4" fmla="*/ 293076 w 437661"/>
                <a:gd name="connsiteY4" fmla="*/ 97692 h 574431"/>
                <a:gd name="connsiteX5" fmla="*/ 324338 w 437661"/>
                <a:gd name="connsiteY5" fmla="*/ 89877 h 574431"/>
                <a:gd name="connsiteX6" fmla="*/ 7144 w 437661"/>
                <a:gd name="connsiteY6" fmla="*/ 528577 h 574431"/>
                <a:gd name="connsiteX7" fmla="*/ 0 w 437661"/>
                <a:gd name="connsiteY7" fmla="*/ 574431 h 574431"/>
                <a:gd name="connsiteX0" fmla="*/ 0 w 423373"/>
                <a:gd name="connsiteY0" fmla="*/ 574431 h 574431"/>
                <a:gd name="connsiteX1" fmla="*/ 379046 w 423373"/>
                <a:gd name="connsiteY1" fmla="*/ 93785 h 574431"/>
                <a:gd name="connsiteX2" fmla="*/ 423373 w 423373"/>
                <a:gd name="connsiteY2" fmla="*/ 97692 h 574431"/>
                <a:gd name="connsiteX3" fmla="*/ 355600 w 423373"/>
                <a:gd name="connsiteY3" fmla="*/ 0 h 574431"/>
                <a:gd name="connsiteX4" fmla="*/ 293076 w 423373"/>
                <a:gd name="connsiteY4" fmla="*/ 97692 h 574431"/>
                <a:gd name="connsiteX5" fmla="*/ 324338 w 423373"/>
                <a:gd name="connsiteY5" fmla="*/ 89877 h 574431"/>
                <a:gd name="connsiteX6" fmla="*/ 7144 w 423373"/>
                <a:gd name="connsiteY6" fmla="*/ 528577 h 574431"/>
                <a:gd name="connsiteX7" fmla="*/ 0 w 423373"/>
                <a:gd name="connsiteY7" fmla="*/ 574431 h 574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3373" h="574431">
                  <a:moveTo>
                    <a:pt x="0" y="574431"/>
                  </a:moveTo>
                  <a:cubicBezTo>
                    <a:pt x="298287" y="496278"/>
                    <a:pt x="315220" y="324339"/>
                    <a:pt x="379046" y="93785"/>
                  </a:cubicBezTo>
                  <a:lnTo>
                    <a:pt x="423373" y="97692"/>
                  </a:lnTo>
                  <a:lnTo>
                    <a:pt x="355600" y="0"/>
                  </a:lnTo>
                  <a:lnTo>
                    <a:pt x="293076" y="97692"/>
                  </a:lnTo>
                  <a:lnTo>
                    <a:pt x="324338" y="89877"/>
                  </a:lnTo>
                  <a:cubicBezTo>
                    <a:pt x="290471" y="379046"/>
                    <a:pt x="139680" y="500796"/>
                    <a:pt x="7144" y="528577"/>
                  </a:cubicBezTo>
                  <a:lnTo>
                    <a:pt x="0" y="574431"/>
                  </a:lnTo>
                  <a:close/>
                </a:path>
              </a:pathLst>
            </a:cu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68409" tIns="34204" rIns="34204" bIns="68409" numCol="1" spcCol="0" rtlCol="0" fromWordArt="0" anchor="b" anchorCtr="0" forceAA="0" compatLnSpc="1">
              <a:prstTxWarp prst="textNoShape">
                <a:avLst/>
              </a:prstTxWarp>
              <a:noAutofit/>
            </a:bodyPr>
            <a:lstStyle/>
            <a:p>
              <a:pPr algn="ctr" defTabSz="670333"/>
              <a:endParaRPr lang="en-US" sz="1029" spc="-37" dirty="0">
                <a:gradFill>
                  <a:gsLst>
                    <a:gs pos="0">
                      <a:srgbClr val="FFFFFF"/>
                    </a:gs>
                    <a:gs pos="100000">
                      <a:srgbClr val="FFFFFF"/>
                    </a:gs>
                  </a:gsLst>
                  <a:lin ang="5400000" scaled="0"/>
                </a:gradFill>
                <a:ea typeface="Segoe UI" pitchFamily="34" charset="0"/>
                <a:cs typeface="Segoe UI" pitchFamily="34" charset="0"/>
              </a:endParaRPr>
            </a:p>
          </p:txBody>
        </p:sp>
      </p:grpSp>
      <p:sp>
        <p:nvSpPr>
          <p:cNvPr id="42" name="Rectangle 41"/>
          <p:cNvSpPr/>
          <p:nvPr/>
        </p:nvSpPr>
        <p:spPr>
          <a:xfrm>
            <a:off x="7504424" y="2631393"/>
            <a:ext cx="234360" cy="250710"/>
          </a:xfrm>
          <a:prstGeom prst="rect">
            <a:avLst/>
          </a:prstGeom>
        </p:spPr>
        <p:txBody>
          <a:bodyPr wrap="none">
            <a:spAutoFit/>
          </a:bodyPr>
          <a:lstStyle/>
          <a:p>
            <a:r>
              <a:rPr lang="en-US" sz="1029" kern="0" baseline="30000" dirty="0">
                <a:solidFill>
                  <a:schemeClr val="accent3"/>
                </a:solidFill>
              </a:rPr>
              <a:t>2</a:t>
            </a:r>
            <a:endParaRPr lang="en-US" sz="1029" dirty="0"/>
          </a:p>
        </p:txBody>
      </p:sp>
      <p:sp>
        <p:nvSpPr>
          <p:cNvPr id="56" name="Rectangle 55"/>
          <p:cNvSpPr/>
          <p:nvPr/>
        </p:nvSpPr>
        <p:spPr>
          <a:xfrm>
            <a:off x="7383388" y="3720840"/>
            <a:ext cx="234360" cy="250710"/>
          </a:xfrm>
          <a:prstGeom prst="rect">
            <a:avLst/>
          </a:prstGeom>
        </p:spPr>
        <p:txBody>
          <a:bodyPr wrap="none">
            <a:spAutoFit/>
          </a:bodyPr>
          <a:lstStyle/>
          <a:p>
            <a:r>
              <a:rPr lang="en-US" sz="1029" kern="0" baseline="30000" dirty="0">
                <a:solidFill>
                  <a:schemeClr val="accent3"/>
                </a:solidFill>
              </a:rPr>
              <a:t>2</a:t>
            </a:r>
            <a:endParaRPr lang="en-US" sz="1765" dirty="0"/>
          </a:p>
        </p:txBody>
      </p:sp>
      <p:pic>
        <p:nvPicPr>
          <p:cNvPr id="53" name="Picture 52"/>
          <p:cNvPicPr>
            <a:picLocks noChangeAspect="1"/>
          </p:cNvPicPr>
          <p:nvPr/>
        </p:nvPicPr>
        <p:blipFill rotWithShape="1">
          <a:blip r:embed="rId3" cstate="email">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a:xfrm>
            <a:off x="-18096" y="357133"/>
            <a:ext cx="2244461" cy="4292981"/>
          </a:xfrm>
          <a:prstGeom prst="rect">
            <a:avLst/>
          </a:prstGeom>
        </p:spPr>
      </p:pic>
      <p:sp>
        <p:nvSpPr>
          <p:cNvPr id="5" name="TextBox 4"/>
          <p:cNvSpPr txBox="1"/>
          <p:nvPr/>
        </p:nvSpPr>
        <p:spPr>
          <a:xfrm>
            <a:off x="1630017" y="357133"/>
            <a:ext cx="6137171" cy="523220"/>
          </a:xfrm>
          <a:prstGeom prst="rect">
            <a:avLst/>
          </a:prstGeom>
          <a:noFill/>
        </p:spPr>
        <p:txBody>
          <a:bodyPr wrap="square" rtlCol="0">
            <a:spAutoFit/>
          </a:bodyPr>
          <a:lstStyle/>
          <a:p>
            <a:pPr>
              <a:spcBef>
                <a:spcPts val="0"/>
              </a:spcBef>
              <a:spcAft>
                <a:spcPts val="0"/>
              </a:spcAft>
              <a:buClr>
                <a:schemeClr val="bg1"/>
              </a:buClr>
            </a:pPr>
            <a:endParaRPr lang="en-US" sz="2800" dirty="0">
              <a:solidFill>
                <a:schemeClr val="bg1">
                  <a:lumMod val="75000"/>
                </a:schemeClr>
              </a:solidFill>
              <a:latin typeface="+mn-lt"/>
            </a:endParaRPr>
          </a:p>
        </p:txBody>
      </p:sp>
      <p:sp>
        <p:nvSpPr>
          <p:cNvPr id="8" name="Rectangle 7"/>
          <p:cNvSpPr/>
          <p:nvPr/>
        </p:nvSpPr>
        <p:spPr>
          <a:xfrm>
            <a:off x="1174187" y="112437"/>
            <a:ext cx="7887174" cy="461665"/>
          </a:xfrm>
          <a:prstGeom prst="rect">
            <a:avLst/>
          </a:prstGeom>
        </p:spPr>
        <p:txBody>
          <a:bodyPr wrap="square">
            <a:spAutoFit/>
          </a:bodyPr>
          <a:lstStyle/>
          <a:p>
            <a:pPr>
              <a:spcBef>
                <a:spcPts val="0"/>
              </a:spcBef>
              <a:spcAft>
                <a:spcPts val="0"/>
              </a:spcAft>
              <a:buClr>
                <a:schemeClr val="bg1"/>
              </a:buClr>
            </a:pPr>
            <a:r>
              <a:rPr lang="en-US" b="1" dirty="0">
                <a:solidFill>
                  <a:schemeClr val="bg1">
                    <a:lumMod val="75000"/>
                  </a:schemeClr>
                </a:solidFill>
              </a:rPr>
              <a:t>Digital transformation is reshaping the landscape</a:t>
            </a:r>
            <a:endParaRPr lang="en-US" b="1" dirty="0">
              <a:solidFill>
                <a:schemeClr val="bg1">
                  <a:lumMod val="75000"/>
                </a:schemeClr>
              </a:solidFill>
              <a:latin typeface="+mn-lt"/>
            </a:endParaRPr>
          </a:p>
        </p:txBody>
      </p:sp>
    </p:spTree>
    <p:extLst>
      <p:ext uri="{BB962C8B-B14F-4D97-AF65-F5344CB8AC3E}">
        <p14:creationId xmlns:p14="http://schemas.microsoft.com/office/powerpoint/2010/main" val="22429406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669" y="-3225"/>
            <a:ext cx="7886700" cy="994172"/>
          </a:xfrm>
        </p:spPr>
        <p:txBody>
          <a:bodyPr/>
          <a:lstStyle/>
          <a:p>
            <a:r>
              <a:rPr lang="en-US" dirty="0"/>
              <a:t>Today!</a:t>
            </a:r>
            <a:endParaRPr lang="nl-NL" dirty="0"/>
          </a:p>
        </p:txBody>
      </p:sp>
      <p:grpSp>
        <p:nvGrpSpPr>
          <p:cNvPr id="4" name="Group 3"/>
          <p:cNvGrpSpPr/>
          <p:nvPr/>
        </p:nvGrpSpPr>
        <p:grpSpPr>
          <a:xfrm>
            <a:off x="656020" y="3188573"/>
            <a:ext cx="1167979" cy="868761"/>
            <a:chOff x="1270632" y="4066342"/>
            <a:chExt cx="1557305" cy="1158347"/>
          </a:xfrm>
        </p:grpSpPr>
        <p:pic>
          <p:nvPicPr>
            <p:cNvPr id="177" name="Picture 17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136457" y="4487876"/>
              <a:ext cx="691480" cy="460987"/>
            </a:xfrm>
            <a:prstGeom prst="rect">
              <a:avLst/>
            </a:prstGeom>
          </p:spPr>
        </p:pic>
        <p:pic>
          <p:nvPicPr>
            <p:cNvPr id="178" name="Picture 177"/>
            <p:cNvPicPr>
              <a:picLocks noChangeAspect="1"/>
            </p:cNvPicPr>
            <p:nvPr/>
          </p:nvPicPr>
          <p:blipFill rotWithShape="1">
            <a:blip r:embed="rId4" cstate="print">
              <a:extLst>
                <a:ext uri="{28A0092B-C50C-407E-A947-70E740481C1C}">
                  <a14:useLocalDpi xmlns:a14="http://schemas.microsoft.com/office/drawing/2010/main" val="0"/>
                </a:ext>
              </a:extLst>
            </a:blip>
            <a:srcRect l="15502" r="27994" b="18500"/>
            <a:stretch/>
          </p:blipFill>
          <p:spPr>
            <a:xfrm>
              <a:off x="1270632" y="4066342"/>
              <a:ext cx="647262" cy="622400"/>
            </a:xfrm>
            <a:prstGeom prst="rect">
              <a:avLst/>
            </a:prstGeom>
          </p:spPr>
        </p:pic>
        <p:pic>
          <p:nvPicPr>
            <p:cNvPr id="179" name="Picture 178"/>
            <p:cNvPicPr>
              <a:picLocks noChangeAspect="1"/>
            </p:cNvPicPr>
            <p:nvPr/>
          </p:nvPicPr>
          <p:blipFill rotWithShape="1">
            <a:blip r:embed="rId5" cstate="print">
              <a:extLst>
                <a:ext uri="{28A0092B-C50C-407E-A947-70E740481C1C}">
                  <a14:useLocalDpi xmlns:a14="http://schemas.microsoft.com/office/drawing/2010/main" val="0"/>
                </a:ext>
              </a:extLst>
            </a:blip>
            <a:srcRect l="10889"/>
            <a:stretch/>
          </p:blipFill>
          <p:spPr>
            <a:xfrm>
              <a:off x="1271231" y="4674902"/>
              <a:ext cx="879414" cy="333344"/>
            </a:xfrm>
            <a:prstGeom prst="rect">
              <a:avLst/>
            </a:prstGeom>
          </p:spPr>
        </p:pic>
        <p:pic>
          <p:nvPicPr>
            <p:cNvPr id="180" name="Picture 179"/>
            <p:cNvPicPr>
              <a:picLocks noChangeAspect="1"/>
            </p:cNvPicPr>
            <p:nvPr/>
          </p:nvPicPr>
          <p:blipFill rotWithShape="1">
            <a:blip r:embed="rId6" cstate="print">
              <a:extLst>
                <a:ext uri="{28A0092B-C50C-407E-A947-70E740481C1C}">
                  <a14:useLocalDpi xmlns:a14="http://schemas.microsoft.com/office/drawing/2010/main" val="0"/>
                </a:ext>
              </a:extLst>
            </a:blip>
            <a:srcRect l="10565" t="11558" r="6360" b="6008"/>
            <a:stretch/>
          </p:blipFill>
          <p:spPr>
            <a:xfrm>
              <a:off x="1861959" y="4384549"/>
              <a:ext cx="549268" cy="378096"/>
            </a:xfrm>
            <a:prstGeom prst="rect">
              <a:avLst/>
            </a:prstGeom>
          </p:spPr>
        </p:pic>
        <p:sp>
          <p:nvSpPr>
            <p:cNvPr id="181" name="TextBox 57"/>
            <p:cNvSpPr txBox="1"/>
            <p:nvPr/>
          </p:nvSpPr>
          <p:spPr>
            <a:xfrm>
              <a:off x="1580699" y="5058489"/>
              <a:ext cx="1045906" cy="166200"/>
            </a:xfrm>
            <a:prstGeom prst="rect">
              <a:avLst/>
            </a:prstGeom>
            <a:noFill/>
            <a:ln>
              <a:noFill/>
              <a:headEnd type="none" w="med" len="med"/>
              <a:tailEnd type="none" w="med" len="med"/>
            </a:ln>
          </p:spPr>
          <p:txBody>
            <a:bodyPr wrap="square" lIns="0" tIns="0" rIns="0" bIns="0" rtlCol="0">
              <a:spAutoFit/>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algn="ctr" defTabSz="699448" fontAlgn="auto">
                <a:lnSpc>
                  <a:spcPct val="90000"/>
                </a:lnSpc>
                <a:spcBef>
                  <a:spcPts val="0"/>
                </a:spcBef>
                <a:spcAft>
                  <a:spcPts val="0"/>
                </a:spcAft>
                <a:defRPr/>
              </a:pPr>
              <a:r>
                <a:rPr lang="en-US" sz="900" spc="-29" dirty="0">
                  <a:gradFill>
                    <a:gsLst>
                      <a:gs pos="0">
                        <a:srgbClr val="505050"/>
                      </a:gs>
                      <a:gs pos="100000">
                        <a:srgbClr val="505050"/>
                      </a:gs>
                    </a:gsLst>
                    <a:lin ang="5400000" scaled="1"/>
                  </a:gradFill>
                  <a:latin typeface="Segoe UI"/>
                  <a:ea typeface="Segoe UI" pitchFamily="34" charset="0"/>
                  <a:cs typeface="Segoe UI" pitchFamily="34" charset="0"/>
                </a:rPr>
                <a:t>Sleep tracking</a:t>
              </a:r>
            </a:p>
          </p:txBody>
        </p:sp>
      </p:grpSp>
      <p:sp>
        <p:nvSpPr>
          <p:cNvPr id="5" name="Rectangle 4"/>
          <p:cNvSpPr/>
          <p:nvPr/>
        </p:nvSpPr>
        <p:spPr bwMode="auto">
          <a:xfrm>
            <a:off x="3671000" y="2151707"/>
            <a:ext cx="1742727" cy="279984"/>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69945" tIns="34973" rIns="34973" bIns="69945" numCol="1" spcCol="0" rtlCol="0" fromWordArt="0" anchor="b" anchorCtr="0" forceAA="0" compatLnSpc="1">
            <a:prstTxWarp prst="textNoShape">
              <a:avLst/>
            </a:prstTxWarp>
            <a:noAutofit/>
          </a:bodyPr>
          <a:lstStyle>
            <a:defPPr>
              <a:defRPr lang="en-US"/>
            </a:defPPr>
            <a:lvl1pPr marL="0" algn="l" defTabSz="932742" rtl="0" eaLnBrk="1" latinLnBrk="0" hangingPunct="1">
              <a:defRPr sz="1800" kern="1200">
                <a:solidFill>
                  <a:schemeClr val="lt1"/>
                </a:solidFill>
                <a:latin typeface="+mn-lt"/>
                <a:ea typeface="+mn-ea"/>
                <a:cs typeface="+mn-cs"/>
              </a:defRPr>
            </a:lvl1pPr>
            <a:lvl2pPr marL="466371" algn="l" defTabSz="932742" rtl="0" eaLnBrk="1" latinLnBrk="0" hangingPunct="1">
              <a:defRPr sz="1800" kern="1200">
                <a:solidFill>
                  <a:schemeClr val="lt1"/>
                </a:solidFill>
                <a:latin typeface="+mn-lt"/>
                <a:ea typeface="+mn-ea"/>
                <a:cs typeface="+mn-cs"/>
              </a:defRPr>
            </a:lvl2pPr>
            <a:lvl3pPr marL="932742" algn="l" defTabSz="932742" rtl="0" eaLnBrk="1" latinLnBrk="0" hangingPunct="1">
              <a:defRPr sz="1800" kern="1200">
                <a:solidFill>
                  <a:schemeClr val="lt1"/>
                </a:solidFill>
                <a:latin typeface="+mn-lt"/>
                <a:ea typeface="+mn-ea"/>
                <a:cs typeface="+mn-cs"/>
              </a:defRPr>
            </a:lvl3pPr>
            <a:lvl4pPr marL="1399113" algn="l" defTabSz="932742" rtl="0" eaLnBrk="1" latinLnBrk="0" hangingPunct="1">
              <a:defRPr sz="1800" kern="1200">
                <a:solidFill>
                  <a:schemeClr val="lt1"/>
                </a:solidFill>
                <a:latin typeface="+mn-lt"/>
                <a:ea typeface="+mn-ea"/>
                <a:cs typeface="+mn-cs"/>
              </a:defRPr>
            </a:lvl4pPr>
            <a:lvl5pPr marL="1865484" algn="l" defTabSz="932742" rtl="0" eaLnBrk="1" latinLnBrk="0" hangingPunct="1">
              <a:defRPr sz="1800" kern="1200">
                <a:solidFill>
                  <a:schemeClr val="lt1"/>
                </a:solidFill>
                <a:latin typeface="+mn-lt"/>
                <a:ea typeface="+mn-ea"/>
                <a:cs typeface="+mn-cs"/>
              </a:defRPr>
            </a:lvl5pPr>
            <a:lvl6pPr marL="2331856" algn="l" defTabSz="932742" rtl="0" eaLnBrk="1" latinLnBrk="0" hangingPunct="1">
              <a:defRPr sz="1800" kern="1200">
                <a:solidFill>
                  <a:schemeClr val="lt1"/>
                </a:solidFill>
                <a:latin typeface="+mn-lt"/>
                <a:ea typeface="+mn-ea"/>
                <a:cs typeface="+mn-cs"/>
              </a:defRPr>
            </a:lvl6pPr>
            <a:lvl7pPr marL="2798226" algn="l" defTabSz="932742" rtl="0" eaLnBrk="1" latinLnBrk="0" hangingPunct="1">
              <a:defRPr sz="1800" kern="1200">
                <a:solidFill>
                  <a:schemeClr val="lt1"/>
                </a:solidFill>
                <a:latin typeface="+mn-lt"/>
                <a:ea typeface="+mn-ea"/>
                <a:cs typeface="+mn-cs"/>
              </a:defRPr>
            </a:lvl7pPr>
            <a:lvl8pPr marL="3264597" algn="l" defTabSz="932742" rtl="0" eaLnBrk="1" latinLnBrk="0" hangingPunct="1">
              <a:defRPr sz="1800" kern="1200">
                <a:solidFill>
                  <a:schemeClr val="lt1"/>
                </a:solidFill>
                <a:latin typeface="+mn-lt"/>
                <a:ea typeface="+mn-ea"/>
                <a:cs typeface="+mn-cs"/>
              </a:defRPr>
            </a:lvl8pPr>
            <a:lvl9pPr marL="3730969" algn="l" defTabSz="932742" rtl="0" eaLnBrk="1" latinLnBrk="0" hangingPunct="1">
              <a:defRPr sz="1800" kern="1200">
                <a:solidFill>
                  <a:schemeClr val="lt1"/>
                </a:solidFill>
                <a:latin typeface="+mn-lt"/>
                <a:ea typeface="+mn-ea"/>
                <a:cs typeface="+mn-cs"/>
              </a:defRPr>
            </a:lvl9pPr>
          </a:lstStyle>
          <a:p>
            <a:pPr algn="ctr" defTabSz="699218">
              <a:defRPr/>
            </a:pPr>
            <a:endParaRPr lang="en-US" sz="900" spc="-38" dirty="0">
              <a:gradFill>
                <a:gsLst>
                  <a:gs pos="0">
                    <a:srgbClr val="505050"/>
                  </a:gs>
                  <a:gs pos="100000">
                    <a:srgbClr val="505050"/>
                  </a:gs>
                </a:gsLst>
                <a:lin ang="5400000" scaled="1"/>
              </a:gradFill>
              <a:latin typeface="Segoe UI"/>
              <a:ea typeface="Segoe UI" pitchFamily="34" charset="0"/>
              <a:cs typeface="Segoe UI" pitchFamily="34" charset="0"/>
            </a:endParaRPr>
          </a:p>
        </p:txBody>
      </p:sp>
      <p:grpSp>
        <p:nvGrpSpPr>
          <p:cNvPr id="6" name="Group 5"/>
          <p:cNvGrpSpPr/>
          <p:nvPr/>
        </p:nvGrpSpPr>
        <p:grpSpPr>
          <a:xfrm>
            <a:off x="253276" y="4098804"/>
            <a:ext cx="884039" cy="649919"/>
            <a:chOff x="422472" y="5641832"/>
            <a:chExt cx="1178719" cy="866558"/>
          </a:xfrm>
        </p:grpSpPr>
        <p:pic>
          <p:nvPicPr>
            <p:cNvPr id="175" name="Picture 174"/>
            <p:cNvPicPr>
              <a:picLocks noChangeAspect="1"/>
            </p:cNvPicPr>
            <p:nvPr/>
          </p:nvPicPr>
          <p:blipFill rotWithShape="1">
            <a:blip r:embed="rId7" cstate="print">
              <a:extLst>
                <a:ext uri="{28A0092B-C50C-407E-A947-70E740481C1C}">
                  <a14:useLocalDpi xmlns:a14="http://schemas.microsoft.com/office/drawing/2010/main" val="0"/>
                </a:ext>
              </a:extLst>
            </a:blip>
            <a:srcRect t="15492" r="28250" b="13068"/>
            <a:stretch/>
          </p:blipFill>
          <p:spPr>
            <a:xfrm>
              <a:off x="422472" y="5641832"/>
              <a:ext cx="1178719" cy="584369"/>
            </a:xfrm>
            <a:prstGeom prst="rect">
              <a:avLst/>
            </a:prstGeom>
          </p:spPr>
        </p:pic>
        <p:sp>
          <p:nvSpPr>
            <p:cNvPr id="176" name="TextBox 51"/>
            <p:cNvSpPr txBox="1"/>
            <p:nvPr/>
          </p:nvSpPr>
          <p:spPr>
            <a:xfrm>
              <a:off x="505805" y="6342190"/>
              <a:ext cx="912302" cy="166200"/>
            </a:xfrm>
            <a:prstGeom prst="rect">
              <a:avLst/>
            </a:prstGeom>
            <a:noFill/>
            <a:ln>
              <a:noFill/>
              <a:headEnd type="none" w="med" len="med"/>
              <a:tailEnd type="none" w="med" len="med"/>
            </a:ln>
          </p:spPr>
          <p:txBody>
            <a:bodyPr wrap="none" lIns="0" tIns="0" rIns="0" bIns="0" rtlCol="0">
              <a:spAutoFit/>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defTabSz="699448" fontAlgn="auto">
                <a:lnSpc>
                  <a:spcPct val="90000"/>
                </a:lnSpc>
                <a:spcBef>
                  <a:spcPts val="0"/>
                </a:spcBef>
                <a:spcAft>
                  <a:spcPts val="0"/>
                </a:spcAft>
                <a:defRPr/>
              </a:pPr>
              <a:r>
                <a:rPr lang="en-US" sz="900" spc="-29" dirty="0">
                  <a:gradFill>
                    <a:gsLst>
                      <a:gs pos="0">
                        <a:srgbClr val="505050"/>
                      </a:gs>
                      <a:gs pos="100000">
                        <a:srgbClr val="505050"/>
                      </a:gs>
                    </a:gsLst>
                    <a:lin ang="5400000" scaled="1"/>
                  </a:gradFill>
                  <a:latin typeface="Segoe UI"/>
                  <a:ea typeface="Segoe UI" pitchFamily="34" charset="0"/>
                  <a:cs typeface="Segoe UI" pitchFamily="34" charset="0"/>
                </a:rPr>
                <a:t>Home security</a:t>
              </a:r>
            </a:p>
          </p:txBody>
        </p:sp>
      </p:grpSp>
      <p:grpSp>
        <p:nvGrpSpPr>
          <p:cNvPr id="7" name="Group 6"/>
          <p:cNvGrpSpPr/>
          <p:nvPr/>
        </p:nvGrpSpPr>
        <p:grpSpPr>
          <a:xfrm>
            <a:off x="1292641" y="4082500"/>
            <a:ext cx="977583" cy="663722"/>
            <a:chOff x="1818203" y="5627360"/>
            <a:chExt cx="1303444" cy="884962"/>
          </a:xfrm>
        </p:grpSpPr>
        <p:pic>
          <p:nvPicPr>
            <p:cNvPr id="173" name="Picture 172"/>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952602" y="5627360"/>
              <a:ext cx="1061079" cy="639912"/>
            </a:xfrm>
            <a:prstGeom prst="rect">
              <a:avLst/>
            </a:prstGeom>
          </p:spPr>
        </p:pic>
        <p:sp>
          <p:nvSpPr>
            <p:cNvPr id="174" name="TextBox 54"/>
            <p:cNvSpPr txBox="1"/>
            <p:nvPr/>
          </p:nvSpPr>
          <p:spPr>
            <a:xfrm>
              <a:off x="1818203" y="6346122"/>
              <a:ext cx="1303444" cy="166200"/>
            </a:xfrm>
            <a:prstGeom prst="rect">
              <a:avLst/>
            </a:prstGeom>
            <a:noFill/>
            <a:ln>
              <a:noFill/>
              <a:headEnd type="none" w="med" len="med"/>
              <a:tailEnd type="none" w="med" len="med"/>
            </a:ln>
          </p:spPr>
          <p:txBody>
            <a:bodyPr wrap="square" lIns="0" tIns="0" rIns="0" bIns="0" rtlCol="0">
              <a:spAutoFit/>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algn="ctr" defTabSz="699448" fontAlgn="auto">
                <a:lnSpc>
                  <a:spcPct val="90000"/>
                </a:lnSpc>
                <a:spcBef>
                  <a:spcPts val="0"/>
                </a:spcBef>
                <a:spcAft>
                  <a:spcPts val="0"/>
                </a:spcAft>
                <a:defRPr/>
              </a:pPr>
              <a:r>
                <a:rPr lang="en-US" sz="900" spc="-29" dirty="0">
                  <a:gradFill>
                    <a:gsLst>
                      <a:gs pos="0">
                        <a:srgbClr val="505050"/>
                      </a:gs>
                      <a:gs pos="100000">
                        <a:srgbClr val="505050"/>
                      </a:gs>
                    </a:gsLst>
                    <a:lin ang="5400000" scaled="1"/>
                  </a:gradFill>
                  <a:latin typeface="Segoe UI"/>
                  <a:ea typeface="Segoe UI" pitchFamily="34" charset="0"/>
                  <a:cs typeface="Segoe UI" pitchFamily="34" charset="0"/>
                </a:rPr>
                <a:t>Home automation</a:t>
              </a:r>
            </a:p>
          </p:txBody>
        </p:sp>
      </p:grpSp>
      <p:grpSp>
        <p:nvGrpSpPr>
          <p:cNvPr id="8" name="Group 7"/>
          <p:cNvGrpSpPr/>
          <p:nvPr/>
        </p:nvGrpSpPr>
        <p:grpSpPr>
          <a:xfrm>
            <a:off x="2430480" y="4358136"/>
            <a:ext cx="691729" cy="390583"/>
            <a:chOff x="3374833" y="5944689"/>
            <a:chExt cx="922305" cy="520778"/>
          </a:xfrm>
        </p:grpSpPr>
        <p:pic>
          <p:nvPicPr>
            <p:cNvPr id="171" name="Picture 170"/>
            <p:cNvPicPr>
              <a:picLocks noChangeAspect="1"/>
            </p:cNvPicPr>
            <p:nvPr/>
          </p:nvPicPr>
          <p:blipFill rotWithShape="1">
            <a:blip r:embed="rId9"/>
            <a:srcRect l="16024" t="19030" r="17644" b="31982"/>
            <a:stretch/>
          </p:blipFill>
          <p:spPr>
            <a:xfrm>
              <a:off x="3629469" y="5944689"/>
              <a:ext cx="413035" cy="275726"/>
            </a:xfrm>
            <a:prstGeom prst="rect">
              <a:avLst/>
            </a:prstGeom>
          </p:spPr>
        </p:pic>
        <p:sp>
          <p:nvSpPr>
            <p:cNvPr id="172" name="TextBox 62"/>
            <p:cNvSpPr txBox="1"/>
            <p:nvPr/>
          </p:nvSpPr>
          <p:spPr>
            <a:xfrm>
              <a:off x="3374833" y="6299267"/>
              <a:ext cx="922305" cy="166200"/>
            </a:xfrm>
            <a:prstGeom prst="rect">
              <a:avLst/>
            </a:prstGeom>
            <a:noFill/>
            <a:ln>
              <a:noFill/>
              <a:headEnd type="none" w="med" len="med"/>
              <a:tailEnd type="none" w="med" len="med"/>
            </a:ln>
          </p:spPr>
          <p:txBody>
            <a:bodyPr wrap="none" lIns="0" tIns="0" rIns="0" bIns="0" rtlCol="0">
              <a:spAutoFit/>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algn="ctr" defTabSz="699448" fontAlgn="auto">
                <a:lnSpc>
                  <a:spcPct val="90000"/>
                </a:lnSpc>
                <a:spcBef>
                  <a:spcPts val="0"/>
                </a:spcBef>
                <a:spcAft>
                  <a:spcPts val="0"/>
                </a:spcAft>
                <a:defRPr/>
              </a:pPr>
              <a:r>
                <a:rPr lang="en-US" sz="900" spc="-29" dirty="0">
                  <a:gradFill>
                    <a:gsLst>
                      <a:gs pos="0">
                        <a:srgbClr val="505050"/>
                      </a:gs>
                      <a:gs pos="100000">
                        <a:srgbClr val="505050"/>
                      </a:gs>
                    </a:gsLst>
                    <a:lin ang="5400000" scaled="1"/>
                  </a:gradFill>
                  <a:latin typeface="Segoe UI"/>
                  <a:ea typeface="Segoe UI" pitchFamily="34" charset="0"/>
                  <a:cs typeface="Segoe UI" pitchFamily="34" charset="0"/>
                </a:rPr>
                <a:t>Leak detection</a:t>
              </a:r>
            </a:p>
          </p:txBody>
        </p:sp>
      </p:grpSp>
      <p:grpSp>
        <p:nvGrpSpPr>
          <p:cNvPr id="9" name="Group 8"/>
          <p:cNvGrpSpPr/>
          <p:nvPr/>
        </p:nvGrpSpPr>
        <p:grpSpPr>
          <a:xfrm>
            <a:off x="773003" y="2633819"/>
            <a:ext cx="1368377" cy="619355"/>
            <a:chOff x="1745851" y="3471300"/>
            <a:chExt cx="1824503" cy="825806"/>
          </a:xfrm>
        </p:grpSpPr>
        <p:pic>
          <p:nvPicPr>
            <p:cNvPr id="165" name="Picture 164" descr="https://lh4.googleusercontent.com/-xm_MGqcodDQ/Ul0ph-pzi2I/AAAAAAAAAAs/XwSWm2mO_3U/s0-d/Website%2Bbanner.jpg"/>
            <p:cNvPicPr>
              <a:picLocks noChangeAspect="1" noChangeArrowheads="1"/>
            </p:cNvPicPr>
            <p:nvPr/>
          </p:nvPicPr>
          <p:blipFill rotWithShape="1">
            <a:blip r:embed="rId10" cstate="print">
              <a:extLst>
                <a:ext uri="{28A0092B-C50C-407E-A947-70E740481C1C}">
                  <a14:useLocalDpi xmlns:a14="http://schemas.microsoft.com/office/drawing/2010/main" val="0"/>
                </a:ext>
              </a:extLst>
            </a:blip>
            <a:srcRect l="43915" r="36840" b="17672"/>
            <a:stretch/>
          </p:blipFill>
          <p:spPr bwMode="auto">
            <a:xfrm>
              <a:off x="3316274" y="3477014"/>
              <a:ext cx="254080" cy="552661"/>
            </a:xfrm>
            <a:prstGeom prst="rect">
              <a:avLst/>
            </a:prstGeom>
            <a:noFill/>
            <a:extLst>
              <a:ext uri="{909E8E84-426E-40DD-AFC4-6F175D3DCCD1}">
                <a14:hiddenFill xmlns:a14="http://schemas.microsoft.com/office/drawing/2010/main">
                  <a:solidFill>
                    <a:srgbClr val="FFFFFF"/>
                  </a:solidFill>
                </a14:hiddenFill>
              </a:ext>
            </a:extLst>
          </p:spPr>
        </p:pic>
        <p:grpSp>
          <p:nvGrpSpPr>
            <p:cNvPr id="166" name="Group 165"/>
            <p:cNvGrpSpPr/>
            <p:nvPr/>
          </p:nvGrpSpPr>
          <p:grpSpPr>
            <a:xfrm>
              <a:off x="1745851" y="3471300"/>
              <a:ext cx="1584951" cy="825806"/>
              <a:chOff x="1897721" y="3634129"/>
              <a:chExt cx="1554014" cy="809687"/>
            </a:xfrm>
          </p:grpSpPr>
          <p:pic>
            <p:nvPicPr>
              <p:cNvPr id="167" name="Picture 166"/>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2532236" y="3634129"/>
                <a:ext cx="919499" cy="656188"/>
              </a:xfrm>
              <a:prstGeom prst="rect">
                <a:avLst/>
              </a:prstGeom>
            </p:spPr>
          </p:pic>
          <p:sp>
            <p:nvSpPr>
              <p:cNvPr id="168" name="TextBox 52"/>
              <p:cNvSpPr txBox="1"/>
              <p:nvPr/>
            </p:nvSpPr>
            <p:spPr>
              <a:xfrm>
                <a:off x="2234680" y="4262755"/>
                <a:ext cx="1055941" cy="181061"/>
              </a:xfrm>
              <a:prstGeom prst="rect">
                <a:avLst/>
              </a:prstGeom>
              <a:noFill/>
              <a:ln>
                <a:noFill/>
                <a:headEnd type="none" w="med" len="med"/>
                <a:tailEnd type="none" w="med" len="med"/>
              </a:ln>
            </p:spPr>
            <p:txBody>
              <a:bodyPr wrap="none" lIns="0" tIns="0" rIns="0" bIns="0" rtlCol="0">
                <a:spAutoFit/>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defTabSz="699448" fontAlgn="auto">
                  <a:spcBef>
                    <a:spcPts val="0"/>
                  </a:spcBef>
                  <a:spcAft>
                    <a:spcPts val="0"/>
                  </a:spcAft>
                  <a:defRPr/>
                </a:pPr>
                <a:r>
                  <a:rPr lang="en-US" sz="900" spc="-29" dirty="0">
                    <a:gradFill>
                      <a:gsLst>
                        <a:gs pos="0">
                          <a:srgbClr val="505050"/>
                        </a:gs>
                        <a:gs pos="100000">
                          <a:srgbClr val="505050"/>
                        </a:gs>
                      </a:gsLst>
                      <a:lin ang="5400000" scaled="1"/>
                    </a:gradFill>
                    <a:latin typeface="Segoe UI"/>
                    <a:ea typeface="Segoe UI" pitchFamily="34" charset="0"/>
                    <a:cs typeface="Segoe UI" pitchFamily="34" charset="0"/>
                  </a:rPr>
                  <a:t>Smart appliances</a:t>
                </a:r>
              </a:p>
            </p:txBody>
          </p:sp>
          <p:pic>
            <p:nvPicPr>
              <p:cNvPr id="169" name="Picture 168"/>
              <p:cNvPicPr>
                <a:picLocks noChangeAspect="1"/>
              </p:cNvPicPr>
              <p:nvPr/>
            </p:nvPicPr>
            <p:blipFill rotWithShape="1">
              <a:blip r:embed="rId12" cstate="print">
                <a:extLst>
                  <a:ext uri="{28A0092B-C50C-407E-A947-70E740481C1C}">
                    <a14:useLocalDpi xmlns:a14="http://schemas.microsoft.com/office/drawing/2010/main" val="0"/>
                  </a:ext>
                </a:extLst>
              </a:blip>
              <a:srcRect t="17489" b="18461"/>
              <a:stretch/>
            </p:blipFill>
            <p:spPr>
              <a:xfrm>
                <a:off x="2008076" y="3636974"/>
                <a:ext cx="457495" cy="307861"/>
              </a:xfrm>
              <a:prstGeom prst="rect">
                <a:avLst/>
              </a:prstGeom>
            </p:spPr>
          </p:pic>
          <p:pic>
            <p:nvPicPr>
              <p:cNvPr id="170" name="Picture 169" descr="Kitchen Thermometer Family"/>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1897721" y="3975918"/>
                <a:ext cx="599595" cy="227007"/>
              </a:xfrm>
              <a:prstGeom prst="rect">
                <a:avLst/>
              </a:prstGeom>
              <a:noFill/>
              <a:extLst>
                <a:ext uri="{909E8E84-426E-40DD-AFC4-6F175D3DCCD1}">
                  <a14:hiddenFill xmlns:a14="http://schemas.microsoft.com/office/drawing/2010/main">
                    <a:solidFill>
                      <a:srgbClr val="FFFFFF"/>
                    </a:solidFill>
                  </a14:hiddenFill>
                </a:ext>
              </a:extLst>
            </p:spPr>
          </p:pic>
        </p:grpSp>
      </p:grpSp>
      <p:grpSp>
        <p:nvGrpSpPr>
          <p:cNvPr id="10" name="Group 9"/>
          <p:cNvGrpSpPr/>
          <p:nvPr/>
        </p:nvGrpSpPr>
        <p:grpSpPr>
          <a:xfrm>
            <a:off x="5343857" y="1520570"/>
            <a:ext cx="727069" cy="551894"/>
            <a:chOff x="6554445" y="2304447"/>
            <a:chExt cx="969425" cy="735859"/>
          </a:xfrm>
        </p:grpSpPr>
        <p:pic>
          <p:nvPicPr>
            <p:cNvPr id="163" name="Picture 162"/>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6599281" y="2304447"/>
              <a:ext cx="850831" cy="321425"/>
            </a:xfrm>
            <a:prstGeom prst="rect">
              <a:avLst/>
            </a:prstGeom>
          </p:spPr>
        </p:pic>
        <p:sp>
          <p:nvSpPr>
            <p:cNvPr id="164" name="TextBox 68"/>
            <p:cNvSpPr txBox="1"/>
            <p:nvPr/>
          </p:nvSpPr>
          <p:spPr>
            <a:xfrm>
              <a:off x="6554445" y="2707907"/>
              <a:ext cx="969425" cy="332399"/>
            </a:xfrm>
            <a:prstGeom prst="rect">
              <a:avLst/>
            </a:prstGeom>
            <a:noFill/>
            <a:ln>
              <a:noFill/>
              <a:headEnd type="none" w="med" len="med"/>
              <a:tailEnd type="none" w="med" len="med"/>
            </a:ln>
          </p:spPr>
          <p:txBody>
            <a:bodyPr wrap="square" lIns="0" tIns="0" rIns="0" bIns="0" rtlCol="0">
              <a:spAutoFit/>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algn="ctr" defTabSz="699448" fontAlgn="auto">
                <a:lnSpc>
                  <a:spcPct val="90000"/>
                </a:lnSpc>
                <a:spcBef>
                  <a:spcPts val="0"/>
                </a:spcBef>
                <a:spcAft>
                  <a:spcPts val="0"/>
                </a:spcAft>
                <a:defRPr/>
              </a:pPr>
              <a:r>
                <a:rPr lang="en-US" sz="900" spc="-29" dirty="0">
                  <a:gradFill>
                    <a:gsLst>
                      <a:gs pos="0">
                        <a:srgbClr val="505050"/>
                      </a:gs>
                      <a:gs pos="100000">
                        <a:srgbClr val="505050"/>
                      </a:gs>
                    </a:gsLst>
                    <a:lin ang="5400000" scaled="1"/>
                  </a:gradFill>
                  <a:latin typeface="Segoe UI"/>
                  <a:ea typeface="Segoe UI" pitchFamily="34" charset="0"/>
                  <a:cs typeface="Segoe UI" pitchFamily="34" charset="0"/>
                </a:rPr>
                <a:t>Indoor </a:t>
              </a:r>
              <a:br>
                <a:rPr lang="en-US" sz="900" spc="-29" dirty="0">
                  <a:gradFill>
                    <a:gsLst>
                      <a:gs pos="0">
                        <a:srgbClr val="505050"/>
                      </a:gs>
                      <a:gs pos="100000">
                        <a:srgbClr val="505050"/>
                      </a:gs>
                    </a:gsLst>
                    <a:lin ang="5400000" scaled="1"/>
                  </a:gradFill>
                  <a:latin typeface="Segoe UI"/>
                  <a:ea typeface="Segoe UI" pitchFamily="34" charset="0"/>
                  <a:cs typeface="Segoe UI" pitchFamily="34" charset="0"/>
                </a:rPr>
              </a:br>
              <a:r>
                <a:rPr lang="en-US" sz="900" spc="-29" dirty="0">
                  <a:gradFill>
                    <a:gsLst>
                      <a:gs pos="0">
                        <a:srgbClr val="505050"/>
                      </a:gs>
                      <a:gs pos="100000">
                        <a:srgbClr val="505050"/>
                      </a:gs>
                    </a:gsLst>
                    <a:lin ang="5400000" scaled="1"/>
                  </a:gradFill>
                  <a:latin typeface="Segoe UI"/>
                  <a:ea typeface="Segoe UI" pitchFamily="34" charset="0"/>
                  <a:cs typeface="Segoe UI" pitchFamily="34" charset="0"/>
                </a:rPr>
                <a:t>navigation</a:t>
              </a:r>
            </a:p>
          </p:txBody>
        </p:sp>
      </p:grpSp>
      <p:grpSp>
        <p:nvGrpSpPr>
          <p:cNvPr id="11" name="Group 10"/>
          <p:cNvGrpSpPr/>
          <p:nvPr/>
        </p:nvGrpSpPr>
        <p:grpSpPr>
          <a:xfrm>
            <a:off x="2852325" y="489859"/>
            <a:ext cx="1176340" cy="677715"/>
            <a:chOff x="2949120" y="959884"/>
            <a:chExt cx="1537840" cy="885982"/>
          </a:xfrm>
        </p:grpSpPr>
        <p:pic>
          <p:nvPicPr>
            <p:cNvPr id="158" name="Picture 157"/>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3415653" y="1218843"/>
              <a:ext cx="412519" cy="432713"/>
            </a:xfrm>
            <a:prstGeom prst="rect">
              <a:avLst/>
            </a:prstGeom>
          </p:spPr>
        </p:pic>
        <p:pic>
          <p:nvPicPr>
            <p:cNvPr id="159" name="Picture 158"/>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2949120" y="1222214"/>
              <a:ext cx="457389" cy="457389"/>
            </a:xfrm>
            <a:prstGeom prst="rect">
              <a:avLst/>
            </a:prstGeom>
          </p:spPr>
        </p:pic>
        <p:sp>
          <p:nvSpPr>
            <p:cNvPr id="160" name="TextBox 50"/>
            <p:cNvSpPr txBox="1"/>
            <p:nvPr/>
          </p:nvSpPr>
          <p:spPr>
            <a:xfrm>
              <a:off x="3299182" y="1664805"/>
              <a:ext cx="1134905" cy="181061"/>
            </a:xfrm>
            <a:prstGeom prst="rect">
              <a:avLst/>
            </a:prstGeom>
            <a:noFill/>
            <a:ln>
              <a:noFill/>
              <a:headEnd type="none" w="med" len="med"/>
              <a:tailEnd type="none" w="med" len="med"/>
            </a:ln>
          </p:spPr>
          <p:txBody>
            <a:bodyPr wrap="none" lIns="0" tIns="0" rIns="0" bIns="0" rtlCol="0">
              <a:spAutoFit/>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defTabSz="699448" fontAlgn="auto">
                <a:spcBef>
                  <a:spcPts val="0"/>
                </a:spcBef>
                <a:spcAft>
                  <a:spcPts val="0"/>
                </a:spcAft>
                <a:defRPr/>
              </a:pPr>
              <a:r>
                <a:rPr lang="en-US" sz="900" spc="-29" dirty="0">
                  <a:gradFill>
                    <a:gsLst>
                      <a:gs pos="0">
                        <a:srgbClr val="505050"/>
                      </a:gs>
                      <a:gs pos="100000">
                        <a:srgbClr val="505050"/>
                      </a:gs>
                    </a:gsLst>
                    <a:lin ang="5400000" scaled="1"/>
                  </a:gradFill>
                  <a:latin typeface="Segoe UI"/>
                  <a:ea typeface="Segoe UI" pitchFamily="34" charset="0"/>
                  <a:cs typeface="Segoe UI" pitchFamily="34" charset="0"/>
                </a:rPr>
                <a:t>Health monitoring</a:t>
              </a:r>
            </a:p>
          </p:txBody>
        </p:sp>
        <p:pic>
          <p:nvPicPr>
            <p:cNvPr id="161" name="Picture 160"/>
            <p:cNvPicPr>
              <a:picLocks noChangeAspect="1"/>
            </p:cNvPicPr>
            <p:nvPr/>
          </p:nvPicPr>
          <p:blipFill rotWithShape="1">
            <a:blip r:embed="rId17" cstate="print">
              <a:extLst>
                <a:ext uri="{28A0092B-C50C-407E-A947-70E740481C1C}">
                  <a14:useLocalDpi xmlns:a14="http://schemas.microsoft.com/office/drawing/2010/main" val="0"/>
                </a:ext>
              </a:extLst>
            </a:blip>
            <a:srcRect l="24039" r="26312"/>
            <a:stretch/>
          </p:blipFill>
          <p:spPr>
            <a:xfrm>
              <a:off x="4184087" y="959884"/>
              <a:ext cx="302873" cy="716068"/>
            </a:xfrm>
            <a:prstGeom prst="rect">
              <a:avLst/>
            </a:prstGeom>
          </p:spPr>
        </p:pic>
        <p:pic>
          <p:nvPicPr>
            <p:cNvPr id="162" name="Picture 161"/>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3832777" y="1242384"/>
              <a:ext cx="426200" cy="426200"/>
            </a:xfrm>
            <a:prstGeom prst="rect">
              <a:avLst/>
            </a:prstGeom>
          </p:spPr>
        </p:pic>
      </p:grpSp>
      <p:grpSp>
        <p:nvGrpSpPr>
          <p:cNvPr id="12" name="Group 11"/>
          <p:cNvGrpSpPr/>
          <p:nvPr/>
        </p:nvGrpSpPr>
        <p:grpSpPr>
          <a:xfrm>
            <a:off x="4142679" y="1268137"/>
            <a:ext cx="1054684" cy="804327"/>
            <a:chOff x="5271654" y="1796668"/>
            <a:chExt cx="1406245" cy="1072436"/>
          </a:xfrm>
        </p:grpSpPr>
        <p:pic>
          <p:nvPicPr>
            <p:cNvPr id="154" name="Picture 153" descr="enlighted-gateway"/>
            <p:cNvPicPr>
              <a:picLocks noChangeAspect="1" noChangeArrowheads="1"/>
            </p:cNvPicPr>
            <p:nvPr/>
          </p:nvPicPr>
          <p:blipFill>
            <a:blip r:embed="rId19" cstate="print">
              <a:extLst>
                <a:ext uri="{28A0092B-C50C-407E-A947-70E740481C1C}">
                  <a14:useLocalDpi xmlns:a14="http://schemas.microsoft.com/office/drawing/2010/main" val="0"/>
                </a:ext>
              </a:extLst>
            </a:blip>
            <a:srcRect/>
            <a:stretch>
              <a:fillRect/>
            </a:stretch>
          </p:blipFill>
          <p:spPr bwMode="auto">
            <a:xfrm>
              <a:off x="6136479" y="1944525"/>
              <a:ext cx="541420" cy="924579"/>
            </a:xfrm>
            <a:prstGeom prst="rect">
              <a:avLst/>
            </a:prstGeom>
            <a:noFill/>
            <a:extLst>
              <a:ext uri="{909E8E84-426E-40DD-AFC4-6F175D3DCCD1}">
                <a14:hiddenFill xmlns:a14="http://schemas.microsoft.com/office/drawing/2010/main">
                  <a:solidFill>
                    <a:srgbClr val="FFFFFF"/>
                  </a:solidFill>
                </a14:hiddenFill>
              </a:ext>
            </a:extLst>
          </p:spPr>
        </p:pic>
        <p:pic>
          <p:nvPicPr>
            <p:cNvPr id="155" name="Picture 154" descr="enlighted smart sensors"/>
            <p:cNvPicPr>
              <a:picLocks noChangeAspect="1" noChangeArrowheads="1"/>
            </p:cNvPicPr>
            <p:nvPr/>
          </p:nvPicPr>
          <p:blipFill>
            <a:blip r:embed="rId20" cstate="print">
              <a:extLst>
                <a:ext uri="{28A0092B-C50C-407E-A947-70E740481C1C}">
                  <a14:useLocalDpi xmlns:a14="http://schemas.microsoft.com/office/drawing/2010/main" val="0"/>
                </a:ext>
              </a:extLst>
            </a:blip>
            <a:srcRect/>
            <a:stretch>
              <a:fillRect/>
            </a:stretch>
          </p:blipFill>
          <p:spPr bwMode="auto">
            <a:xfrm>
              <a:off x="5621081" y="1796668"/>
              <a:ext cx="732631" cy="396164"/>
            </a:xfrm>
            <a:prstGeom prst="rect">
              <a:avLst/>
            </a:prstGeom>
            <a:noFill/>
            <a:extLst>
              <a:ext uri="{909E8E84-426E-40DD-AFC4-6F175D3DCCD1}">
                <a14:hiddenFill xmlns:a14="http://schemas.microsoft.com/office/drawing/2010/main">
                  <a:solidFill>
                    <a:srgbClr val="FFFFFF"/>
                  </a:solidFill>
                </a14:hiddenFill>
              </a:ext>
            </a:extLst>
          </p:spPr>
        </p:pic>
        <p:pic>
          <p:nvPicPr>
            <p:cNvPr id="156" name="Picture 155"/>
            <p:cNvPicPr>
              <a:picLocks noChangeAspect="1"/>
            </p:cNvPicPr>
            <p:nvPr/>
          </p:nvPicPr>
          <p:blipFill>
            <a:blip r:embed="rId21" cstate="print">
              <a:extLst>
                <a:ext uri="{28A0092B-C50C-407E-A947-70E740481C1C}">
                  <a14:useLocalDpi xmlns:a14="http://schemas.microsoft.com/office/drawing/2010/main" val="0"/>
                </a:ext>
              </a:extLst>
            </a:blip>
            <a:stretch>
              <a:fillRect/>
            </a:stretch>
          </p:blipFill>
          <p:spPr>
            <a:xfrm>
              <a:off x="5271654" y="2167613"/>
              <a:ext cx="957291" cy="526268"/>
            </a:xfrm>
            <a:prstGeom prst="rect">
              <a:avLst/>
            </a:prstGeom>
          </p:spPr>
        </p:pic>
        <p:sp>
          <p:nvSpPr>
            <p:cNvPr id="157" name="TextBox 53"/>
            <p:cNvSpPr txBox="1"/>
            <p:nvPr/>
          </p:nvSpPr>
          <p:spPr>
            <a:xfrm>
              <a:off x="5408993" y="2678459"/>
              <a:ext cx="885969" cy="184665"/>
            </a:xfrm>
            <a:prstGeom prst="rect">
              <a:avLst/>
            </a:prstGeom>
            <a:noFill/>
            <a:ln>
              <a:noFill/>
              <a:headEnd type="none" w="med" len="med"/>
              <a:tailEnd type="none" w="med" len="med"/>
            </a:ln>
          </p:spPr>
          <p:txBody>
            <a:bodyPr wrap="none" lIns="0" tIns="0" rIns="0" bIns="0" rtlCol="0">
              <a:spAutoFit/>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defTabSz="699448" fontAlgn="auto">
                <a:spcBef>
                  <a:spcPts val="0"/>
                </a:spcBef>
                <a:spcAft>
                  <a:spcPts val="0"/>
                </a:spcAft>
                <a:defRPr/>
              </a:pPr>
              <a:r>
                <a:rPr lang="en-US" sz="900" spc="-29" dirty="0">
                  <a:gradFill>
                    <a:gsLst>
                      <a:gs pos="0">
                        <a:srgbClr val="505050"/>
                      </a:gs>
                      <a:gs pos="100000">
                        <a:srgbClr val="505050"/>
                      </a:gs>
                    </a:gsLst>
                    <a:lin ang="5400000" scaled="1"/>
                  </a:gradFill>
                  <a:latin typeface="Segoe UI"/>
                  <a:ea typeface="Segoe UI" pitchFamily="34" charset="0"/>
                  <a:cs typeface="Segoe UI" pitchFamily="34" charset="0"/>
                </a:rPr>
                <a:t>Smart lighting</a:t>
              </a:r>
            </a:p>
          </p:txBody>
        </p:sp>
      </p:grpSp>
      <p:grpSp>
        <p:nvGrpSpPr>
          <p:cNvPr id="13" name="Group 12"/>
          <p:cNvGrpSpPr/>
          <p:nvPr/>
        </p:nvGrpSpPr>
        <p:grpSpPr>
          <a:xfrm>
            <a:off x="4255203" y="507475"/>
            <a:ext cx="713558" cy="660099"/>
            <a:chOff x="8929498" y="207486"/>
            <a:chExt cx="932841" cy="862952"/>
          </a:xfrm>
        </p:grpSpPr>
        <p:pic>
          <p:nvPicPr>
            <p:cNvPr id="149" name="Picture 148" descr="http://002mag.com/wordpress/wp-content/uploads/2012/11/Tagg-pet-tracker.jpg"/>
            <p:cNvPicPr>
              <a:picLocks noChangeAspect="1" noChangeArrowheads="1"/>
            </p:cNvPicPr>
            <p:nvPr/>
          </p:nvPicPr>
          <p:blipFill>
            <a:blip r:embed="rId22" cstate="print">
              <a:extLst>
                <a:ext uri="{28A0092B-C50C-407E-A947-70E740481C1C}">
                  <a14:useLocalDpi xmlns:a14="http://schemas.microsoft.com/office/drawing/2010/main" val="0"/>
                </a:ext>
              </a:extLst>
            </a:blip>
            <a:srcRect/>
            <a:stretch>
              <a:fillRect/>
            </a:stretch>
          </p:blipFill>
          <p:spPr bwMode="auto">
            <a:xfrm>
              <a:off x="8929498" y="465886"/>
              <a:ext cx="424037" cy="350479"/>
            </a:xfrm>
            <a:prstGeom prst="rect">
              <a:avLst/>
            </a:prstGeom>
            <a:noFill/>
            <a:extLst>
              <a:ext uri="{909E8E84-426E-40DD-AFC4-6F175D3DCCD1}">
                <a14:hiddenFill xmlns:a14="http://schemas.microsoft.com/office/drawing/2010/main">
                  <a:solidFill>
                    <a:srgbClr val="FFFFFF"/>
                  </a:solidFill>
                </a14:hiddenFill>
              </a:ext>
            </a:extLst>
          </p:spPr>
        </p:pic>
        <p:sp>
          <p:nvSpPr>
            <p:cNvPr id="150" name="TextBox 49"/>
            <p:cNvSpPr txBox="1"/>
            <p:nvPr/>
          </p:nvSpPr>
          <p:spPr>
            <a:xfrm>
              <a:off x="8954938" y="889377"/>
              <a:ext cx="731708" cy="181061"/>
            </a:xfrm>
            <a:prstGeom prst="rect">
              <a:avLst/>
            </a:prstGeom>
            <a:noFill/>
            <a:ln>
              <a:noFill/>
              <a:headEnd type="none" w="med" len="med"/>
              <a:tailEnd type="none" w="med" len="med"/>
            </a:ln>
          </p:spPr>
          <p:txBody>
            <a:bodyPr wrap="none" lIns="0" tIns="0" rIns="0" bIns="0" rtlCol="0">
              <a:spAutoFit/>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defTabSz="699448" fontAlgn="auto">
                <a:spcBef>
                  <a:spcPts val="0"/>
                </a:spcBef>
                <a:spcAft>
                  <a:spcPts val="0"/>
                </a:spcAft>
                <a:defRPr/>
              </a:pPr>
              <a:r>
                <a:rPr lang="en-US" sz="900" spc="-29" dirty="0">
                  <a:gradFill>
                    <a:gsLst>
                      <a:gs pos="0">
                        <a:srgbClr val="505050"/>
                      </a:gs>
                      <a:gs pos="100000">
                        <a:srgbClr val="505050"/>
                      </a:gs>
                    </a:gsLst>
                    <a:lin ang="5400000" scaled="1"/>
                  </a:gradFill>
                  <a:latin typeface="Segoe UI"/>
                  <a:ea typeface="Segoe UI" pitchFamily="34" charset="0"/>
                  <a:cs typeface="Segoe UI" pitchFamily="34" charset="0"/>
                </a:rPr>
                <a:t>Pet tracking</a:t>
              </a:r>
            </a:p>
          </p:txBody>
        </p:sp>
        <p:pic>
          <p:nvPicPr>
            <p:cNvPr id="151" name="Picture 150" descr="http://www.whistle.com/wp-content/uploads/2014/02/whistle.png"/>
            <p:cNvPicPr>
              <a:picLocks noChangeAspect="1" noChangeArrowheads="1"/>
            </p:cNvPicPr>
            <p:nvPr/>
          </p:nvPicPr>
          <p:blipFill>
            <a:blip r:embed="rId23" cstate="print">
              <a:extLst>
                <a:ext uri="{28A0092B-C50C-407E-A947-70E740481C1C}">
                  <a14:useLocalDpi xmlns:a14="http://schemas.microsoft.com/office/drawing/2010/main" val="0"/>
                </a:ext>
              </a:extLst>
            </a:blip>
            <a:srcRect/>
            <a:stretch>
              <a:fillRect/>
            </a:stretch>
          </p:blipFill>
          <p:spPr bwMode="auto">
            <a:xfrm>
              <a:off x="9401988" y="279939"/>
              <a:ext cx="288832" cy="288832"/>
            </a:xfrm>
            <a:prstGeom prst="rect">
              <a:avLst/>
            </a:prstGeom>
            <a:noFill/>
            <a:extLst>
              <a:ext uri="{909E8E84-426E-40DD-AFC4-6F175D3DCCD1}">
                <a14:hiddenFill xmlns:a14="http://schemas.microsoft.com/office/drawing/2010/main">
                  <a:solidFill>
                    <a:srgbClr val="FFFFFF"/>
                  </a:solidFill>
                </a14:hiddenFill>
              </a:ext>
            </a:extLst>
          </p:spPr>
        </p:pic>
        <p:pic>
          <p:nvPicPr>
            <p:cNvPr id="152" name="Picture 151"/>
            <p:cNvPicPr>
              <a:picLocks noChangeAspect="1"/>
            </p:cNvPicPr>
            <p:nvPr/>
          </p:nvPicPr>
          <p:blipFill rotWithShape="1">
            <a:blip r:embed="rId24" cstate="print">
              <a:extLst>
                <a:ext uri="{28A0092B-C50C-407E-A947-70E740481C1C}">
                  <a14:useLocalDpi xmlns:a14="http://schemas.microsoft.com/office/drawing/2010/main" val="0"/>
                </a:ext>
              </a:extLst>
            </a:blip>
            <a:srcRect t="49959"/>
            <a:stretch/>
          </p:blipFill>
          <p:spPr>
            <a:xfrm>
              <a:off x="9356834" y="617647"/>
              <a:ext cx="505505" cy="284577"/>
            </a:xfrm>
            <a:prstGeom prst="rect">
              <a:avLst/>
            </a:prstGeom>
          </p:spPr>
        </p:pic>
        <p:pic>
          <p:nvPicPr>
            <p:cNvPr id="153" name="Picture 152" descr="http://www.fitbark.com/dog-wireless-activity-tracker/wp-content/uploads/2013/11/FitBark-Activity-Monitor-300x191.png"/>
            <p:cNvPicPr>
              <a:picLocks noChangeAspect="1" noChangeArrowheads="1"/>
            </p:cNvPicPr>
            <p:nvPr/>
          </p:nvPicPr>
          <p:blipFill rotWithShape="1">
            <a:blip r:embed="rId25" cstate="print">
              <a:extLst>
                <a:ext uri="{28A0092B-C50C-407E-A947-70E740481C1C}">
                  <a14:useLocalDpi xmlns:a14="http://schemas.microsoft.com/office/drawing/2010/main" val="0"/>
                </a:ext>
              </a:extLst>
            </a:blip>
            <a:srcRect l="8104" r="13564"/>
            <a:stretch/>
          </p:blipFill>
          <p:spPr bwMode="auto">
            <a:xfrm>
              <a:off x="8935469" y="207486"/>
              <a:ext cx="312137" cy="253699"/>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4" name="Group 13"/>
          <p:cNvGrpSpPr/>
          <p:nvPr/>
        </p:nvGrpSpPr>
        <p:grpSpPr>
          <a:xfrm>
            <a:off x="5683279" y="3463902"/>
            <a:ext cx="1352585" cy="539287"/>
            <a:chOff x="6271027" y="4495379"/>
            <a:chExt cx="1803446" cy="719050"/>
          </a:xfrm>
        </p:grpSpPr>
        <p:pic>
          <p:nvPicPr>
            <p:cNvPr id="146" name="Picture 145" descr="https://kaptureaudio.com/img/product-feature.png"/>
            <p:cNvPicPr>
              <a:picLocks noChangeAspect="1" noChangeArrowheads="1"/>
            </p:cNvPicPr>
            <p:nvPr/>
          </p:nvPicPr>
          <p:blipFill>
            <a:blip r:embed="rId26" cstate="print">
              <a:extLst>
                <a:ext uri="{28A0092B-C50C-407E-A947-70E740481C1C}">
                  <a14:useLocalDpi xmlns:a14="http://schemas.microsoft.com/office/drawing/2010/main" val="0"/>
                </a:ext>
              </a:extLst>
            </a:blip>
            <a:srcRect/>
            <a:stretch>
              <a:fillRect/>
            </a:stretch>
          </p:blipFill>
          <p:spPr bwMode="auto">
            <a:xfrm>
              <a:off x="6997380" y="4495379"/>
              <a:ext cx="592938" cy="491152"/>
            </a:xfrm>
            <a:prstGeom prst="rect">
              <a:avLst/>
            </a:prstGeom>
            <a:noFill/>
            <a:extLst>
              <a:ext uri="{909E8E84-426E-40DD-AFC4-6F175D3DCCD1}">
                <a14:hiddenFill xmlns:a14="http://schemas.microsoft.com/office/drawing/2010/main">
                  <a:solidFill>
                    <a:srgbClr val="FFFFFF"/>
                  </a:solidFill>
                </a14:hiddenFill>
              </a:ext>
            </a:extLst>
          </p:spPr>
        </p:pic>
        <p:sp>
          <p:nvSpPr>
            <p:cNvPr id="147" name="TextBox 99"/>
            <p:cNvSpPr txBox="1"/>
            <p:nvPr/>
          </p:nvSpPr>
          <p:spPr>
            <a:xfrm>
              <a:off x="6271027" y="5048229"/>
              <a:ext cx="1803446" cy="166200"/>
            </a:xfrm>
            <a:prstGeom prst="rect">
              <a:avLst/>
            </a:prstGeom>
            <a:noFill/>
            <a:ln>
              <a:noFill/>
              <a:headEnd type="none" w="med" len="med"/>
              <a:tailEnd type="none" w="med" len="med"/>
            </a:ln>
          </p:spPr>
          <p:txBody>
            <a:bodyPr wrap="square" lIns="0" tIns="0" rIns="0" bIns="0" rtlCol="0">
              <a:spAutoFit/>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algn="ctr" defTabSz="699448" fontAlgn="auto">
                <a:lnSpc>
                  <a:spcPct val="90000"/>
                </a:lnSpc>
                <a:spcBef>
                  <a:spcPts val="0"/>
                </a:spcBef>
                <a:spcAft>
                  <a:spcPts val="0"/>
                </a:spcAft>
                <a:defRPr/>
              </a:pPr>
              <a:r>
                <a:rPr lang="en-US" sz="900" spc="-29" dirty="0">
                  <a:gradFill>
                    <a:gsLst>
                      <a:gs pos="0">
                        <a:srgbClr val="505050"/>
                      </a:gs>
                      <a:gs pos="100000">
                        <a:srgbClr val="505050"/>
                      </a:gs>
                    </a:gsLst>
                    <a:lin ang="5400000" scaled="1"/>
                  </a:gradFill>
                  <a:latin typeface="Segoe UI"/>
                  <a:ea typeface="Segoe UI" pitchFamily="34" charset="0"/>
                  <a:cs typeface="Segoe UI" pitchFamily="34" charset="0"/>
                </a:rPr>
                <a:t>Information capture</a:t>
              </a:r>
            </a:p>
          </p:txBody>
        </p:sp>
        <p:pic>
          <p:nvPicPr>
            <p:cNvPr id="148" name="Picture 147" descr="Narrative Clip, Orange"/>
            <p:cNvPicPr>
              <a:picLocks noChangeAspect="1" noChangeArrowheads="1"/>
            </p:cNvPicPr>
            <p:nvPr/>
          </p:nvPicPr>
          <p:blipFill>
            <a:blip r:embed="rId27" cstate="print">
              <a:extLst>
                <a:ext uri="{28A0092B-C50C-407E-A947-70E740481C1C}">
                  <a14:useLocalDpi xmlns:a14="http://schemas.microsoft.com/office/drawing/2010/main" val="0"/>
                </a:ext>
              </a:extLst>
            </a:blip>
            <a:srcRect/>
            <a:stretch>
              <a:fillRect/>
            </a:stretch>
          </p:blipFill>
          <p:spPr bwMode="auto">
            <a:xfrm>
              <a:off x="6505203" y="4498689"/>
              <a:ext cx="716561" cy="524027"/>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5" name="Group 14"/>
          <p:cNvGrpSpPr/>
          <p:nvPr/>
        </p:nvGrpSpPr>
        <p:grpSpPr>
          <a:xfrm>
            <a:off x="7498289" y="1170128"/>
            <a:ext cx="918065" cy="858782"/>
            <a:chOff x="9419830" y="2092834"/>
            <a:chExt cx="1200194" cy="1122692"/>
          </a:xfrm>
        </p:grpSpPr>
        <p:pic>
          <p:nvPicPr>
            <p:cNvPr id="142" name="Picture 141" descr="DriversPagemid"/>
            <p:cNvPicPr>
              <a:picLocks noChangeAspect="1" noChangeArrowheads="1"/>
            </p:cNvPicPr>
            <p:nvPr/>
          </p:nvPicPr>
          <p:blipFill>
            <a:blip r:embed="rId28" cstate="print">
              <a:extLst>
                <a:ext uri="{28A0092B-C50C-407E-A947-70E740481C1C}">
                  <a14:useLocalDpi xmlns:a14="http://schemas.microsoft.com/office/drawing/2010/main" val="0"/>
                </a:ext>
              </a:extLst>
            </a:blip>
            <a:srcRect/>
            <a:stretch>
              <a:fillRect/>
            </a:stretch>
          </p:blipFill>
          <p:spPr bwMode="auto">
            <a:xfrm>
              <a:off x="9419830" y="2221025"/>
              <a:ext cx="565928" cy="567789"/>
            </a:xfrm>
            <a:prstGeom prst="rect">
              <a:avLst/>
            </a:prstGeom>
            <a:noFill/>
            <a:extLst>
              <a:ext uri="{909E8E84-426E-40DD-AFC4-6F175D3DCCD1}">
                <a14:hiddenFill xmlns:a14="http://schemas.microsoft.com/office/drawing/2010/main">
                  <a:solidFill>
                    <a:srgbClr val="FFFFFF"/>
                  </a:solidFill>
                </a14:hiddenFill>
              </a:ext>
            </a:extLst>
          </p:spPr>
        </p:pic>
        <p:sp>
          <p:nvSpPr>
            <p:cNvPr id="143" name="TextBox 60"/>
            <p:cNvSpPr txBox="1"/>
            <p:nvPr/>
          </p:nvSpPr>
          <p:spPr>
            <a:xfrm>
              <a:off x="9483573" y="2889616"/>
              <a:ext cx="1025492" cy="325910"/>
            </a:xfrm>
            <a:prstGeom prst="rect">
              <a:avLst/>
            </a:prstGeom>
            <a:noFill/>
            <a:ln>
              <a:noFill/>
              <a:headEnd type="none" w="med" len="med"/>
              <a:tailEnd type="none" w="med" len="med"/>
            </a:ln>
          </p:spPr>
          <p:txBody>
            <a:bodyPr wrap="square" lIns="0" tIns="0" rIns="0" bIns="0" rtlCol="0">
              <a:spAutoFit/>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algn="ctr" defTabSz="699448" fontAlgn="auto">
                <a:lnSpc>
                  <a:spcPct val="90000"/>
                </a:lnSpc>
                <a:spcBef>
                  <a:spcPts val="0"/>
                </a:spcBef>
                <a:spcAft>
                  <a:spcPts val="0"/>
                </a:spcAft>
                <a:defRPr/>
              </a:pPr>
              <a:r>
                <a:rPr lang="en-US" sz="900" spc="-29" dirty="0">
                  <a:gradFill>
                    <a:gsLst>
                      <a:gs pos="0">
                        <a:srgbClr val="505050"/>
                      </a:gs>
                      <a:gs pos="100000">
                        <a:srgbClr val="505050"/>
                      </a:gs>
                    </a:gsLst>
                    <a:lin ang="5400000" scaled="1"/>
                  </a:gradFill>
                  <a:latin typeface="Segoe UI"/>
                  <a:ea typeface="Segoe UI" pitchFamily="34" charset="0"/>
                  <a:cs typeface="Segoe UI" pitchFamily="34" charset="0"/>
                </a:rPr>
                <a:t>Trip tracking and car health</a:t>
              </a:r>
            </a:p>
          </p:txBody>
        </p:sp>
        <p:pic>
          <p:nvPicPr>
            <p:cNvPr id="144" name="Picture 143" descr="OBDLink™ LX Bluetooth"/>
            <p:cNvPicPr>
              <a:picLocks noChangeAspect="1" noChangeArrowheads="1"/>
            </p:cNvPicPr>
            <p:nvPr/>
          </p:nvPicPr>
          <p:blipFill>
            <a:blip r:embed="rId29" cstate="print">
              <a:extLst>
                <a:ext uri="{28A0092B-C50C-407E-A947-70E740481C1C}">
                  <a14:useLocalDpi xmlns:a14="http://schemas.microsoft.com/office/drawing/2010/main" val="0"/>
                </a:ext>
              </a:extLst>
            </a:blip>
            <a:srcRect/>
            <a:stretch>
              <a:fillRect/>
            </a:stretch>
          </p:blipFill>
          <p:spPr bwMode="auto">
            <a:xfrm>
              <a:off x="9989196" y="2092834"/>
              <a:ext cx="407521" cy="407521"/>
            </a:xfrm>
            <a:prstGeom prst="rect">
              <a:avLst/>
            </a:prstGeom>
            <a:noFill/>
            <a:extLst>
              <a:ext uri="{909E8E84-426E-40DD-AFC4-6F175D3DCCD1}">
                <a14:hiddenFill xmlns:a14="http://schemas.microsoft.com/office/drawing/2010/main">
                  <a:solidFill>
                    <a:srgbClr val="FFFFFF"/>
                  </a:solidFill>
                </a14:hiddenFill>
              </a:ext>
            </a:extLst>
          </p:spPr>
        </p:pic>
        <p:pic>
          <p:nvPicPr>
            <p:cNvPr id="145" name="Picture 144"/>
            <p:cNvPicPr>
              <a:picLocks noChangeAspect="1"/>
            </p:cNvPicPr>
            <p:nvPr/>
          </p:nvPicPr>
          <p:blipFill>
            <a:blip r:embed="rId30" cstate="print">
              <a:extLst>
                <a:ext uri="{28A0092B-C50C-407E-A947-70E740481C1C}">
                  <a14:useLocalDpi xmlns:a14="http://schemas.microsoft.com/office/drawing/2010/main" val="0"/>
                </a:ext>
              </a:extLst>
            </a:blip>
            <a:stretch>
              <a:fillRect/>
            </a:stretch>
          </p:blipFill>
          <p:spPr>
            <a:xfrm>
              <a:off x="9902098" y="2399264"/>
              <a:ext cx="717926" cy="511163"/>
            </a:xfrm>
            <a:prstGeom prst="rect">
              <a:avLst/>
            </a:prstGeom>
            <a:effectLst>
              <a:softEdge rad="127000"/>
            </a:effectLst>
          </p:spPr>
        </p:pic>
      </p:grpSp>
      <p:grpSp>
        <p:nvGrpSpPr>
          <p:cNvPr id="16" name="Group 15"/>
          <p:cNvGrpSpPr/>
          <p:nvPr/>
        </p:nvGrpSpPr>
        <p:grpSpPr>
          <a:xfrm>
            <a:off x="7512746" y="3512766"/>
            <a:ext cx="1209194" cy="490425"/>
            <a:chOff x="7903736" y="4560527"/>
            <a:chExt cx="1612259" cy="653899"/>
          </a:xfrm>
        </p:grpSpPr>
        <p:pic>
          <p:nvPicPr>
            <p:cNvPr id="138" name="Picture 137"/>
            <p:cNvPicPr>
              <a:picLocks noChangeAspect="1"/>
            </p:cNvPicPr>
            <p:nvPr/>
          </p:nvPicPr>
          <p:blipFill rotWithShape="1">
            <a:blip r:embed="rId31" cstate="print">
              <a:extLst>
                <a:ext uri="{28A0092B-C50C-407E-A947-70E740481C1C}">
                  <a14:useLocalDpi xmlns:a14="http://schemas.microsoft.com/office/drawing/2010/main" val="0"/>
                </a:ext>
              </a:extLst>
            </a:blip>
            <a:srcRect b="22294"/>
            <a:stretch/>
          </p:blipFill>
          <p:spPr>
            <a:xfrm>
              <a:off x="7903736" y="4687818"/>
              <a:ext cx="491805" cy="286625"/>
            </a:xfrm>
            <a:prstGeom prst="rect">
              <a:avLst/>
            </a:prstGeom>
          </p:spPr>
        </p:pic>
        <p:pic>
          <p:nvPicPr>
            <p:cNvPr id="139" name="Picture 138" descr="http://www.automatedhome.co.uk/wp-content/uploads/2014/05/reemo.jpg"/>
            <p:cNvPicPr>
              <a:picLocks noChangeAspect="1" noChangeArrowheads="1"/>
            </p:cNvPicPr>
            <p:nvPr/>
          </p:nvPicPr>
          <p:blipFill>
            <a:blip r:embed="rId32" cstate="print">
              <a:extLst>
                <a:ext uri="{28A0092B-C50C-407E-A947-70E740481C1C}">
                  <a14:useLocalDpi xmlns:a14="http://schemas.microsoft.com/office/drawing/2010/main" val="0"/>
                </a:ext>
              </a:extLst>
            </a:blip>
            <a:srcRect/>
            <a:stretch>
              <a:fillRect/>
            </a:stretch>
          </p:blipFill>
          <p:spPr bwMode="auto">
            <a:xfrm>
              <a:off x="8793818" y="4706155"/>
              <a:ext cx="722177" cy="301869"/>
            </a:xfrm>
            <a:prstGeom prst="rect">
              <a:avLst/>
            </a:prstGeom>
            <a:noFill/>
            <a:extLst>
              <a:ext uri="{909E8E84-426E-40DD-AFC4-6F175D3DCCD1}">
                <a14:hiddenFill xmlns:a14="http://schemas.microsoft.com/office/drawing/2010/main">
                  <a:solidFill>
                    <a:srgbClr val="FFFFFF"/>
                  </a:solidFill>
                </a14:hiddenFill>
              </a:ext>
            </a:extLst>
          </p:spPr>
        </p:pic>
        <p:pic>
          <p:nvPicPr>
            <p:cNvPr id="140" name="Picture 139"/>
            <p:cNvPicPr>
              <a:picLocks noChangeAspect="1"/>
            </p:cNvPicPr>
            <p:nvPr/>
          </p:nvPicPr>
          <p:blipFill rotWithShape="1">
            <a:blip r:embed="rId33" cstate="print">
              <a:extLst>
                <a:ext uri="{BEBA8EAE-BF5A-486C-A8C5-ECC9F3942E4B}">
                  <a14:imgProps xmlns:a14="http://schemas.microsoft.com/office/drawing/2010/main">
                    <a14:imgLayer r:embed="rId34">
                      <a14:imgEffect>
                        <a14:backgroundRemoval t="9503" b="85524" l="10000" r="90000"/>
                      </a14:imgEffect>
                    </a14:imgLayer>
                  </a14:imgProps>
                </a:ext>
                <a:ext uri="{28A0092B-C50C-407E-A947-70E740481C1C}">
                  <a14:useLocalDpi xmlns:a14="http://schemas.microsoft.com/office/drawing/2010/main" val="0"/>
                </a:ext>
              </a:extLst>
            </a:blip>
            <a:srcRect l="33305" r="32491" b="4974"/>
            <a:stretch/>
          </p:blipFill>
          <p:spPr>
            <a:xfrm>
              <a:off x="8385417" y="4560527"/>
              <a:ext cx="381064" cy="474046"/>
            </a:xfrm>
            <a:prstGeom prst="rect">
              <a:avLst/>
            </a:prstGeom>
          </p:spPr>
        </p:pic>
        <p:sp>
          <p:nvSpPr>
            <p:cNvPr id="141" name="TextBox 114"/>
            <p:cNvSpPr txBox="1"/>
            <p:nvPr/>
          </p:nvSpPr>
          <p:spPr>
            <a:xfrm>
              <a:off x="8344060" y="5048226"/>
              <a:ext cx="695307" cy="166200"/>
            </a:xfrm>
            <a:prstGeom prst="rect">
              <a:avLst/>
            </a:prstGeom>
            <a:noFill/>
            <a:ln>
              <a:noFill/>
              <a:headEnd type="none" w="med" len="med"/>
              <a:tailEnd type="none" w="med" len="med"/>
            </a:ln>
          </p:spPr>
          <p:txBody>
            <a:bodyPr wrap="square" lIns="0" tIns="0" rIns="0" bIns="0" rtlCol="0">
              <a:spAutoFit/>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algn="ctr" defTabSz="699448" fontAlgn="auto">
                <a:lnSpc>
                  <a:spcPct val="90000"/>
                </a:lnSpc>
                <a:spcBef>
                  <a:spcPts val="0"/>
                </a:spcBef>
                <a:spcAft>
                  <a:spcPts val="0"/>
                </a:spcAft>
                <a:defRPr/>
              </a:pPr>
              <a:r>
                <a:rPr lang="en-US" sz="900" spc="-29" dirty="0">
                  <a:gradFill>
                    <a:gsLst>
                      <a:gs pos="0">
                        <a:srgbClr val="505050"/>
                      </a:gs>
                      <a:gs pos="100000">
                        <a:srgbClr val="505050"/>
                      </a:gs>
                    </a:gsLst>
                    <a:lin ang="5400000" scaled="1"/>
                  </a:gradFill>
                  <a:latin typeface="Segoe UI"/>
                  <a:ea typeface="Segoe UI" pitchFamily="34" charset="0"/>
                  <a:cs typeface="Segoe UI" pitchFamily="34" charset="0"/>
                </a:rPr>
                <a:t>Control</a:t>
              </a:r>
            </a:p>
          </p:txBody>
        </p:sp>
      </p:grpSp>
      <p:grpSp>
        <p:nvGrpSpPr>
          <p:cNvPr id="17" name="Group 16"/>
          <p:cNvGrpSpPr/>
          <p:nvPr/>
        </p:nvGrpSpPr>
        <p:grpSpPr>
          <a:xfrm>
            <a:off x="787194" y="1149607"/>
            <a:ext cx="1091308" cy="922857"/>
            <a:chOff x="847196" y="1782271"/>
            <a:chExt cx="1426677" cy="1206458"/>
          </a:xfrm>
        </p:grpSpPr>
        <p:pic>
          <p:nvPicPr>
            <p:cNvPr id="131" name="Picture 130"/>
            <p:cNvPicPr>
              <a:picLocks noChangeAspect="1"/>
            </p:cNvPicPr>
            <p:nvPr/>
          </p:nvPicPr>
          <p:blipFill>
            <a:blip r:embed="rId35"/>
            <a:stretch>
              <a:fillRect/>
            </a:stretch>
          </p:blipFill>
          <p:spPr>
            <a:xfrm>
              <a:off x="1524656" y="1923844"/>
              <a:ext cx="489044" cy="428986"/>
            </a:xfrm>
            <a:prstGeom prst="rect">
              <a:avLst/>
            </a:prstGeom>
          </p:spPr>
        </p:pic>
        <p:sp>
          <p:nvSpPr>
            <p:cNvPr id="132" name="TextBox 48"/>
            <p:cNvSpPr txBox="1"/>
            <p:nvPr/>
          </p:nvSpPr>
          <p:spPr>
            <a:xfrm>
              <a:off x="1244121" y="2626606"/>
              <a:ext cx="937163" cy="362123"/>
            </a:xfrm>
            <a:prstGeom prst="rect">
              <a:avLst/>
            </a:prstGeom>
            <a:noFill/>
            <a:ln>
              <a:noFill/>
              <a:headEnd type="none" w="med" len="med"/>
              <a:tailEnd type="none" w="med" len="med"/>
            </a:ln>
          </p:spPr>
          <p:txBody>
            <a:bodyPr wrap="none" lIns="0" tIns="0" rIns="0" bIns="0" rtlCol="0">
              <a:spAutoFit/>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algn="ctr" defTabSz="699448" fontAlgn="auto">
                <a:spcBef>
                  <a:spcPts val="0"/>
                </a:spcBef>
                <a:spcAft>
                  <a:spcPts val="0"/>
                </a:spcAft>
                <a:defRPr/>
              </a:pPr>
              <a:r>
                <a:rPr lang="en-US" sz="900" spc="-29" dirty="0">
                  <a:gradFill>
                    <a:gsLst>
                      <a:gs pos="0">
                        <a:srgbClr val="505050"/>
                      </a:gs>
                      <a:gs pos="100000">
                        <a:srgbClr val="505050"/>
                      </a:gs>
                    </a:gsLst>
                    <a:lin ang="5400000" scaled="1"/>
                  </a:gradFill>
                  <a:latin typeface="Segoe UI"/>
                  <a:ea typeface="Segoe UI" pitchFamily="34" charset="0"/>
                  <a:cs typeface="Segoe UI" pitchFamily="34" charset="0"/>
                </a:rPr>
                <a:t>Child and elder</a:t>
              </a:r>
              <a:br>
                <a:rPr lang="en-US" sz="900" spc="-29" dirty="0">
                  <a:gradFill>
                    <a:gsLst>
                      <a:gs pos="0">
                        <a:srgbClr val="505050"/>
                      </a:gs>
                      <a:gs pos="100000">
                        <a:srgbClr val="505050"/>
                      </a:gs>
                    </a:gsLst>
                    <a:lin ang="5400000" scaled="1"/>
                  </a:gradFill>
                  <a:latin typeface="Segoe UI"/>
                  <a:ea typeface="Segoe UI" pitchFamily="34" charset="0"/>
                  <a:cs typeface="Segoe UI" pitchFamily="34" charset="0"/>
                </a:rPr>
              </a:br>
              <a:r>
                <a:rPr lang="en-US" sz="900" spc="-29" dirty="0">
                  <a:gradFill>
                    <a:gsLst>
                      <a:gs pos="0">
                        <a:srgbClr val="505050"/>
                      </a:gs>
                      <a:gs pos="100000">
                        <a:srgbClr val="505050"/>
                      </a:gs>
                    </a:gsLst>
                    <a:lin ang="5400000" scaled="1"/>
                  </a:gradFill>
                  <a:latin typeface="Segoe UI"/>
                  <a:ea typeface="Segoe UI" pitchFamily="34" charset="0"/>
                  <a:cs typeface="Segoe UI" pitchFamily="34" charset="0"/>
                </a:rPr>
                <a:t>monitoring</a:t>
              </a:r>
            </a:p>
          </p:txBody>
        </p:sp>
        <p:pic>
          <p:nvPicPr>
            <p:cNvPr id="133" name="Picture 132" descr="https://pbs.twimg.com/media/BkK0jtjCQAAk6Mk.png:large"/>
            <p:cNvPicPr>
              <a:picLocks noChangeAspect="1" noChangeArrowheads="1"/>
            </p:cNvPicPr>
            <p:nvPr/>
          </p:nvPicPr>
          <p:blipFill>
            <a:blip r:embed="rId36" cstate="print">
              <a:extLst>
                <a:ext uri="{28A0092B-C50C-407E-A947-70E740481C1C}">
                  <a14:useLocalDpi xmlns:a14="http://schemas.microsoft.com/office/drawing/2010/main" val="0"/>
                </a:ext>
              </a:extLst>
            </a:blip>
            <a:srcRect/>
            <a:stretch>
              <a:fillRect/>
            </a:stretch>
          </p:blipFill>
          <p:spPr bwMode="auto">
            <a:xfrm>
              <a:off x="1137710" y="2199656"/>
              <a:ext cx="265602" cy="263265"/>
            </a:xfrm>
            <a:prstGeom prst="rect">
              <a:avLst/>
            </a:prstGeom>
            <a:noFill/>
            <a:extLst>
              <a:ext uri="{909E8E84-426E-40DD-AFC4-6F175D3DCCD1}">
                <a14:hiddenFill xmlns:a14="http://schemas.microsoft.com/office/drawing/2010/main">
                  <a:solidFill>
                    <a:srgbClr val="FFFFFF"/>
                  </a:solidFill>
                </a14:hiddenFill>
              </a:ext>
            </a:extLst>
          </p:spPr>
        </p:pic>
        <p:pic>
          <p:nvPicPr>
            <p:cNvPr id="134" name="Picture 133"/>
            <p:cNvPicPr>
              <a:picLocks noChangeAspect="1"/>
            </p:cNvPicPr>
            <p:nvPr/>
          </p:nvPicPr>
          <p:blipFill>
            <a:blip r:embed="rId37" cstate="print">
              <a:extLst>
                <a:ext uri="{28A0092B-C50C-407E-A947-70E740481C1C}">
                  <a14:useLocalDpi xmlns:a14="http://schemas.microsoft.com/office/drawing/2010/main" val="0"/>
                </a:ext>
              </a:extLst>
            </a:blip>
            <a:stretch>
              <a:fillRect/>
            </a:stretch>
          </p:blipFill>
          <p:spPr>
            <a:xfrm>
              <a:off x="847196" y="1782271"/>
              <a:ext cx="661810" cy="440823"/>
            </a:xfrm>
            <a:prstGeom prst="rect">
              <a:avLst/>
            </a:prstGeom>
          </p:spPr>
        </p:pic>
        <p:pic>
          <p:nvPicPr>
            <p:cNvPr id="135" name="Picture 134"/>
            <p:cNvPicPr>
              <a:picLocks noChangeAspect="1"/>
            </p:cNvPicPr>
            <p:nvPr/>
          </p:nvPicPr>
          <p:blipFill rotWithShape="1">
            <a:blip r:embed="rId38" cstate="print">
              <a:extLst>
                <a:ext uri="{28A0092B-C50C-407E-A947-70E740481C1C}">
                  <a14:useLocalDpi xmlns:a14="http://schemas.microsoft.com/office/drawing/2010/main" val="0"/>
                </a:ext>
              </a:extLst>
            </a:blip>
            <a:srcRect l="27850" t="7159" r="27007" b="11827"/>
            <a:stretch/>
          </p:blipFill>
          <p:spPr>
            <a:xfrm>
              <a:off x="1910486" y="1810443"/>
              <a:ext cx="225475" cy="228635"/>
            </a:xfrm>
            <a:prstGeom prst="ellipse">
              <a:avLst/>
            </a:prstGeom>
          </p:spPr>
        </p:pic>
        <p:pic>
          <p:nvPicPr>
            <p:cNvPr id="136" name="Picture 135"/>
            <p:cNvPicPr>
              <a:picLocks noChangeAspect="1"/>
            </p:cNvPicPr>
            <p:nvPr/>
          </p:nvPicPr>
          <p:blipFill>
            <a:blip r:embed="rId39" cstate="print">
              <a:extLst>
                <a:ext uri="{28A0092B-C50C-407E-A947-70E740481C1C}">
                  <a14:useLocalDpi xmlns:a14="http://schemas.microsoft.com/office/drawing/2010/main" val="0"/>
                </a:ext>
              </a:extLst>
            </a:blip>
            <a:stretch>
              <a:fillRect/>
            </a:stretch>
          </p:blipFill>
          <p:spPr>
            <a:xfrm>
              <a:off x="1787823" y="2198600"/>
              <a:ext cx="486050" cy="398561"/>
            </a:xfrm>
            <a:prstGeom prst="rect">
              <a:avLst/>
            </a:prstGeom>
            <a:effectLst>
              <a:softEdge rad="63500"/>
            </a:effectLst>
          </p:spPr>
        </p:pic>
        <p:pic>
          <p:nvPicPr>
            <p:cNvPr id="137" name="Picture 136"/>
            <p:cNvPicPr>
              <a:picLocks noChangeAspect="1"/>
            </p:cNvPicPr>
            <p:nvPr/>
          </p:nvPicPr>
          <p:blipFill>
            <a:blip r:embed="rId40" cstate="print">
              <a:extLst>
                <a:ext uri="{28A0092B-C50C-407E-A947-70E740481C1C}">
                  <a14:useLocalDpi xmlns:a14="http://schemas.microsoft.com/office/drawing/2010/main" val="0"/>
                </a:ext>
              </a:extLst>
            </a:blip>
            <a:stretch>
              <a:fillRect/>
            </a:stretch>
          </p:blipFill>
          <p:spPr>
            <a:xfrm>
              <a:off x="981789" y="2477451"/>
              <a:ext cx="220435" cy="342951"/>
            </a:xfrm>
            <a:prstGeom prst="rect">
              <a:avLst/>
            </a:prstGeom>
          </p:spPr>
        </p:pic>
      </p:grpSp>
      <p:grpSp>
        <p:nvGrpSpPr>
          <p:cNvPr id="18" name="Group 17"/>
          <p:cNvGrpSpPr/>
          <p:nvPr/>
        </p:nvGrpSpPr>
        <p:grpSpPr>
          <a:xfrm>
            <a:off x="2024995" y="1253332"/>
            <a:ext cx="1971189" cy="819132"/>
            <a:chOff x="2292772" y="1933440"/>
            <a:chExt cx="2576952" cy="1070858"/>
          </a:xfrm>
        </p:grpSpPr>
        <p:sp>
          <p:nvSpPr>
            <p:cNvPr id="120" name="TextBox 32"/>
            <p:cNvSpPr txBox="1"/>
            <p:nvPr/>
          </p:nvSpPr>
          <p:spPr>
            <a:xfrm>
              <a:off x="3451399" y="2607761"/>
              <a:ext cx="669509" cy="362123"/>
            </a:xfrm>
            <a:prstGeom prst="rect">
              <a:avLst/>
            </a:prstGeom>
            <a:solidFill>
              <a:schemeClr val="bg1"/>
            </a:solidFill>
            <a:ln>
              <a:noFill/>
              <a:headEnd type="none" w="med" len="med"/>
              <a:tailEnd type="none" w="med" len="med"/>
            </a:ln>
          </p:spPr>
          <p:txBody>
            <a:bodyPr wrap="none" lIns="0" tIns="0" rIns="0" bIns="0" rtlCol="0">
              <a:spAutoFit/>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algn="ctr" defTabSz="699448" fontAlgn="auto">
                <a:spcBef>
                  <a:spcPts val="0"/>
                </a:spcBef>
                <a:spcAft>
                  <a:spcPts val="0"/>
                </a:spcAft>
                <a:defRPr/>
              </a:pPr>
              <a:r>
                <a:rPr lang="en-US" sz="900" spc="-29" dirty="0">
                  <a:gradFill>
                    <a:gsLst>
                      <a:gs pos="0">
                        <a:srgbClr val="505050"/>
                      </a:gs>
                      <a:gs pos="100000">
                        <a:srgbClr val="505050"/>
                      </a:gs>
                    </a:gsLst>
                    <a:lin ang="5400000" scaled="1"/>
                  </a:gradFill>
                  <a:latin typeface="Segoe UI"/>
                  <a:ea typeface="Segoe UI" pitchFamily="34" charset="0"/>
                  <a:cs typeface="Segoe UI" pitchFamily="34" charset="0"/>
                </a:rPr>
                <a:t>Sports </a:t>
              </a:r>
              <a:br>
                <a:rPr lang="en-US" sz="900" spc="-29" dirty="0">
                  <a:gradFill>
                    <a:gsLst>
                      <a:gs pos="0">
                        <a:srgbClr val="505050"/>
                      </a:gs>
                      <a:gs pos="100000">
                        <a:srgbClr val="505050"/>
                      </a:gs>
                    </a:gsLst>
                    <a:lin ang="5400000" scaled="1"/>
                  </a:gradFill>
                  <a:latin typeface="Segoe UI"/>
                  <a:ea typeface="Segoe UI" pitchFamily="34" charset="0"/>
                  <a:cs typeface="Segoe UI" pitchFamily="34" charset="0"/>
                </a:rPr>
              </a:br>
              <a:r>
                <a:rPr lang="en-US" sz="900" spc="-29" dirty="0">
                  <a:gradFill>
                    <a:gsLst>
                      <a:gs pos="0">
                        <a:srgbClr val="505050"/>
                      </a:gs>
                      <a:gs pos="100000">
                        <a:srgbClr val="505050"/>
                      </a:gs>
                    </a:gsLst>
                    <a:lin ang="5400000" scaled="1"/>
                  </a:gradFill>
                  <a:latin typeface="Segoe UI"/>
                  <a:ea typeface="Segoe UI" pitchFamily="34" charset="0"/>
                  <a:cs typeface="Segoe UI" pitchFamily="34" charset="0"/>
                </a:rPr>
                <a:t>and fitness</a:t>
              </a:r>
            </a:p>
          </p:txBody>
        </p:sp>
        <p:pic>
          <p:nvPicPr>
            <p:cNvPr id="121" name="Picture 120"/>
            <p:cNvPicPr>
              <a:picLocks noChangeAspect="1"/>
            </p:cNvPicPr>
            <p:nvPr/>
          </p:nvPicPr>
          <p:blipFill>
            <a:blip r:embed="rId41" cstate="print">
              <a:extLst>
                <a:ext uri="{28A0092B-C50C-407E-A947-70E740481C1C}">
                  <a14:useLocalDpi xmlns:a14="http://schemas.microsoft.com/office/drawing/2010/main" val="0"/>
                </a:ext>
              </a:extLst>
            </a:blip>
            <a:stretch>
              <a:fillRect/>
            </a:stretch>
          </p:blipFill>
          <p:spPr>
            <a:xfrm>
              <a:off x="2745319" y="1998792"/>
              <a:ext cx="287320" cy="458875"/>
            </a:xfrm>
            <a:prstGeom prst="rect">
              <a:avLst/>
            </a:prstGeom>
          </p:spPr>
        </p:pic>
        <p:pic>
          <p:nvPicPr>
            <p:cNvPr id="122" name="Picture 121"/>
            <p:cNvPicPr>
              <a:picLocks noChangeAspect="1"/>
            </p:cNvPicPr>
            <p:nvPr/>
          </p:nvPicPr>
          <p:blipFill>
            <a:blip r:embed="rId42" cstate="print">
              <a:extLst>
                <a:ext uri="{28A0092B-C50C-407E-A947-70E740481C1C}">
                  <a14:useLocalDpi xmlns:a14="http://schemas.microsoft.com/office/drawing/2010/main" val="0"/>
                </a:ext>
              </a:extLst>
            </a:blip>
            <a:stretch>
              <a:fillRect/>
            </a:stretch>
          </p:blipFill>
          <p:spPr>
            <a:xfrm>
              <a:off x="3032639" y="1999135"/>
              <a:ext cx="379599" cy="379599"/>
            </a:xfrm>
            <a:prstGeom prst="rect">
              <a:avLst/>
            </a:prstGeom>
          </p:spPr>
        </p:pic>
        <p:pic>
          <p:nvPicPr>
            <p:cNvPr id="123" name="Picture 122"/>
            <p:cNvPicPr>
              <a:picLocks noChangeAspect="1"/>
            </p:cNvPicPr>
            <p:nvPr/>
          </p:nvPicPr>
          <p:blipFill>
            <a:blip r:embed="rId43">
              <a:extLst>
                <a:ext uri="{28A0092B-C50C-407E-A947-70E740481C1C}">
                  <a14:useLocalDpi xmlns:a14="http://schemas.microsoft.com/office/drawing/2010/main" val="0"/>
                </a:ext>
              </a:extLst>
            </a:blip>
            <a:stretch>
              <a:fillRect/>
            </a:stretch>
          </p:blipFill>
          <p:spPr>
            <a:xfrm>
              <a:off x="2292772" y="1960304"/>
              <a:ext cx="452547" cy="452547"/>
            </a:xfrm>
            <a:prstGeom prst="rect">
              <a:avLst/>
            </a:prstGeom>
          </p:spPr>
        </p:pic>
        <p:grpSp>
          <p:nvGrpSpPr>
            <p:cNvPr id="124" name="Group 123"/>
            <p:cNvGrpSpPr/>
            <p:nvPr/>
          </p:nvGrpSpPr>
          <p:grpSpPr>
            <a:xfrm>
              <a:off x="4093504" y="1981856"/>
              <a:ext cx="776220" cy="479674"/>
              <a:chOff x="671349" y="1186903"/>
              <a:chExt cx="2387471" cy="1475364"/>
            </a:xfrm>
          </p:grpSpPr>
          <p:pic>
            <p:nvPicPr>
              <p:cNvPr id="129" name="Picture 128" descr="http://www.zepp.com/wp-content/themes/zepplabs/_media/tennis_how_it_works_01.jpg"/>
              <p:cNvPicPr>
                <a:picLocks noChangeAspect="1" noChangeArrowheads="1"/>
              </p:cNvPicPr>
              <p:nvPr/>
            </p:nvPicPr>
            <p:blipFill>
              <a:blip r:embed="rId44" cstate="print">
                <a:extLst>
                  <a:ext uri="{28A0092B-C50C-407E-A947-70E740481C1C}">
                    <a14:useLocalDpi xmlns:a14="http://schemas.microsoft.com/office/drawing/2010/main" val="0"/>
                  </a:ext>
                </a:extLst>
              </a:blip>
              <a:srcRect/>
              <a:stretch>
                <a:fillRect/>
              </a:stretch>
            </p:blipFill>
            <p:spPr bwMode="auto">
              <a:xfrm>
                <a:off x="671349" y="1186903"/>
                <a:ext cx="798979" cy="1475364"/>
              </a:xfrm>
              <a:prstGeom prst="rect">
                <a:avLst/>
              </a:prstGeom>
              <a:noFill/>
              <a:extLst>
                <a:ext uri="{909E8E84-426E-40DD-AFC4-6F175D3DCCD1}">
                  <a14:hiddenFill xmlns:a14="http://schemas.microsoft.com/office/drawing/2010/main">
                    <a:solidFill>
                      <a:srgbClr val="FFFFFF"/>
                    </a:solidFill>
                  </a14:hiddenFill>
                </a:ext>
              </a:extLst>
            </p:spPr>
          </p:pic>
          <p:pic>
            <p:nvPicPr>
              <p:cNvPr id="130" name="Picture 129" descr="http://www.zepp.com/wp-content/themes/zepplabs/_media/tennis_how_it_works_02.jpg"/>
              <p:cNvPicPr>
                <a:picLocks noChangeAspect="1" noChangeArrowheads="1"/>
              </p:cNvPicPr>
              <p:nvPr/>
            </p:nvPicPr>
            <p:blipFill>
              <a:blip r:embed="rId45" cstate="print">
                <a:extLst>
                  <a:ext uri="{28A0092B-C50C-407E-A947-70E740481C1C}">
                    <a14:useLocalDpi xmlns:a14="http://schemas.microsoft.com/office/drawing/2010/main" val="0"/>
                  </a:ext>
                </a:extLst>
              </a:blip>
              <a:srcRect/>
              <a:stretch>
                <a:fillRect/>
              </a:stretch>
            </p:blipFill>
            <p:spPr bwMode="auto">
              <a:xfrm>
                <a:off x="1843332" y="1203681"/>
                <a:ext cx="1215488" cy="1458586"/>
              </a:xfrm>
              <a:prstGeom prst="rect">
                <a:avLst/>
              </a:prstGeom>
              <a:noFill/>
              <a:extLst>
                <a:ext uri="{909E8E84-426E-40DD-AFC4-6F175D3DCCD1}">
                  <a14:hiddenFill xmlns:a14="http://schemas.microsoft.com/office/drawing/2010/main">
                    <a:solidFill>
                      <a:srgbClr val="FFFFFF"/>
                    </a:solidFill>
                  </a14:hiddenFill>
                </a:ext>
              </a:extLst>
            </p:spPr>
          </p:pic>
        </p:grpSp>
        <p:pic>
          <p:nvPicPr>
            <p:cNvPr id="125" name="Picture 124"/>
            <p:cNvPicPr>
              <a:picLocks noChangeAspect="1"/>
            </p:cNvPicPr>
            <p:nvPr/>
          </p:nvPicPr>
          <p:blipFill>
            <a:blip r:embed="rId46"/>
            <a:stretch>
              <a:fillRect/>
            </a:stretch>
          </p:blipFill>
          <p:spPr>
            <a:xfrm>
              <a:off x="3423744" y="1933440"/>
              <a:ext cx="654808" cy="506273"/>
            </a:xfrm>
            <a:prstGeom prst="rect">
              <a:avLst/>
            </a:prstGeom>
          </p:spPr>
        </p:pic>
        <p:pic>
          <p:nvPicPr>
            <p:cNvPr id="126" name="Picture 125"/>
            <p:cNvPicPr>
              <a:picLocks noChangeAspect="1"/>
            </p:cNvPicPr>
            <p:nvPr/>
          </p:nvPicPr>
          <p:blipFill>
            <a:blip r:embed="rId47" cstate="print">
              <a:extLst>
                <a:ext uri="{28A0092B-C50C-407E-A947-70E740481C1C}">
                  <a14:useLocalDpi xmlns:a14="http://schemas.microsoft.com/office/drawing/2010/main" val="0"/>
                </a:ext>
              </a:extLst>
            </a:blip>
            <a:stretch>
              <a:fillRect/>
            </a:stretch>
          </p:blipFill>
          <p:spPr>
            <a:xfrm>
              <a:off x="2389354" y="2479446"/>
              <a:ext cx="605598" cy="524852"/>
            </a:xfrm>
            <a:prstGeom prst="rect">
              <a:avLst/>
            </a:prstGeom>
          </p:spPr>
        </p:pic>
        <p:pic>
          <p:nvPicPr>
            <p:cNvPr id="127" name="Picture 126"/>
            <p:cNvPicPr>
              <a:picLocks noChangeAspect="1"/>
            </p:cNvPicPr>
            <p:nvPr/>
          </p:nvPicPr>
          <p:blipFill>
            <a:blip r:embed="rId48" cstate="print">
              <a:extLst>
                <a:ext uri="{28A0092B-C50C-407E-A947-70E740481C1C}">
                  <a14:useLocalDpi xmlns:a14="http://schemas.microsoft.com/office/drawing/2010/main" val="0"/>
                </a:ext>
              </a:extLst>
            </a:blip>
            <a:stretch>
              <a:fillRect/>
            </a:stretch>
          </p:blipFill>
          <p:spPr>
            <a:xfrm>
              <a:off x="4166266" y="2399629"/>
              <a:ext cx="580962" cy="580962"/>
            </a:xfrm>
            <a:prstGeom prst="rect">
              <a:avLst/>
            </a:prstGeom>
          </p:spPr>
        </p:pic>
        <p:pic>
          <p:nvPicPr>
            <p:cNvPr id="128" name="Picture 127"/>
            <p:cNvPicPr>
              <a:picLocks noChangeAspect="1"/>
            </p:cNvPicPr>
            <p:nvPr/>
          </p:nvPicPr>
          <p:blipFill>
            <a:blip r:embed="rId49"/>
            <a:stretch>
              <a:fillRect/>
            </a:stretch>
          </p:blipFill>
          <p:spPr>
            <a:xfrm>
              <a:off x="3001822" y="2499254"/>
              <a:ext cx="411792" cy="419385"/>
            </a:xfrm>
            <a:prstGeom prst="rect">
              <a:avLst/>
            </a:prstGeom>
          </p:spPr>
        </p:pic>
      </p:grpSp>
      <p:grpSp>
        <p:nvGrpSpPr>
          <p:cNvPr id="19" name="Group 18"/>
          <p:cNvGrpSpPr/>
          <p:nvPr/>
        </p:nvGrpSpPr>
        <p:grpSpPr>
          <a:xfrm>
            <a:off x="2336976" y="3344784"/>
            <a:ext cx="1147738" cy="658402"/>
            <a:chOff x="2990926" y="4347197"/>
            <a:chExt cx="1530317" cy="877869"/>
          </a:xfrm>
        </p:grpSpPr>
        <p:grpSp>
          <p:nvGrpSpPr>
            <p:cNvPr id="115" name="Group 114"/>
            <p:cNvGrpSpPr/>
            <p:nvPr/>
          </p:nvGrpSpPr>
          <p:grpSpPr>
            <a:xfrm>
              <a:off x="2990926" y="4387660"/>
              <a:ext cx="1510747" cy="837406"/>
              <a:chOff x="4081423" y="3807102"/>
              <a:chExt cx="1481259" cy="821062"/>
            </a:xfrm>
          </p:grpSpPr>
          <p:pic>
            <p:nvPicPr>
              <p:cNvPr id="118" name="Picture 117"/>
              <p:cNvPicPr>
                <a:picLocks noChangeAspect="1"/>
              </p:cNvPicPr>
              <p:nvPr/>
            </p:nvPicPr>
            <p:blipFill>
              <a:blip r:embed="rId50"/>
              <a:stretch>
                <a:fillRect/>
              </a:stretch>
            </p:blipFill>
            <p:spPr>
              <a:xfrm>
                <a:off x="4657385" y="3807102"/>
                <a:ext cx="390557" cy="386065"/>
              </a:xfrm>
              <a:prstGeom prst="ellipse">
                <a:avLst/>
              </a:prstGeom>
            </p:spPr>
          </p:pic>
          <p:sp>
            <p:nvSpPr>
              <p:cNvPr id="119" name="TextBox 59"/>
              <p:cNvSpPr txBox="1"/>
              <p:nvPr/>
            </p:nvSpPr>
            <p:spPr>
              <a:xfrm>
                <a:off x="4081423" y="4302253"/>
                <a:ext cx="1481259" cy="325911"/>
              </a:xfrm>
              <a:prstGeom prst="rect">
                <a:avLst/>
              </a:prstGeom>
              <a:noFill/>
              <a:ln>
                <a:noFill/>
                <a:headEnd type="none" w="med" len="med"/>
                <a:tailEnd type="none" w="med" len="med"/>
              </a:ln>
            </p:spPr>
            <p:txBody>
              <a:bodyPr wrap="square" lIns="0" tIns="0" rIns="0" bIns="0" rtlCol="0">
                <a:spAutoFit/>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algn="ctr" defTabSz="699448" fontAlgn="auto">
                  <a:lnSpc>
                    <a:spcPct val="90000"/>
                  </a:lnSpc>
                  <a:spcBef>
                    <a:spcPts val="0"/>
                  </a:spcBef>
                  <a:spcAft>
                    <a:spcPts val="0"/>
                  </a:spcAft>
                  <a:defRPr/>
                </a:pPr>
                <a:r>
                  <a:rPr lang="en-US" sz="900" spc="-29" dirty="0">
                    <a:gradFill>
                      <a:gsLst>
                        <a:gs pos="0">
                          <a:srgbClr val="505050"/>
                        </a:gs>
                        <a:gs pos="100000">
                          <a:srgbClr val="505050"/>
                        </a:gs>
                      </a:gsLst>
                      <a:lin ang="5400000" scaled="1"/>
                    </a:gradFill>
                    <a:latin typeface="Segoe UI"/>
                    <a:ea typeface="Segoe UI" pitchFamily="34" charset="0"/>
                    <a:cs typeface="Segoe UI" pitchFamily="34" charset="0"/>
                  </a:rPr>
                  <a:t>Air conditioning and temperature control</a:t>
                </a:r>
              </a:p>
            </p:txBody>
          </p:sp>
        </p:grpSp>
        <p:pic>
          <p:nvPicPr>
            <p:cNvPr id="116" name="Picture 115" descr="http://www.digitaltrends.com/wp-content/uploads/2014/06/honeywell-lyric.jpg"/>
            <p:cNvPicPr>
              <a:picLocks noChangeAspect="1" noChangeArrowheads="1"/>
            </p:cNvPicPr>
            <p:nvPr/>
          </p:nvPicPr>
          <p:blipFill rotWithShape="1">
            <a:blip r:embed="rId51" cstate="print">
              <a:extLst>
                <a:ext uri="{28A0092B-C50C-407E-A947-70E740481C1C}">
                  <a14:useLocalDpi xmlns:a14="http://schemas.microsoft.com/office/drawing/2010/main" val="0"/>
                </a:ext>
              </a:extLst>
            </a:blip>
            <a:srcRect l="16430" t="12460" r="22106" b="8235"/>
            <a:stretch/>
          </p:blipFill>
          <p:spPr bwMode="auto">
            <a:xfrm>
              <a:off x="3984767" y="4347197"/>
              <a:ext cx="536476" cy="490922"/>
            </a:xfrm>
            <a:prstGeom prst="rect">
              <a:avLst/>
            </a:prstGeom>
            <a:noFill/>
            <a:extLst>
              <a:ext uri="{909E8E84-426E-40DD-AFC4-6F175D3DCCD1}">
                <a14:hiddenFill xmlns:a14="http://schemas.microsoft.com/office/drawing/2010/main">
                  <a:solidFill>
                    <a:srgbClr val="FFFFFF"/>
                  </a:solidFill>
                </a14:hiddenFill>
              </a:ext>
            </a:extLst>
          </p:spPr>
        </p:pic>
        <p:pic>
          <p:nvPicPr>
            <p:cNvPr id="117" name="Picture 116" descr="Heat It. Cool It. Set It. Forget It. | Keen Home"/>
            <p:cNvPicPr>
              <a:picLocks noChangeAspect="1" noChangeArrowheads="1"/>
            </p:cNvPicPr>
            <p:nvPr/>
          </p:nvPicPr>
          <p:blipFill>
            <a:blip r:embed="rId52" cstate="print">
              <a:extLst>
                <a:ext uri="{28A0092B-C50C-407E-A947-70E740481C1C}">
                  <a14:useLocalDpi xmlns:a14="http://schemas.microsoft.com/office/drawing/2010/main" val="0"/>
                </a:ext>
              </a:extLst>
            </a:blip>
            <a:srcRect/>
            <a:stretch>
              <a:fillRect/>
            </a:stretch>
          </p:blipFill>
          <p:spPr bwMode="auto">
            <a:xfrm>
              <a:off x="3036031" y="4584537"/>
              <a:ext cx="494026" cy="243234"/>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0" name="Group 19"/>
          <p:cNvGrpSpPr/>
          <p:nvPr/>
        </p:nvGrpSpPr>
        <p:grpSpPr>
          <a:xfrm>
            <a:off x="3961596" y="3297546"/>
            <a:ext cx="1244803" cy="705639"/>
            <a:chOff x="4356635" y="4190162"/>
            <a:chExt cx="1627341" cy="922489"/>
          </a:xfrm>
        </p:grpSpPr>
        <p:pic>
          <p:nvPicPr>
            <p:cNvPr id="110" name="Picture 109"/>
            <p:cNvPicPr>
              <a:picLocks noChangeAspect="1"/>
            </p:cNvPicPr>
            <p:nvPr/>
          </p:nvPicPr>
          <p:blipFill>
            <a:blip r:embed="rId53" cstate="print">
              <a:extLst>
                <a:ext uri="{28A0092B-C50C-407E-A947-70E740481C1C}">
                  <a14:useLocalDpi xmlns:a14="http://schemas.microsoft.com/office/drawing/2010/main" val="0"/>
                </a:ext>
              </a:extLst>
            </a:blip>
            <a:stretch>
              <a:fillRect/>
            </a:stretch>
          </p:blipFill>
          <p:spPr>
            <a:xfrm rot="428855">
              <a:off x="4991850" y="4337775"/>
              <a:ext cx="700842" cy="595078"/>
            </a:xfrm>
            <a:prstGeom prst="rect">
              <a:avLst/>
            </a:prstGeom>
          </p:spPr>
        </p:pic>
        <p:sp>
          <p:nvSpPr>
            <p:cNvPr id="111" name="TextBox 58"/>
            <p:cNvSpPr txBox="1"/>
            <p:nvPr/>
          </p:nvSpPr>
          <p:spPr>
            <a:xfrm>
              <a:off x="4356635" y="4949695"/>
              <a:ext cx="1597001" cy="162956"/>
            </a:xfrm>
            <a:prstGeom prst="rect">
              <a:avLst/>
            </a:prstGeom>
            <a:noFill/>
            <a:ln>
              <a:noFill/>
              <a:headEnd type="none" w="med" len="med"/>
              <a:tailEnd type="none" w="med" len="med"/>
            </a:ln>
          </p:spPr>
          <p:txBody>
            <a:bodyPr wrap="square" lIns="0" tIns="0" rIns="0" bIns="0" rtlCol="0">
              <a:spAutoFit/>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algn="ctr" defTabSz="699448" fontAlgn="auto">
                <a:lnSpc>
                  <a:spcPct val="90000"/>
                </a:lnSpc>
                <a:spcBef>
                  <a:spcPts val="0"/>
                </a:spcBef>
                <a:spcAft>
                  <a:spcPts val="0"/>
                </a:spcAft>
                <a:defRPr/>
              </a:pPr>
              <a:r>
                <a:rPr lang="en-US" sz="900" spc="-29" dirty="0">
                  <a:gradFill>
                    <a:gsLst>
                      <a:gs pos="0">
                        <a:srgbClr val="505050"/>
                      </a:gs>
                      <a:gs pos="100000">
                        <a:srgbClr val="505050"/>
                      </a:gs>
                    </a:gsLst>
                    <a:lin ang="5400000" scaled="1"/>
                  </a:gradFill>
                  <a:latin typeface="Segoe UI"/>
                  <a:ea typeface="Segoe UI" pitchFamily="34" charset="0"/>
                  <a:cs typeface="Segoe UI" pitchFamily="34" charset="0"/>
                </a:rPr>
                <a:t>Environmental sensors</a:t>
              </a:r>
            </a:p>
          </p:txBody>
        </p:sp>
        <p:pic>
          <p:nvPicPr>
            <p:cNvPr id="112" name="Picture 111"/>
            <p:cNvPicPr>
              <a:picLocks noChangeAspect="1"/>
            </p:cNvPicPr>
            <p:nvPr/>
          </p:nvPicPr>
          <p:blipFill>
            <a:blip r:embed="rId54" cstate="print">
              <a:extLst>
                <a:ext uri="{28A0092B-C50C-407E-A947-70E740481C1C}">
                  <a14:useLocalDpi xmlns:a14="http://schemas.microsoft.com/office/drawing/2010/main" val="0"/>
                </a:ext>
              </a:extLst>
            </a:blip>
            <a:stretch>
              <a:fillRect/>
            </a:stretch>
          </p:blipFill>
          <p:spPr>
            <a:xfrm>
              <a:off x="4646841" y="4511811"/>
              <a:ext cx="470771" cy="362232"/>
            </a:xfrm>
            <a:prstGeom prst="rect">
              <a:avLst/>
            </a:prstGeom>
          </p:spPr>
        </p:pic>
        <p:pic>
          <p:nvPicPr>
            <p:cNvPr id="113" name="Picture 112"/>
            <p:cNvPicPr>
              <a:picLocks noChangeAspect="1"/>
            </p:cNvPicPr>
            <p:nvPr/>
          </p:nvPicPr>
          <p:blipFill>
            <a:blip r:embed="rId55" cstate="print">
              <a:extLst>
                <a:ext uri="{28A0092B-C50C-407E-A947-70E740481C1C}">
                  <a14:useLocalDpi xmlns:a14="http://schemas.microsoft.com/office/drawing/2010/main" val="0"/>
                </a:ext>
              </a:extLst>
            </a:blip>
            <a:stretch>
              <a:fillRect/>
            </a:stretch>
          </p:blipFill>
          <p:spPr>
            <a:xfrm>
              <a:off x="5552042" y="4481552"/>
              <a:ext cx="431934" cy="397379"/>
            </a:xfrm>
            <a:prstGeom prst="rect">
              <a:avLst/>
            </a:prstGeom>
            <a:effectLst>
              <a:softEdge rad="31750"/>
            </a:effectLst>
          </p:spPr>
        </p:pic>
        <p:pic>
          <p:nvPicPr>
            <p:cNvPr id="114" name="Picture 113"/>
            <p:cNvPicPr>
              <a:picLocks noChangeAspect="1"/>
            </p:cNvPicPr>
            <p:nvPr/>
          </p:nvPicPr>
          <p:blipFill rotWithShape="1">
            <a:blip r:embed="rId56" cstate="print">
              <a:extLst>
                <a:ext uri="{BEBA8EAE-BF5A-486C-A8C5-ECC9F3942E4B}">
                  <a14:imgProps xmlns:a14="http://schemas.microsoft.com/office/drawing/2010/main">
                    <a14:imgLayer r:embed="rId57">
                      <a14:imgEffect>
                        <a14:backgroundRemoval t="9610" b="89610" l="39181" r="57895"/>
                      </a14:imgEffect>
                    </a14:imgLayer>
                  </a14:imgProps>
                </a:ext>
                <a:ext uri="{28A0092B-C50C-407E-A947-70E740481C1C}">
                  <a14:useLocalDpi xmlns:a14="http://schemas.microsoft.com/office/drawing/2010/main" val="0"/>
                </a:ext>
              </a:extLst>
            </a:blip>
            <a:srcRect l="36905" r="37352"/>
            <a:stretch/>
          </p:blipFill>
          <p:spPr>
            <a:xfrm>
              <a:off x="4394447" y="4190162"/>
              <a:ext cx="284086" cy="827653"/>
            </a:xfrm>
            <a:prstGeom prst="rect">
              <a:avLst/>
            </a:prstGeom>
          </p:spPr>
        </p:pic>
      </p:grpSp>
      <p:grpSp>
        <p:nvGrpSpPr>
          <p:cNvPr id="21" name="Group 20"/>
          <p:cNvGrpSpPr/>
          <p:nvPr/>
        </p:nvGrpSpPr>
        <p:grpSpPr>
          <a:xfrm>
            <a:off x="5195314" y="394780"/>
            <a:ext cx="1288046" cy="772796"/>
            <a:chOff x="5749613" y="729418"/>
            <a:chExt cx="1717395" cy="1030394"/>
          </a:xfrm>
        </p:grpSpPr>
        <p:pic>
          <p:nvPicPr>
            <p:cNvPr id="104" name="Picture 103" descr="Spire science"/>
            <p:cNvPicPr>
              <a:picLocks noChangeAspect="1" noChangeArrowheads="1"/>
            </p:cNvPicPr>
            <p:nvPr/>
          </p:nvPicPr>
          <p:blipFill>
            <a:blip r:embed="rId58" cstate="print">
              <a:extLst>
                <a:ext uri="{28A0092B-C50C-407E-A947-70E740481C1C}">
                  <a14:useLocalDpi xmlns:a14="http://schemas.microsoft.com/office/drawing/2010/main" val="0"/>
                </a:ext>
              </a:extLst>
            </a:blip>
            <a:srcRect/>
            <a:stretch>
              <a:fillRect/>
            </a:stretch>
          </p:blipFill>
          <p:spPr bwMode="auto">
            <a:xfrm>
              <a:off x="6548909" y="1203491"/>
              <a:ext cx="496035" cy="367211"/>
            </a:xfrm>
            <a:prstGeom prst="rect">
              <a:avLst/>
            </a:prstGeom>
            <a:noFill/>
            <a:extLst>
              <a:ext uri="{909E8E84-426E-40DD-AFC4-6F175D3DCCD1}">
                <a14:hiddenFill xmlns:a14="http://schemas.microsoft.com/office/drawing/2010/main">
                  <a:solidFill>
                    <a:srgbClr val="FFFFFF"/>
                  </a:solidFill>
                </a14:hiddenFill>
              </a:ext>
            </a:extLst>
          </p:spPr>
        </p:pic>
        <p:pic>
          <p:nvPicPr>
            <p:cNvPr id="105" name="Picture 104"/>
            <p:cNvPicPr>
              <a:picLocks noChangeAspect="1"/>
            </p:cNvPicPr>
            <p:nvPr/>
          </p:nvPicPr>
          <p:blipFill rotWithShape="1">
            <a:blip r:embed="rId59" cstate="print">
              <a:extLst>
                <a:ext uri="{28A0092B-C50C-407E-A947-70E740481C1C}">
                  <a14:useLocalDpi xmlns:a14="http://schemas.microsoft.com/office/drawing/2010/main" val="0"/>
                </a:ext>
              </a:extLst>
            </a:blip>
            <a:srcRect l="26021" t="6570" r="23115" b="12713"/>
            <a:stretch/>
          </p:blipFill>
          <p:spPr>
            <a:xfrm>
              <a:off x="6156142" y="1119839"/>
              <a:ext cx="356933" cy="413241"/>
            </a:xfrm>
            <a:prstGeom prst="rect">
              <a:avLst/>
            </a:prstGeom>
          </p:spPr>
        </p:pic>
        <p:sp>
          <p:nvSpPr>
            <p:cNvPr id="106" name="TextBox 69"/>
            <p:cNvSpPr txBox="1"/>
            <p:nvPr/>
          </p:nvSpPr>
          <p:spPr>
            <a:xfrm>
              <a:off x="5749613" y="1593612"/>
              <a:ext cx="1717395" cy="166200"/>
            </a:xfrm>
            <a:prstGeom prst="rect">
              <a:avLst/>
            </a:prstGeom>
            <a:noFill/>
            <a:ln>
              <a:noFill/>
              <a:headEnd type="none" w="med" len="med"/>
              <a:tailEnd type="none" w="med" len="med"/>
            </a:ln>
          </p:spPr>
          <p:txBody>
            <a:bodyPr wrap="square" lIns="0" tIns="0" rIns="0" bIns="0" rtlCol="0">
              <a:spAutoFit/>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algn="ctr" defTabSz="699448" fontAlgn="auto">
                <a:lnSpc>
                  <a:spcPct val="90000"/>
                </a:lnSpc>
                <a:spcBef>
                  <a:spcPts val="0"/>
                </a:spcBef>
                <a:spcAft>
                  <a:spcPts val="0"/>
                </a:spcAft>
                <a:defRPr/>
              </a:pPr>
              <a:r>
                <a:rPr lang="en-US" sz="900" spc="-29" dirty="0">
                  <a:gradFill>
                    <a:gsLst>
                      <a:gs pos="0">
                        <a:srgbClr val="505050"/>
                      </a:gs>
                      <a:gs pos="100000">
                        <a:srgbClr val="505050"/>
                      </a:gs>
                    </a:gsLst>
                    <a:lin ang="5400000" scaled="1"/>
                  </a:gradFill>
                  <a:latin typeface="Segoe UI"/>
                  <a:ea typeface="Segoe UI" pitchFamily="34" charset="0"/>
                  <a:cs typeface="Segoe UI" pitchFamily="34" charset="0"/>
                </a:rPr>
                <a:t>Behavior modification</a:t>
              </a:r>
            </a:p>
          </p:txBody>
        </p:sp>
        <p:pic>
          <p:nvPicPr>
            <p:cNvPr id="107" name="Picture 106"/>
            <p:cNvPicPr>
              <a:picLocks noChangeAspect="1"/>
            </p:cNvPicPr>
            <p:nvPr/>
          </p:nvPicPr>
          <p:blipFill rotWithShape="1">
            <a:blip r:embed="rId60" cstate="print">
              <a:extLst>
                <a:ext uri="{28A0092B-C50C-407E-A947-70E740481C1C}">
                  <a14:useLocalDpi xmlns:a14="http://schemas.microsoft.com/office/drawing/2010/main" val="0"/>
                </a:ext>
              </a:extLst>
            </a:blip>
            <a:srcRect l="33840" t="11073" r="38952" b="14883"/>
            <a:stretch/>
          </p:blipFill>
          <p:spPr>
            <a:xfrm>
              <a:off x="5844136" y="995708"/>
              <a:ext cx="261747" cy="539358"/>
            </a:xfrm>
            <a:prstGeom prst="rect">
              <a:avLst/>
            </a:prstGeom>
          </p:spPr>
        </p:pic>
        <p:pic>
          <p:nvPicPr>
            <p:cNvPr id="108" name="Picture 107"/>
            <p:cNvPicPr>
              <a:picLocks noChangeAspect="1"/>
            </p:cNvPicPr>
            <p:nvPr/>
          </p:nvPicPr>
          <p:blipFill>
            <a:blip r:embed="rId61" cstate="print">
              <a:extLst>
                <a:ext uri="{28A0092B-C50C-407E-A947-70E740481C1C}">
                  <a14:useLocalDpi xmlns:a14="http://schemas.microsoft.com/office/drawing/2010/main" val="0"/>
                </a:ext>
              </a:extLst>
            </a:blip>
            <a:stretch>
              <a:fillRect/>
            </a:stretch>
          </p:blipFill>
          <p:spPr>
            <a:xfrm>
              <a:off x="5984692" y="729418"/>
              <a:ext cx="489295" cy="272096"/>
            </a:xfrm>
            <a:prstGeom prst="rect">
              <a:avLst/>
            </a:prstGeom>
          </p:spPr>
        </p:pic>
        <p:pic>
          <p:nvPicPr>
            <p:cNvPr id="109" name="Picture 108" descr="http://darma.co/images/banner2s.png"/>
            <p:cNvPicPr>
              <a:picLocks noChangeAspect="1" noChangeArrowheads="1"/>
            </p:cNvPicPr>
            <p:nvPr/>
          </p:nvPicPr>
          <p:blipFill>
            <a:blip r:embed="rId62" cstate="print">
              <a:extLst>
                <a:ext uri="{28A0092B-C50C-407E-A947-70E740481C1C}">
                  <a14:useLocalDpi xmlns:a14="http://schemas.microsoft.com/office/drawing/2010/main" val="0"/>
                </a:ext>
              </a:extLst>
            </a:blip>
            <a:srcRect/>
            <a:stretch>
              <a:fillRect/>
            </a:stretch>
          </p:blipFill>
          <p:spPr bwMode="auto">
            <a:xfrm>
              <a:off x="6443186" y="772682"/>
              <a:ext cx="864160" cy="472588"/>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2" name="Group 21"/>
          <p:cNvGrpSpPr/>
          <p:nvPr/>
        </p:nvGrpSpPr>
        <p:grpSpPr>
          <a:xfrm>
            <a:off x="3282462" y="4094284"/>
            <a:ext cx="1812114" cy="654439"/>
            <a:chOff x="4608584" y="5347831"/>
            <a:chExt cx="2416152" cy="872585"/>
          </a:xfrm>
        </p:grpSpPr>
        <p:pic>
          <p:nvPicPr>
            <p:cNvPr id="99" name="Picture 98"/>
            <p:cNvPicPr>
              <a:picLocks noChangeAspect="1"/>
            </p:cNvPicPr>
            <p:nvPr/>
          </p:nvPicPr>
          <p:blipFill>
            <a:blip r:embed="rId63" cstate="print">
              <a:extLst>
                <a:ext uri="{28A0092B-C50C-407E-A947-70E740481C1C}">
                  <a14:useLocalDpi xmlns:a14="http://schemas.microsoft.com/office/drawing/2010/main" val="0"/>
                </a:ext>
              </a:extLst>
            </a:blip>
            <a:stretch>
              <a:fillRect/>
            </a:stretch>
          </p:blipFill>
          <p:spPr>
            <a:xfrm>
              <a:off x="4608584" y="5354960"/>
              <a:ext cx="839027" cy="858183"/>
            </a:xfrm>
            <a:prstGeom prst="rect">
              <a:avLst/>
            </a:prstGeom>
          </p:spPr>
        </p:pic>
        <p:pic>
          <p:nvPicPr>
            <p:cNvPr id="100" name="Picture 99" descr="http://www.parrot.com/flowerpower/medias/3d/03/4.png"/>
            <p:cNvPicPr>
              <a:picLocks noChangeAspect="1" noChangeArrowheads="1"/>
            </p:cNvPicPr>
            <p:nvPr/>
          </p:nvPicPr>
          <p:blipFill>
            <a:blip r:embed="rId64" cstate="print">
              <a:extLst>
                <a:ext uri="{28A0092B-C50C-407E-A947-70E740481C1C}">
                  <a14:useLocalDpi xmlns:a14="http://schemas.microsoft.com/office/drawing/2010/main" val="0"/>
                </a:ext>
              </a:extLst>
            </a:blip>
            <a:srcRect/>
            <a:stretch>
              <a:fillRect/>
            </a:stretch>
          </p:blipFill>
          <p:spPr bwMode="auto">
            <a:xfrm>
              <a:off x="5215119" y="5347831"/>
              <a:ext cx="465360" cy="695623"/>
            </a:xfrm>
            <a:prstGeom prst="rect">
              <a:avLst/>
            </a:prstGeom>
            <a:noFill/>
            <a:extLst>
              <a:ext uri="{909E8E84-426E-40DD-AFC4-6F175D3DCCD1}">
                <a14:hiddenFill xmlns:a14="http://schemas.microsoft.com/office/drawing/2010/main">
                  <a:solidFill>
                    <a:srgbClr val="FFFFFF"/>
                  </a:solidFill>
                </a14:hiddenFill>
              </a:ext>
            </a:extLst>
          </p:spPr>
        </p:pic>
        <p:sp>
          <p:nvSpPr>
            <p:cNvPr id="101" name="TextBox 56"/>
            <p:cNvSpPr txBox="1"/>
            <p:nvPr/>
          </p:nvSpPr>
          <p:spPr>
            <a:xfrm>
              <a:off x="4991288" y="6054216"/>
              <a:ext cx="2006364" cy="166200"/>
            </a:xfrm>
            <a:prstGeom prst="rect">
              <a:avLst/>
            </a:prstGeom>
            <a:noFill/>
            <a:ln>
              <a:noFill/>
              <a:headEnd type="none" w="med" len="med"/>
              <a:tailEnd type="none" w="med" len="med"/>
            </a:ln>
          </p:spPr>
          <p:txBody>
            <a:bodyPr wrap="square" lIns="0" tIns="0" rIns="0" bIns="0" rtlCol="0">
              <a:spAutoFit/>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algn="ctr" defTabSz="699448" fontAlgn="auto">
                <a:lnSpc>
                  <a:spcPct val="90000"/>
                </a:lnSpc>
                <a:spcBef>
                  <a:spcPts val="0"/>
                </a:spcBef>
                <a:spcAft>
                  <a:spcPts val="0"/>
                </a:spcAft>
                <a:defRPr/>
              </a:pPr>
              <a:r>
                <a:rPr lang="en-US" sz="900" spc="-29" dirty="0">
                  <a:gradFill>
                    <a:gsLst>
                      <a:gs pos="0">
                        <a:srgbClr val="505050"/>
                      </a:gs>
                      <a:gs pos="100000">
                        <a:srgbClr val="505050"/>
                      </a:gs>
                    </a:gsLst>
                    <a:lin ang="5400000" scaled="1"/>
                  </a:gradFill>
                  <a:latin typeface="Segoe UI"/>
                  <a:ea typeface="Segoe UI" pitchFamily="34" charset="0"/>
                  <a:cs typeface="Segoe UI" pitchFamily="34" charset="0"/>
                </a:rPr>
                <a:t>Garden, lawn and plant care</a:t>
              </a:r>
            </a:p>
          </p:txBody>
        </p:sp>
        <p:pic>
          <p:nvPicPr>
            <p:cNvPr id="102" name="Picture 101" descr="http://industryedge.wpengine.netdna-cdn.com/wp-content/uploads/2014/02/Rachios-Iro-smart-sprinkler-controller.jpg"/>
            <p:cNvPicPr>
              <a:picLocks noChangeAspect="1" noChangeArrowheads="1"/>
            </p:cNvPicPr>
            <p:nvPr/>
          </p:nvPicPr>
          <p:blipFill>
            <a:blip r:embed="rId65" cstate="print">
              <a:extLst>
                <a:ext uri="{28A0092B-C50C-407E-A947-70E740481C1C}">
                  <a14:useLocalDpi xmlns:a14="http://schemas.microsoft.com/office/drawing/2010/main" val="0"/>
                </a:ext>
              </a:extLst>
            </a:blip>
            <a:srcRect/>
            <a:stretch>
              <a:fillRect/>
            </a:stretch>
          </p:blipFill>
          <p:spPr bwMode="auto">
            <a:xfrm>
              <a:off x="6185209" y="5478540"/>
              <a:ext cx="839527" cy="542620"/>
            </a:xfrm>
            <a:prstGeom prst="rect">
              <a:avLst/>
            </a:prstGeom>
            <a:noFill/>
            <a:extLst>
              <a:ext uri="{909E8E84-426E-40DD-AFC4-6F175D3DCCD1}">
                <a14:hiddenFill xmlns:a14="http://schemas.microsoft.com/office/drawing/2010/main">
                  <a:solidFill>
                    <a:srgbClr val="FFFFFF"/>
                  </a:solidFill>
                </a14:hiddenFill>
              </a:ext>
            </a:extLst>
          </p:spPr>
        </p:pic>
        <p:pic>
          <p:nvPicPr>
            <p:cNvPr id="103" name="Picture 102"/>
            <p:cNvPicPr>
              <a:picLocks noChangeAspect="1"/>
            </p:cNvPicPr>
            <p:nvPr/>
          </p:nvPicPr>
          <p:blipFill rotWithShape="1">
            <a:blip r:embed="rId66"/>
            <a:srcRect r="22224"/>
            <a:stretch/>
          </p:blipFill>
          <p:spPr>
            <a:xfrm>
              <a:off x="5618669" y="5480699"/>
              <a:ext cx="609336" cy="522303"/>
            </a:xfrm>
            <a:prstGeom prst="rect">
              <a:avLst/>
            </a:prstGeom>
          </p:spPr>
        </p:pic>
      </p:grpSp>
      <p:grpSp>
        <p:nvGrpSpPr>
          <p:cNvPr id="23" name="Group 22"/>
          <p:cNvGrpSpPr/>
          <p:nvPr/>
        </p:nvGrpSpPr>
        <p:grpSpPr>
          <a:xfrm>
            <a:off x="2328054" y="2558940"/>
            <a:ext cx="1382808" cy="640084"/>
            <a:chOff x="3147693" y="3619230"/>
            <a:chExt cx="1843744" cy="853445"/>
          </a:xfrm>
        </p:grpSpPr>
        <p:grpSp>
          <p:nvGrpSpPr>
            <p:cNvPr id="92" name="Group 91"/>
            <p:cNvGrpSpPr/>
            <p:nvPr/>
          </p:nvGrpSpPr>
          <p:grpSpPr>
            <a:xfrm>
              <a:off x="3187989" y="3644919"/>
              <a:ext cx="1803448" cy="827756"/>
              <a:chOff x="2494814" y="4523940"/>
              <a:chExt cx="1768245" cy="811600"/>
            </a:xfrm>
          </p:grpSpPr>
          <p:pic>
            <p:nvPicPr>
              <p:cNvPr id="94" name="Picture 93" descr="https://images.indiegogo.com/file_attachments/409230/files/20140304034636-per1.jpg?1393933596"/>
              <p:cNvPicPr>
                <a:picLocks noChangeAspect="1" noChangeArrowheads="1"/>
              </p:cNvPicPr>
              <p:nvPr/>
            </p:nvPicPr>
            <p:blipFill rotWithShape="1">
              <a:blip r:embed="rId67" cstate="print">
                <a:extLst>
                  <a:ext uri="{28A0092B-C50C-407E-A947-70E740481C1C}">
                    <a14:useLocalDpi xmlns:a14="http://schemas.microsoft.com/office/drawing/2010/main" val="0"/>
                  </a:ext>
                </a:extLst>
              </a:blip>
              <a:srcRect l="5701" b="3428"/>
              <a:stretch/>
            </p:blipFill>
            <p:spPr bwMode="auto">
              <a:xfrm>
                <a:off x="3123109" y="4568691"/>
                <a:ext cx="425107" cy="192695"/>
              </a:xfrm>
              <a:prstGeom prst="rect">
                <a:avLst/>
              </a:prstGeom>
              <a:noFill/>
              <a:extLst>
                <a:ext uri="{909E8E84-426E-40DD-AFC4-6F175D3DCCD1}">
                  <a14:hiddenFill xmlns:a14="http://schemas.microsoft.com/office/drawing/2010/main">
                    <a:solidFill>
                      <a:srgbClr val="FFFFFF"/>
                    </a:solidFill>
                  </a14:hiddenFill>
                </a:ext>
              </a:extLst>
            </p:spPr>
          </p:pic>
          <p:pic>
            <p:nvPicPr>
              <p:cNvPr id="95" name="Picture 94"/>
              <p:cNvPicPr>
                <a:picLocks noChangeAspect="1"/>
              </p:cNvPicPr>
              <p:nvPr/>
            </p:nvPicPr>
            <p:blipFill rotWithShape="1">
              <a:blip r:embed="rId68" cstate="print">
                <a:extLst>
                  <a:ext uri="{28A0092B-C50C-407E-A947-70E740481C1C}">
                    <a14:useLocalDpi xmlns:a14="http://schemas.microsoft.com/office/drawing/2010/main" val="0"/>
                  </a:ext>
                </a:extLst>
              </a:blip>
              <a:srcRect l="14435" t="17027" r="15670" b="16710"/>
              <a:stretch/>
            </p:blipFill>
            <p:spPr>
              <a:xfrm>
                <a:off x="2944441" y="4781619"/>
                <a:ext cx="741544" cy="347599"/>
              </a:xfrm>
              <a:prstGeom prst="rect">
                <a:avLst/>
              </a:prstGeom>
            </p:spPr>
          </p:pic>
          <p:sp>
            <p:nvSpPr>
              <p:cNvPr id="96" name="TextBox 55"/>
              <p:cNvSpPr txBox="1"/>
              <p:nvPr/>
            </p:nvSpPr>
            <p:spPr>
              <a:xfrm>
                <a:off x="2494814" y="5172584"/>
                <a:ext cx="1768245" cy="162956"/>
              </a:xfrm>
              <a:prstGeom prst="rect">
                <a:avLst/>
              </a:prstGeom>
              <a:noFill/>
              <a:ln>
                <a:noFill/>
                <a:headEnd type="none" w="med" len="med"/>
                <a:tailEnd type="none" w="med" len="med"/>
              </a:ln>
            </p:spPr>
            <p:txBody>
              <a:bodyPr wrap="square" lIns="0" tIns="0" rIns="0" bIns="0" rtlCol="0">
                <a:spAutoFit/>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algn="ctr" defTabSz="699448" fontAlgn="auto">
                  <a:lnSpc>
                    <a:spcPct val="90000"/>
                  </a:lnSpc>
                  <a:spcBef>
                    <a:spcPts val="0"/>
                  </a:spcBef>
                  <a:spcAft>
                    <a:spcPts val="0"/>
                  </a:spcAft>
                  <a:defRPr/>
                </a:pPr>
                <a:r>
                  <a:rPr lang="en-US" sz="900" spc="-29" dirty="0">
                    <a:gradFill>
                      <a:gsLst>
                        <a:gs pos="0">
                          <a:srgbClr val="505050"/>
                        </a:gs>
                        <a:gs pos="100000">
                          <a:srgbClr val="505050"/>
                        </a:gs>
                      </a:gsLst>
                      <a:lin ang="5400000" scaled="1"/>
                    </a:gradFill>
                    <a:latin typeface="Segoe UI"/>
                    <a:ea typeface="Segoe UI" pitchFamily="34" charset="0"/>
                    <a:cs typeface="Segoe UI" pitchFamily="34" charset="0"/>
                  </a:rPr>
                  <a:t>Food and nutrition tracking</a:t>
                </a:r>
              </a:p>
            </p:txBody>
          </p:sp>
          <p:pic>
            <p:nvPicPr>
              <p:cNvPr id="97" name="Picture 96"/>
              <p:cNvPicPr>
                <a:picLocks noChangeAspect="1"/>
              </p:cNvPicPr>
              <p:nvPr/>
            </p:nvPicPr>
            <p:blipFill>
              <a:blip r:embed="rId69" cstate="print">
                <a:extLst>
                  <a:ext uri="{28A0092B-C50C-407E-A947-70E740481C1C}">
                    <a14:useLocalDpi xmlns:a14="http://schemas.microsoft.com/office/drawing/2010/main" val="0"/>
                  </a:ext>
                </a:extLst>
              </a:blip>
              <a:stretch>
                <a:fillRect/>
              </a:stretch>
            </p:blipFill>
            <p:spPr>
              <a:xfrm>
                <a:off x="3660881" y="4826057"/>
                <a:ext cx="333625" cy="250219"/>
              </a:xfrm>
              <a:prstGeom prst="rect">
                <a:avLst/>
              </a:prstGeom>
            </p:spPr>
          </p:pic>
          <p:pic>
            <p:nvPicPr>
              <p:cNvPr id="98" name="Picture 97"/>
              <p:cNvPicPr>
                <a:picLocks noChangeAspect="1"/>
              </p:cNvPicPr>
              <p:nvPr/>
            </p:nvPicPr>
            <p:blipFill rotWithShape="1">
              <a:blip r:embed="rId70" cstate="print">
                <a:extLst>
                  <a:ext uri="{28A0092B-C50C-407E-A947-70E740481C1C}">
                    <a14:useLocalDpi xmlns:a14="http://schemas.microsoft.com/office/drawing/2010/main" val="0"/>
                  </a:ext>
                </a:extLst>
              </a:blip>
              <a:srcRect l="31336" r="29094"/>
              <a:stretch/>
            </p:blipFill>
            <p:spPr>
              <a:xfrm>
                <a:off x="2604709" y="4523940"/>
                <a:ext cx="462116" cy="653995"/>
              </a:xfrm>
              <a:prstGeom prst="rect">
                <a:avLst/>
              </a:prstGeom>
              <a:effectLst>
                <a:softEdge rad="63500"/>
              </a:effectLst>
            </p:spPr>
          </p:pic>
        </p:grpSp>
        <p:pic>
          <p:nvPicPr>
            <p:cNvPr id="93" name="Picture 92"/>
            <p:cNvPicPr>
              <a:picLocks noChangeAspect="1"/>
            </p:cNvPicPr>
            <p:nvPr/>
          </p:nvPicPr>
          <p:blipFill rotWithShape="1">
            <a:blip r:embed="rId71" cstate="print">
              <a:extLst>
                <a:ext uri="{28A0092B-C50C-407E-A947-70E740481C1C}">
                  <a14:useLocalDpi xmlns:a14="http://schemas.microsoft.com/office/drawing/2010/main" val="0"/>
                </a:ext>
              </a:extLst>
            </a:blip>
            <a:srcRect l="12768" r="59622"/>
            <a:stretch/>
          </p:blipFill>
          <p:spPr>
            <a:xfrm>
              <a:off x="3147693" y="3619230"/>
              <a:ext cx="207132" cy="609529"/>
            </a:xfrm>
            <a:prstGeom prst="rect">
              <a:avLst/>
            </a:prstGeom>
          </p:spPr>
        </p:pic>
      </p:grpSp>
      <p:grpSp>
        <p:nvGrpSpPr>
          <p:cNvPr id="24" name="Group 23"/>
          <p:cNvGrpSpPr/>
          <p:nvPr/>
        </p:nvGrpSpPr>
        <p:grpSpPr>
          <a:xfrm>
            <a:off x="6217426" y="1059046"/>
            <a:ext cx="1134377" cy="1138074"/>
            <a:chOff x="7800664" y="1490044"/>
            <a:chExt cx="1482978" cy="1487810"/>
          </a:xfrm>
        </p:grpSpPr>
        <p:pic>
          <p:nvPicPr>
            <p:cNvPr id="85" name="Picture 84"/>
            <p:cNvPicPr>
              <a:picLocks noChangeAspect="1"/>
            </p:cNvPicPr>
            <p:nvPr/>
          </p:nvPicPr>
          <p:blipFill>
            <a:blip r:embed="rId72" cstate="print">
              <a:extLst>
                <a:ext uri="{28A0092B-C50C-407E-A947-70E740481C1C}">
                  <a14:useLocalDpi xmlns:a14="http://schemas.microsoft.com/office/drawing/2010/main" val="0"/>
                </a:ext>
              </a:extLst>
            </a:blip>
            <a:stretch>
              <a:fillRect/>
            </a:stretch>
          </p:blipFill>
          <p:spPr>
            <a:xfrm>
              <a:off x="8543675" y="2247251"/>
              <a:ext cx="283342" cy="283342"/>
            </a:xfrm>
            <a:prstGeom prst="rect">
              <a:avLst/>
            </a:prstGeom>
          </p:spPr>
        </p:pic>
        <p:pic>
          <p:nvPicPr>
            <p:cNvPr id="86" name="Picture 85"/>
            <p:cNvPicPr>
              <a:picLocks noChangeAspect="1"/>
            </p:cNvPicPr>
            <p:nvPr/>
          </p:nvPicPr>
          <p:blipFill>
            <a:blip r:embed="rId73" cstate="print">
              <a:extLst>
                <a:ext uri="{28A0092B-C50C-407E-A947-70E740481C1C}">
                  <a14:useLocalDpi xmlns:a14="http://schemas.microsoft.com/office/drawing/2010/main" val="0"/>
                </a:ext>
              </a:extLst>
            </a:blip>
            <a:stretch>
              <a:fillRect/>
            </a:stretch>
          </p:blipFill>
          <p:spPr>
            <a:xfrm>
              <a:off x="7991052" y="2228317"/>
              <a:ext cx="507123" cy="324559"/>
            </a:xfrm>
            <a:prstGeom prst="rect">
              <a:avLst/>
            </a:prstGeom>
          </p:spPr>
        </p:pic>
        <p:pic>
          <p:nvPicPr>
            <p:cNvPr id="87" name="Picture 86" descr="Swarm Portal brings taste of iBeacon to mom-and-pop stores"/>
            <p:cNvPicPr>
              <a:picLocks noChangeAspect="1" noChangeArrowheads="1"/>
            </p:cNvPicPr>
            <p:nvPr/>
          </p:nvPicPr>
          <p:blipFill rotWithShape="1">
            <a:blip r:embed="rId74" cstate="print">
              <a:extLst>
                <a:ext uri="{28A0092B-C50C-407E-A947-70E740481C1C}">
                  <a14:useLocalDpi xmlns:a14="http://schemas.microsoft.com/office/drawing/2010/main" val="0"/>
                </a:ext>
              </a:extLst>
            </a:blip>
            <a:srcRect b="12657"/>
            <a:stretch/>
          </p:blipFill>
          <p:spPr bwMode="auto">
            <a:xfrm>
              <a:off x="7800664" y="2028006"/>
              <a:ext cx="376210" cy="233096"/>
            </a:xfrm>
            <a:prstGeom prst="rect">
              <a:avLst/>
            </a:prstGeom>
            <a:noFill/>
            <a:extLst>
              <a:ext uri="{909E8E84-426E-40DD-AFC4-6F175D3DCCD1}">
                <a14:hiddenFill xmlns:a14="http://schemas.microsoft.com/office/drawing/2010/main">
                  <a:solidFill>
                    <a:srgbClr val="FFFFFF"/>
                  </a:solidFill>
                </a14:hiddenFill>
              </a:ext>
            </a:extLst>
          </p:spPr>
        </p:pic>
        <p:pic>
          <p:nvPicPr>
            <p:cNvPr id="88" name="Picture 87" descr="http://beekn.net/wp-content/uploads/2013/11/ibeacon-distance_v3.1.png"/>
            <p:cNvPicPr>
              <a:picLocks noChangeAspect="1" noChangeArrowheads="1"/>
            </p:cNvPicPr>
            <p:nvPr/>
          </p:nvPicPr>
          <p:blipFill>
            <a:blip r:embed="rId75" cstate="print">
              <a:extLst>
                <a:ext uri="{28A0092B-C50C-407E-A947-70E740481C1C}">
                  <a14:useLocalDpi xmlns:a14="http://schemas.microsoft.com/office/drawing/2010/main" val="0"/>
                </a:ext>
              </a:extLst>
            </a:blip>
            <a:srcRect/>
            <a:stretch>
              <a:fillRect/>
            </a:stretch>
          </p:blipFill>
          <p:spPr bwMode="auto">
            <a:xfrm>
              <a:off x="7990488" y="1490044"/>
              <a:ext cx="1057948" cy="1057948"/>
            </a:xfrm>
            <a:prstGeom prst="rect">
              <a:avLst/>
            </a:prstGeom>
            <a:noFill/>
            <a:extLst>
              <a:ext uri="{909E8E84-426E-40DD-AFC4-6F175D3DCCD1}">
                <a14:hiddenFill xmlns:a14="http://schemas.microsoft.com/office/drawing/2010/main">
                  <a:solidFill>
                    <a:srgbClr val="FFFFFF"/>
                  </a:solidFill>
                </a14:hiddenFill>
              </a:ext>
            </a:extLst>
          </p:spPr>
        </p:pic>
        <p:sp>
          <p:nvSpPr>
            <p:cNvPr id="89" name="TextBox 67"/>
            <p:cNvSpPr txBox="1"/>
            <p:nvPr/>
          </p:nvSpPr>
          <p:spPr>
            <a:xfrm>
              <a:off x="7921266" y="2651944"/>
              <a:ext cx="1362376" cy="325910"/>
            </a:xfrm>
            <a:prstGeom prst="rect">
              <a:avLst/>
            </a:prstGeom>
            <a:noFill/>
            <a:ln>
              <a:noFill/>
              <a:headEnd type="none" w="med" len="med"/>
              <a:tailEnd type="none" w="med" len="med"/>
            </a:ln>
          </p:spPr>
          <p:txBody>
            <a:bodyPr wrap="square" lIns="0" tIns="0" rIns="0" bIns="0" rtlCol="0">
              <a:spAutoFit/>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algn="ctr" defTabSz="699448" fontAlgn="auto">
                <a:lnSpc>
                  <a:spcPct val="90000"/>
                </a:lnSpc>
                <a:spcBef>
                  <a:spcPts val="0"/>
                </a:spcBef>
                <a:spcAft>
                  <a:spcPts val="0"/>
                </a:spcAft>
                <a:defRPr/>
              </a:pPr>
              <a:r>
                <a:rPr lang="en-US" sz="900" spc="-29" dirty="0">
                  <a:gradFill>
                    <a:gsLst>
                      <a:gs pos="0">
                        <a:srgbClr val="505050"/>
                      </a:gs>
                      <a:gs pos="100000">
                        <a:srgbClr val="505050"/>
                      </a:gs>
                    </a:gsLst>
                    <a:lin ang="5400000" scaled="1"/>
                  </a:gradFill>
                  <a:latin typeface="Segoe UI"/>
                  <a:ea typeface="Segoe UI" pitchFamily="34" charset="0"/>
                  <a:cs typeface="Segoe UI" pitchFamily="34" charset="0"/>
                </a:rPr>
                <a:t>Beacons </a:t>
              </a:r>
              <a:br>
                <a:rPr lang="en-US" sz="900" spc="-29" dirty="0">
                  <a:gradFill>
                    <a:gsLst>
                      <a:gs pos="0">
                        <a:srgbClr val="505050"/>
                      </a:gs>
                      <a:gs pos="100000">
                        <a:srgbClr val="505050"/>
                      </a:gs>
                    </a:gsLst>
                    <a:lin ang="5400000" scaled="1"/>
                  </a:gradFill>
                  <a:latin typeface="Segoe UI"/>
                  <a:ea typeface="Segoe UI" pitchFamily="34" charset="0"/>
                  <a:cs typeface="Segoe UI" pitchFamily="34" charset="0"/>
                </a:rPr>
              </a:br>
              <a:r>
                <a:rPr lang="en-US" sz="900" spc="-29" dirty="0">
                  <a:gradFill>
                    <a:gsLst>
                      <a:gs pos="0">
                        <a:srgbClr val="505050"/>
                      </a:gs>
                      <a:gs pos="100000">
                        <a:srgbClr val="505050"/>
                      </a:gs>
                    </a:gsLst>
                    <a:lin ang="5400000" scaled="1"/>
                  </a:gradFill>
                  <a:latin typeface="Segoe UI"/>
                  <a:ea typeface="Segoe UI" pitchFamily="34" charset="0"/>
                  <a:cs typeface="Segoe UI" pitchFamily="34" charset="0"/>
                </a:rPr>
                <a:t>and proximity</a:t>
              </a:r>
            </a:p>
          </p:txBody>
        </p:sp>
        <p:pic>
          <p:nvPicPr>
            <p:cNvPr id="90" name="Picture 89" descr="http://kontakt.io/wp-content/uploads/2014/02/beacon1.jpg"/>
            <p:cNvPicPr>
              <a:picLocks noChangeAspect="1" noChangeArrowheads="1"/>
            </p:cNvPicPr>
            <p:nvPr/>
          </p:nvPicPr>
          <p:blipFill rotWithShape="1">
            <a:blip r:embed="rId76" cstate="print">
              <a:extLst>
                <a:ext uri="{28A0092B-C50C-407E-A947-70E740481C1C}">
                  <a14:useLocalDpi xmlns:a14="http://schemas.microsoft.com/office/drawing/2010/main" val="0"/>
                </a:ext>
              </a:extLst>
            </a:blip>
            <a:srcRect l="14448" r="28741"/>
            <a:stretch/>
          </p:blipFill>
          <p:spPr bwMode="auto">
            <a:xfrm>
              <a:off x="8844804" y="2194910"/>
              <a:ext cx="306912" cy="350047"/>
            </a:xfrm>
            <a:prstGeom prst="rect">
              <a:avLst/>
            </a:prstGeom>
            <a:noFill/>
            <a:extLst>
              <a:ext uri="{909E8E84-426E-40DD-AFC4-6F175D3DCCD1}">
                <a14:hiddenFill xmlns:a14="http://schemas.microsoft.com/office/drawing/2010/main">
                  <a:solidFill>
                    <a:srgbClr val="FFFFFF"/>
                  </a:solidFill>
                </a14:hiddenFill>
              </a:ext>
            </a:extLst>
          </p:spPr>
        </p:pic>
        <p:pic>
          <p:nvPicPr>
            <p:cNvPr id="91" name="Picture 90"/>
            <p:cNvPicPr>
              <a:picLocks noChangeAspect="1"/>
            </p:cNvPicPr>
            <p:nvPr/>
          </p:nvPicPr>
          <p:blipFill>
            <a:blip r:embed="rId77" cstate="print">
              <a:extLst>
                <a:ext uri="{BEBA8EAE-BF5A-486C-A8C5-ECC9F3942E4B}">
                  <a14:imgProps xmlns:a14="http://schemas.microsoft.com/office/drawing/2010/main">
                    <a14:imgLayer r:embed="rId78">
                      <a14:imgEffect>
                        <a14:backgroundRemoval t="0" b="89908" l="9434" r="89937"/>
                      </a14:imgEffect>
                    </a14:imgLayer>
                  </a14:imgProps>
                </a:ext>
                <a:ext uri="{28A0092B-C50C-407E-A947-70E740481C1C}">
                  <a14:useLocalDpi xmlns:a14="http://schemas.microsoft.com/office/drawing/2010/main" val="0"/>
                </a:ext>
              </a:extLst>
            </a:blip>
            <a:stretch>
              <a:fillRect/>
            </a:stretch>
          </p:blipFill>
          <p:spPr>
            <a:xfrm>
              <a:off x="8852562" y="1773531"/>
              <a:ext cx="316369" cy="433765"/>
            </a:xfrm>
            <a:prstGeom prst="rect">
              <a:avLst/>
            </a:prstGeom>
          </p:spPr>
        </p:pic>
      </p:grpSp>
      <p:grpSp>
        <p:nvGrpSpPr>
          <p:cNvPr id="25" name="Group 24"/>
          <p:cNvGrpSpPr/>
          <p:nvPr/>
        </p:nvGrpSpPr>
        <p:grpSpPr>
          <a:xfrm>
            <a:off x="5249902" y="4098556"/>
            <a:ext cx="1886460" cy="650166"/>
            <a:chOff x="7221447" y="5354337"/>
            <a:chExt cx="2515280" cy="866887"/>
          </a:xfrm>
        </p:grpSpPr>
        <p:pic>
          <p:nvPicPr>
            <p:cNvPr id="79" name="Picture 78"/>
            <p:cNvPicPr>
              <a:picLocks noChangeAspect="1"/>
            </p:cNvPicPr>
            <p:nvPr/>
          </p:nvPicPr>
          <p:blipFill>
            <a:blip r:embed="rId79" cstate="print">
              <a:extLst>
                <a:ext uri="{28A0092B-C50C-407E-A947-70E740481C1C}">
                  <a14:useLocalDpi xmlns:a14="http://schemas.microsoft.com/office/drawing/2010/main" val="0"/>
                </a:ext>
              </a:extLst>
            </a:blip>
            <a:stretch>
              <a:fillRect/>
            </a:stretch>
          </p:blipFill>
          <p:spPr>
            <a:xfrm>
              <a:off x="7688636" y="5679013"/>
              <a:ext cx="398414" cy="393510"/>
            </a:xfrm>
            <a:prstGeom prst="rect">
              <a:avLst/>
            </a:prstGeom>
          </p:spPr>
        </p:pic>
        <p:sp>
          <p:nvSpPr>
            <p:cNvPr id="80" name="TextBox 107"/>
            <p:cNvSpPr txBox="1"/>
            <p:nvPr/>
          </p:nvSpPr>
          <p:spPr>
            <a:xfrm>
              <a:off x="7543786" y="6055024"/>
              <a:ext cx="1803447" cy="166200"/>
            </a:xfrm>
            <a:prstGeom prst="rect">
              <a:avLst/>
            </a:prstGeom>
            <a:noFill/>
            <a:ln>
              <a:noFill/>
              <a:headEnd type="none" w="med" len="med"/>
              <a:tailEnd type="none" w="med" len="med"/>
            </a:ln>
          </p:spPr>
          <p:txBody>
            <a:bodyPr wrap="square" lIns="0" tIns="0" rIns="0" bIns="0" rtlCol="0">
              <a:spAutoFit/>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algn="ctr" defTabSz="699448" fontAlgn="auto">
                <a:lnSpc>
                  <a:spcPct val="90000"/>
                </a:lnSpc>
                <a:spcBef>
                  <a:spcPts val="0"/>
                </a:spcBef>
                <a:spcAft>
                  <a:spcPts val="0"/>
                </a:spcAft>
                <a:defRPr/>
              </a:pPr>
              <a:r>
                <a:rPr lang="en-US" sz="900" spc="-29" dirty="0">
                  <a:gradFill>
                    <a:gsLst>
                      <a:gs pos="0">
                        <a:srgbClr val="505050"/>
                      </a:gs>
                      <a:gs pos="100000">
                        <a:srgbClr val="505050"/>
                      </a:gs>
                    </a:gsLst>
                    <a:lin ang="5400000" scaled="1"/>
                  </a:gradFill>
                  <a:latin typeface="Segoe UI"/>
                  <a:ea typeface="Segoe UI" pitchFamily="34" charset="0"/>
                  <a:cs typeface="Segoe UI" pitchFamily="34" charset="0"/>
                </a:rPr>
                <a:t>New devices and sensors</a:t>
              </a:r>
            </a:p>
          </p:txBody>
        </p:sp>
        <p:pic>
          <p:nvPicPr>
            <p:cNvPr id="81" name="Picture 80"/>
            <p:cNvPicPr>
              <a:picLocks noChangeAspect="1"/>
            </p:cNvPicPr>
            <p:nvPr/>
          </p:nvPicPr>
          <p:blipFill>
            <a:blip r:embed="rId80" cstate="print">
              <a:extLst>
                <a:ext uri="{28A0092B-C50C-407E-A947-70E740481C1C}">
                  <a14:useLocalDpi xmlns:a14="http://schemas.microsoft.com/office/drawing/2010/main" val="0"/>
                </a:ext>
              </a:extLst>
            </a:blip>
            <a:stretch>
              <a:fillRect/>
            </a:stretch>
          </p:blipFill>
          <p:spPr>
            <a:xfrm>
              <a:off x="7637697" y="5354337"/>
              <a:ext cx="432683" cy="346148"/>
            </a:xfrm>
            <a:prstGeom prst="rect">
              <a:avLst/>
            </a:prstGeom>
          </p:spPr>
        </p:pic>
        <p:pic>
          <p:nvPicPr>
            <p:cNvPr id="82" name="Picture 81"/>
            <p:cNvPicPr>
              <a:picLocks noChangeAspect="1"/>
            </p:cNvPicPr>
            <p:nvPr/>
          </p:nvPicPr>
          <p:blipFill>
            <a:blip r:embed="rId81" cstate="print">
              <a:extLst>
                <a:ext uri="{28A0092B-C50C-407E-A947-70E740481C1C}">
                  <a14:useLocalDpi xmlns:a14="http://schemas.microsoft.com/office/drawing/2010/main" val="0"/>
                </a:ext>
              </a:extLst>
            </a:blip>
            <a:stretch>
              <a:fillRect/>
            </a:stretch>
          </p:blipFill>
          <p:spPr>
            <a:xfrm>
              <a:off x="8101063" y="5588705"/>
              <a:ext cx="537312" cy="359999"/>
            </a:xfrm>
            <a:prstGeom prst="rect">
              <a:avLst/>
            </a:prstGeom>
          </p:spPr>
        </p:pic>
        <p:pic>
          <p:nvPicPr>
            <p:cNvPr id="83" name="Picture 82"/>
            <p:cNvPicPr>
              <a:picLocks noChangeAspect="1"/>
            </p:cNvPicPr>
            <p:nvPr/>
          </p:nvPicPr>
          <p:blipFill>
            <a:blip r:embed="rId82" cstate="print">
              <a:extLst>
                <a:ext uri="{28A0092B-C50C-407E-A947-70E740481C1C}">
                  <a14:useLocalDpi xmlns:a14="http://schemas.microsoft.com/office/drawing/2010/main" val="0"/>
                </a:ext>
              </a:extLst>
            </a:blip>
            <a:stretch>
              <a:fillRect/>
            </a:stretch>
          </p:blipFill>
          <p:spPr>
            <a:xfrm>
              <a:off x="8659926" y="5372601"/>
              <a:ext cx="1076801" cy="646081"/>
            </a:xfrm>
            <a:prstGeom prst="rect">
              <a:avLst/>
            </a:prstGeom>
          </p:spPr>
        </p:pic>
        <p:pic>
          <p:nvPicPr>
            <p:cNvPr id="84" name="Picture 83"/>
            <p:cNvPicPr>
              <a:picLocks noChangeAspect="1"/>
            </p:cNvPicPr>
            <p:nvPr/>
          </p:nvPicPr>
          <p:blipFill rotWithShape="1">
            <a:blip r:embed="rId83" cstate="print">
              <a:extLst>
                <a:ext uri="{28A0092B-C50C-407E-A947-70E740481C1C}">
                  <a14:useLocalDpi xmlns:a14="http://schemas.microsoft.com/office/drawing/2010/main" val="0"/>
                </a:ext>
              </a:extLst>
            </a:blip>
            <a:srcRect r="75357"/>
            <a:stretch/>
          </p:blipFill>
          <p:spPr>
            <a:xfrm>
              <a:off x="7221447" y="5502509"/>
              <a:ext cx="395527" cy="533559"/>
            </a:xfrm>
            <a:prstGeom prst="rect">
              <a:avLst/>
            </a:prstGeom>
          </p:spPr>
        </p:pic>
      </p:grpSp>
      <p:grpSp>
        <p:nvGrpSpPr>
          <p:cNvPr id="26" name="Group 25"/>
          <p:cNvGrpSpPr/>
          <p:nvPr/>
        </p:nvGrpSpPr>
        <p:grpSpPr>
          <a:xfrm>
            <a:off x="6709905" y="460653"/>
            <a:ext cx="2011556" cy="706924"/>
            <a:chOff x="7474120" y="810255"/>
            <a:chExt cx="2682075" cy="942566"/>
          </a:xfrm>
        </p:grpSpPr>
        <p:pic>
          <p:nvPicPr>
            <p:cNvPr id="69" name="Picture 68" descr="https://images.indiegogo.com/file_attachments/628101/files/20140605102856-suicidedoor3.png?1401989336"/>
            <p:cNvPicPr>
              <a:picLocks noChangeAspect="1" noChangeArrowheads="1"/>
            </p:cNvPicPr>
            <p:nvPr/>
          </p:nvPicPr>
          <p:blipFill rotWithShape="1">
            <a:blip r:embed="rId84" cstate="print">
              <a:extLst>
                <a:ext uri="{28A0092B-C50C-407E-A947-70E740481C1C}">
                  <a14:useLocalDpi xmlns:a14="http://schemas.microsoft.com/office/drawing/2010/main" val="0"/>
                </a:ext>
              </a:extLst>
            </a:blip>
            <a:srcRect t="23878" r="50375"/>
            <a:stretch/>
          </p:blipFill>
          <p:spPr bwMode="auto">
            <a:xfrm>
              <a:off x="8047378" y="1213451"/>
              <a:ext cx="387730" cy="297374"/>
            </a:xfrm>
            <a:prstGeom prst="rect">
              <a:avLst/>
            </a:prstGeom>
            <a:noFill/>
            <a:extLst>
              <a:ext uri="{909E8E84-426E-40DD-AFC4-6F175D3DCCD1}">
                <a14:hiddenFill xmlns:a14="http://schemas.microsoft.com/office/drawing/2010/main">
                  <a:solidFill>
                    <a:srgbClr val="FFFFFF"/>
                  </a:solidFill>
                </a14:hiddenFill>
              </a:ext>
            </a:extLst>
          </p:spPr>
        </p:pic>
        <p:pic>
          <p:nvPicPr>
            <p:cNvPr id="70" name="Picture 69" descr="http://www.scosche.com/media/catalog/product/cache/1/image/fa2b5b80d1710c24fc26c58ffa4e7580/b/l/bleprox2_vert__2000x2000_72dpi_1_1.jpg"/>
            <p:cNvPicPr>
              <a:picLocks noChangeAspect="1" noChangeArrowheads="1"/>
            </p:cNvPicPr>
            <p:nvPr/>
          </p:nvPicPr>
          <p:blipFill rotWithShape="1">
            <a:blip r:embed="rId85" cstate="print">
              <a:extLst>
                <a:ext uri="{28A0092B-C50C-407E-A947-70E740481C1C}">
                  <a14:useLocalDpi xmlns:a14="http://schemas.microsoft.com/office/drawing/2010/main" val="0"/>
                </a:ext>
              </a:extLst>
            </a:blip>
            <a:srcRect l="27095" t="17342" r="27741" b="14810"/>
            <a:stretch/>
          </p:blipFill>
          <p:spPr bwMode="auto">
            <a:xfrm>
              <a:off x="9059341" y="1112991"/>
              <a:ext cx="255304" cy="383531"/>
            </a:xfrm>
            <a:prstGeom prst="rect">
              <a:avLst/>
            </a:prstGeom>
            <a:noFill/>
            <a:extLst>
              <a:ext uri="{909E8E84-426E-40DD-AFC4-6F175D3DCCD1}">
                <a14:hiddenFill xmlns:a14="http://schemas.microsoft.com/office/drawing/2010/main">
                  <a:solidFill>
                    <a:srgbClr val="FFFFFF"/>
                  </a:solidFill>
                </a14:hiddenFill>
              </a:ext>
            </a:extLst>
          </p:spPr>
        </p:pic>
        <p:pic>
          <p:nvPicPr>
            <p:cNvPr id="71" name="Picture 70"/>
            <p:cNvPicPr>
              <a:picLocks noChangeAspect="1"/>
            </p:cNvPicPr>
            <p:nvPr/>
          </p:nvPicPr>
          <p:blipFill rotWithShape="1">
            <a:blip r:embed="rId86" cstate="print">
              <a:extLst>
                <a:ext uri="{28A0092B-C50C-407E-A947-70E740481C1C}">
                  <a14:useLocalDpi xmlns:a14="http://schemas.microsoft.com/office/drawing/2010/main" val="0"/>
                </a:ext>
              </a:extLst>
            </a:blip>
            <a:srcRect l="27131" r="27722"/>
            <a:stretch/>
          </p:blipFill>
          <p:spPr>
            <a:xfrm>
              <a:off x="9802296" y="1158406"/>
              <a:ext cx="353899" cy="408269"/>
            </a:xfrm>
            <a:prstGeom prst="rect">
              <a:avLst/>
            </a:prstGeom>
          </p:spPr>
        </p:pic>
        <p:pic>
          <p:nvPicPr>
            <p:cNvPr id="72" name="Picture 71" descr="http://max.macnn.com/article_images/1392808768-md-Nokia_Treasure_Tag_in_post.png"/>
            <p:cNvPicPr>
              <a:picLocks noChangeAspect="1" noChangeArrowheads="1"/>
            </p:cNvPicPr>
            <p:nvPr/>
          </p:nvPicPr>
          <p:blipFill>
            <a:blip r:embed="rId87" cstate="print">
              <a:extLst>
                <a:ext uri="{28A0092B-C50C-407E-A947-70E740481C1C}">
                  <a14:useLocalDpi xmlns:a14="http://schemas.microsoft.com/office/drawing/2010/main" val="0"/>
                </a:ext>
              </a:extLst>
            </a:blip>
            <a:srcRect/>
            <a:stretch>
              <a:fillRect/>
            </a:stretch>
          </p:blipFill>
          <p:spPr bwMode="auto">
            <a:xfrm>
              <a:off x="7569730" y="823623"/>
              <a:ext cx="709821" cy="374727"/>
            </a:xfrm>
            <a:prstGeom prst="rect">
              <a:avLst/>
            </a:prstGeom>
            <a:noFill/>
            <a:extLst>
              <a:ext uri="{909E8E84-426E-40DD-AFC4-6F175D3DCCD1}">
                <a14:hiddenFill xmlns:a14="http://schemas.microsoft.com/office/drawing/2010/main">
                  <a:solidFill>
                    <a:srgbClr val="FFFFFF"/>
                  </a:solidFill>
                </a14:hiddenFill>
              </a:ext>
            </a:extLst>
          </p:spPr>
        </p:pic>
        <p:pic>
          <p:nvPicPr>
            <p:cNvPr id="73" name="Picture 72" descr="http://www.getfindster.com/wp-content/uploads/basestation21.jpg"/>
            <p:cNvPicPr>
              <a:picLocks noChangeAspect="1" noChangeArrowheads="1"/>
            </p:cNvPicPr>
            <p:nvPr/>
          </p:nvPicPr>
          <p:blipFill>
            <a:blip r:embed="rId88" cstate="print">
              <a:extLst>
                <a:ext uri="{28A0092B-C50C-407E-A947-70E740481C1C}">
                  <a14:useLocalDpi xmlns:a14="http://schemas.microsoft.com/office/drawing/2010/main" val="0"/>
                </a:ext>
              </a:extLst>
            </a:blip>
            <a:srcRect/>
            <a:stretch>
              <a:fillRect/>
            </a:stretch>
          </p:blipFill>
          <p:spPr bwMode="auto">
            <a:xfrm>
              <a:off x="7474120" y="1180130"/>
              <a:ext cx="490619" cy="317506"/>
            </a:xfrm>
            <a:prstGeom prst="rect">
              <a:avLst/>
            </a:prstGeom>
            <a:noFill/>
            <a:extLst>
              <a:ext uri="{909E8E84-426E-40DD-AFC4-6F175D3DCCD1}">
                <a14:hiddenFill xmlns:a14="http://schemas.microsoft.com/office/drawing/2010/main">
                  <a:solidFill>
                    <a:srgbClr val="FFFFFF"/>
                  </a:solidFill>
                </a14:hiddenFill>
              </a:ext>
            </a:extLst>
          </p:spPr>
        </p:pic>
        <p:pic>
          <p:nvPicPr>
            <p:cNvPr id="74" name="Picture 73"/>
            <p:cNvPicPr>
              <a:picLocks noChangeAspect="1"/>
            </p:cNvPicPr>
            <p:nvPr/>
          </p:nvPicPr>
          <p:blipFill>
            <a:blip r:embed="rId89"/>
            <a:stretch>
              <a:fillRect/>
            </a:stretch>
          </p:blipFill>
          <p:spPr>
            <a:xfrm>
              <a:off x="8558564" y="915291"/>
              <a:ext cx="486502" cy="581935"/>
            </a:xfrm>
            <a:prstGeom prst="rect">
              <a:avLst/>
            </a:prstGeom>
          </p:spPr>
        </p:pic>
        <p:pic>
          <p:nvPicPr>
            <p:cNvPr id="75" name="Picture 74" descr="Bluetooth Dragon"/>
            <p:cNvPicPr>
              <a:picLocks noChangeAspect="1" noChangeArrowheads="1"/>
            </p:cNvPicPr>
            <p:nvPr/>
          </p:nvPicPr>
          <p:blipFill rotWithShape="1">
            <a:blip r:embed="rId90" cstate="print">
              <a:extLst>
                <a:ext uri="{28A0092B-C50C-407E-A947-70E740481C1C}">
                  <a14:useLocalDpi xmlns:a14="http://schemas.microsoft.com/office/drawing/2010/main" val="0"/>
                </a:ext>
              </a:extLst>
            </a:blip>
            <a:srcRect t="20074" b="17288"/>
            <a:stretch/>
          </p:blipFill>
          <p:spPr bwMode="auto">
            <a:xfrm>
              <a:off x="8213819" y="892380"/>
              <a:ext cx="404392" cy="253300"/>
            </a:xfrm>
            <a:prstGeom prst="rect">
              <a:avLst/>
            </a:prstGeom>
            <a:noFill/>
            <a:extLst>
              <a:ext uri="{909E8E84-426E-40DD-AFC4-6F175D3DCCD1}">
                <a14:hiddenFill xmlns:a14="http://schemas.microsoft.com/office/drawing/2010/main">
                  <a:solidFill>
                    <a:srgbClr val="FFFFFF"/>
                  </a:solidFill>
                </a14:hiddenFill>
              </a:ext>
            </a:extLst>
          </p:spPr>
        </p:pic>
        <p:pic>
          <p:nvPicPr>
            <p:cNvPr id="76" name="Picture 75"/>
            <p:cNvPicPr>
              <a:picLocks noChangeAspect="1"/>
            </p:cNvPicPr>
            <p:nvPr/>
          </p:nvPicPr>
          <p:blipFill rotWithShape="1">
            <a:blip r:embed="rId91"/>
            <a:srcRect r="84774" b="10716"/>
            <a:stretch/>
          </p:blipFill>
          <p:spPr>
            <a:xfrm>
              <a:off x="9314644" y="810255"/>
              <a:ext cx="320161" cy="266656"/>
            </a:xfrm>
            <a:prstGeom prst="rect">
              <a:avLst/>
            </a:prstGeom>
            <a:noFill/>
            <a:ln>
              <a:noFill/>
            </a:ln>
          </p:spPr>
        </p:pic>
        <p:pic>
          <p:nvPicPr>
            <p:cNvPr id="77" name="Picture 76"/>
            <p:cNvPicPr>
              <a:picLocks noChangeAspect="1"/>
            </p:cNvPicPr>
            <p:nvPr/>
          </p:nvPicPr>
          <p:blipFill rotWithShape="1">
            <a:blip r:embed="rId92" cstate="print">
              <a:extLst>
                <a:ext uri="{BEBA8EAE-BF5A-486C-A8C5-ECC9F3942E4B}">
                  <a14:imgProps xmlns:a14="http://schemas.microsoft.com/office/drawing/2010/main">
                    <a14:imgLayer r:embed="rId93">
                      <a14:imgEffect>
                        <a14:backgroundRemoval t="14000" b="96000" l="20000" r="84000">
                          <a14:foregroundMark x1="34667" y1="35000" x2="30000" y2="38000"/>
                          <a14:foregroundMark x1="28667" y1="52000" x2="28000" y2="41000"/>
                          <a14:backgroundMark x1="37333" y1="48000" x2="37333" y2="48000"/>
                        </a14:backgroundRemoval>
                      </a14:imgEffect>
                    </a14:imgLayer>
                  </a14:imgProps>
                </a:ext>
                <a:ext uri="{28A0092B-C50C-407E-A947-70E740481C1C}">
                  <a14:useLocalDpi xmlns:a14="http://schemas.microsoft.com/office/drawing/2010/main" val="0"/>
                </a:ext>
              </a:extLst>
            </a:blip>
            <a:srcRect l="18806" t="13498" r="16060"/>
            <a:stretch/>
          </p:blipFill>
          <p:spPr>
            <a:xfrm>
              <a:off x="9363158" y="1158482"/>
              <a:ext cx="413589" cy="365824"/>
            </a:xfrm>
            <a:prstGeom prst="rect">
              <a:avLst/>
            </a:prstGeom>
          </p:spPr>
        </p:pic>
        <p:sp>
          <p:nvSpPr>
            <p:cNvPr id="78" name="TextBox 80"/>
            <p:cNvSpPr txBox="1"/>
            <p:nvPr/>
          </p:nvSpPr>
          <p:spPr>
            <a:xfrm>
              <a:off x="8655240" y="1586621"/>
              <a:ext cx="1282059" cy="166200"/>
            </a:xfrm>
            <a:prstGeom prst="rect">
              <a:avLst/>
            </a:prstGeom>
            <a:noFill/>
            <a:ln>
              <a:noFill/>
              <a:headEnd type="none" w="med" len="med"/>
              <a:tailEnd type="none" w="med" len="med"/>
            </a:ln>
          </p:spPr>
          <p:txBody>
            <a:bodyPr wrap="square" lIns="0" tIns="0" rIns="0" bIns="0" rtlCol="0">
              <a:spAutoFit/>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algn="ctr" defTabSz="699448" fontAlgn="auto">
                <a:lnSpc>
                  <a:spcPct val="90000"/>
                </a:lnSpc>
                <a:spcBef>
                  <a:spcPts val="0"/>
                </a:spcBef>
                <a:spcAft>
                  <a:spcPts val="0"/>
                </a:spcAft>
                <a:defRPr/>
              </a:pPr>
              <a:r>
                <a:rPr lang="en-US" sz="900" spc="-29" dirty="0">
                  <a:gradFill>
                    <a:gsLst>
                      <a:gs pos="0">
                        <a:srgbClr val="505050"/>
                      </a:gs>
                      <a:gs pos="100000">
                        <a:srgbClr val="505050"/>
                      </a:gs>
                    </a:gsLst>
                    <a:lin ang="5400000" scaled="1"/>
                  </a:gradFill>
                  <a:latin typeface="Segoe UI"/>
                  <a:ea typeface="Segoe UI" pitchFamily="34" charset="0"/>
                  <a:cs typeface="Segoe UI" pitchFamily="34" charset="0"/>
                </a:rPr>
                <a:t>Object tracking</a:t>
              </a:r>
            </a:p>
          </p:txBody>
        </p:sp>
      </p:grpSp>
      <p:grpSp>
        <p:nvGrpSpPr>
          <p:cNvPr id="27" name="Group 26"/>
          <p:cNvGrpSpPr/>
          <p:nvPr/>
        </p:nvGrpSpPr>
        <p:grpSpPr>
          <a:xfrm>
            <a:off x="3816320" y="2890231"/>
            <a:ext cx="643656" cy="380987"/>
            <a:chOff x="5857029" y="3812967"/>
            <a:chExt cx="858208" cy="507983"/>
          </a:xfrm>
        </p:grpSpPr>
        <p:sp>
          <p:nvSpPr>
            <p:cNvPr id="67" name="TextBox 97"/>
            <p:cNvSpPr txBox="1"/>
            <p:nvPr/>
          </p:nvSpPr>
          <p:spPr>
            <a:xfrm>
              <a:off x="5950400" y="4154750"/>
              <a:ext cx="764837" cy="166200"/>
            </a:xfrm>
            <a:prstGeom prst="rect">
              <a:avLst/>
            </a:prstGeom>
            <a:noFill/>
            <a:ln>
              <a:noFill/>
              <a:headEnd type="none" w="med" len="med"/>
              <a:tailEnd type="none" w="med" len="med"/>
            </a:ln>
          </p:spPr>
          <p:txBody>
            <a:bodyPr wrap="square" lIns="0" tIns="0" rIns="0" bIns="0" rtlCol="0">
              <a:spAutoFit/>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algn="ctr" defTabSz="699448" fontAlgn="auto">
                <a:lnSpc>
                  <a:spcPct val="90000"/>
                </a:lnSpc>
                <a:spcBef>
                  <a:spcPts val="0"/>
                </a:spcBef>
                <a:spcAft>
                  <a:spcPts val="0"/>
                </a:spcAft>
                <a:defRPr/>
              </a:pPr>
              <a:r>
                <a:rPr lang="en-US" sz="900" spc="-29" dirty="0">
                  <a:gradFill>
                    <a:gsLst>
                      <a:gs pos="0">
                        <a:srgbClr val="505050"/>
                      </a:gs>
                      <a:gs pos="100000">
                        <a:srgbClr val="505050"/>
                      </a:gs>
                    </a:gsLst>
                    <a:lin ang="5400000" scaled="1"/>
                  </a:gradFill>
                  <a:latin typeface="Segoe UI"/>
                  <a:ea typeface="Segoe UI" pitchFamily="34" charset="0"/>
                  <a:cs typeface="Segoe UI" pitchFamily="34" charset="0"/>
                </a:rPr>
                <a:t>Identity</a:t>
              </a:r>
            </a:p>
          </p:txBody>
        </p:sp>
        <p:pic>
          <p:nvPicPr>
            <p:cNvPr id="68" name="Picture 67" descr="Photo of Nymi in Use"/>
            <p:cNvPicPr>
              <a:picLocks noChangeAspect="1" noChangeArrowheads="1"/>
            </p:cNvPicPr>
            <p:nvPr/>
          </p:nvPicPr>
          <p:blipFill rotWithShape="1">
            <a:blip r:embed="rId94" cstate="print">
              <a:extLst>
                <a:ext uri="{28A0092B-C50C-407E-A947-70E740481C1C}">
                  <a14:useLocalDpi xmlns:a14="http://schemas.microsoft.com/office/drawing/2010/main" val="0"/>
                </a:ext>
              </a:extLst>
            </a:blip>
            <a:srcRect t="18645"/>
            <a:stretch/>
          </p:blipFill>
          <p:spPr bwMode="auto">
            <a:xfrm>
              <a:off x="5857029" y="3812967"/>
              <a:ext cx="851471" cy="355038"/>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8" name="Group 27"/>
          <p:cNvGrpSpPr/>
          <p:nvPr/>
        </p:nvGrpSpPr>
        <p:grpSpPr>
          <a:xfrm>
            <a:off x="5982560" y="2649439"/>
            <a:ext cx="893108" cy="738104"/>
            <a:chOff x="8064522" y="3448408"/>
            <a:chExt cx="1190810" cy="984138"/>
          </a:xfrm>
        </p:grpSpPr>
        <p:pic>
          <p:nvPicPr>
            <p:cNvPr id="65" name="Picture 64" descr="http://championvending.com/blog/wp-content/uploads/2013/06/40051diji_touch_4759-machine.jpg"/>
            <p:cNvPicPr>
              <a:picLocks noChangeAspect="1" noChangeArrowheads="1"/>
            </p:cNvPicPr>
            <p:nvPr/>
          </p:nvPicPr>
          <p:blipFill rotWithShape="1">
            <a:blip r:embed="rId95" cstate="print">
              <a:extLst>
                <a:ext uri="{28A0092B-C50C-407E-A947-70E740481C1C}">
                  <a14:useLocalDpi xmlns:a14="http://schemas.microsoft.com/office/drawing/2010/main" val="0"/>
                </a:ext>
              </a:extLst>
            </a:blip>
            <a:srcRect l="23699" t="14645" r="20974" b="20425"/>
            <a:stretch/>
          </p:blipFill>
          <p:spPr bwMode="auto">
            <a:xfrm>
              <a:off x="8451035" y="3448408"/>
              <a:ext cx="363158" cy="638376"/>
            </a:xfrm>
            <a:prstGeom prst="rect">
              <a:avLst/>
            </a:prstGeom>
            <a:noFill/>
            <a:extLst>
              <a:ext uri="{909E8E84-426E-40DD-AFC4-6F175D3DCCD1}">
                <a14:hiddenFill xmlns:a14="http://schemas.microsoft.com/office/drawing/2010/main">
                  <a:solidFill>
                    <a:srgbClr val="FFFFFF"/>
                  </a:solidFill>
                </a14:hiddenFill>
              </a:ext>
            </a:extLst>
          </p:spPr>
        </p:pic>
        <p:sp>
          <p:nvSpPr>
            <p:cNvPr id="66" name="TextBox 145"/>
            <p:cNvSpPr txBox="1"/>
            <p:nvPr/>
          </p:nvSpPr>
          <p:spPr>
            <a:xfrm>
              <a:off x="8064522" y="4100147"/>
              <a:ext cx="1190810" cy="332399"/>
            </a:xfrm>
            <a:prstGeom prst="rect">
              <a:avLst/>
            </a:prstGeom>
            <a:noFill/>
            <a:ln>
              <a:noFill/>
              <a:headEnd type="none" w="med" len="med"/>
              <a:tailEnd type="none" w="med" len="med"/>
            </a:ln>
          </p:spPr>
          <p:txBody>
            <a:bodyPr wrap="square" lIns="0" tIns="0" rIns="0" bIns="0" rtlCol="0">
              <a:spAutoFit/>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algn="ctr" defTabSz="699448" fontAlgn="auto">
                <a:lnSpc>
                  <a:spcPct val="90000"/>
                </a:lnSpc>
                <a:spcBef>
                  <a:spcPts val="0"/>
                </a:spcBef>
                <a:spcAft>
                  <a:spcPts val="0"/>
                </a:spcAft>
                <a:defRPr/>
              </a:pPr>
              <a:r>
                <a:rPr lang="en-US" sz="900" spc="-29" dirty="0">
                  <a:gradFill>
                    <a:gsLst>
                      <a:gs pos="0">
                        <a:srgbClr val="505050"/>
                      </a:gs>
                      <a:gs pos="100000">
                        <a:srgbClr val="505050"/>
                      </a:gs>
                    </a:gsLst>
                    <a:lin ang="5400000" scaled="1"/>
                  </a:gradFill>
                  <a:latin typeface="Segoe UI"/>
                  <a:ea typeface="Segoe UI" pitchFamily="34" charset="0"/>
                  <a:cs typeface="Segoe UI" pitchFamily="34" charset="0"/>
                </a:rPr>
                <a:t>Smart vending machines</a:t>
              </a:r>
            </a:p>
          </p:txBody>
        </p:sp>
      </p:grpSp>
      <p:grpSp>
        <p:nvGrpSpPr>
          <p:cNvPr id="29" name="Group 28"/>
          <p:cNvGrpSpPr/>
          <p:nvPr/>
        </p:nvGrpSpPr>
        <p:grpSpPr>
          <a:xfrm>
            <a:off x="1389485" y="402625"/>
            <a:ext cx="1236297" cy="764949"/>
            <a:chOff x="1276603" y="736335"/>
            <a:chExt cx="1648396" cy="1019933"/>
          </a:xfrm>
        </p:grpSpPr>
        <p:pic>
          <p:nvPicPr>
            <p:cNvPr id="60" name="Picture 59" descr="scale_render1.png"/>
            <p:cNvPicPr>
              <a:picLocks noChangeAspect="1" noChangeArrowheads="1"/>
            </p:cNvPicPr>
            <p:nvPr/>
          </p:nvPicPr>
          <p:blipFill rotWithShape="1">
            <a:blip r:embed="rId96" cstate="print">
              <a:extLst>
                <a:ext uri="{28A0092B-C50C-407E-A947-70E740481C1C}">
                  <a14:useLocalDpi xmlns:a14="http://schemas.microsoft.com/office/drawing/2010/main" val="0"/>
                </a:ext>
              </a:extLst>
            </a:blip>
            <a:srcRect r="63897"/>
            <a:stretch/>
          </p:blipFill>
          <p:spPr bwMode="auto">
            <a:xfrm>
              <a:off x="1976677" y="736335"/>
              <a:ext cx="425872" cy="833593"/>
            </a:xfrm>
            <a:prstGeom prst="rect">
              <a:avLst/>
            </a:prstGeom>
            <a:noFill/>
            <a:extLst>
              <a:ext uri="{909E8E84-426E-40DD-AFC4-6F175D3DCCD1}">
                <a14:hiddenFill xmlns:a14="http://schemas.microsoft.com/office/drawing/2010/main">
                  <a:solidFill>
                    <a:srgbClr val="FFFFFF"/>
                  </a:solidFill>
                </a14:hiddenFill>
              </a:ext>
            </a:extLst>
          </p:spPr>
        </p:pic>
        <p:pic>
          <p:nvPicPr>
            <p:cNvPr id="61" name="Picture 60"/>
            <p:cNvPicPr>
              <a:picLocks noChangeAspect="1"/>
            </p:cNvPicPr>
            <p:nvPr/>
          </p:nvPicPr>
          <p:blipFill rotWithShape="1">
            <a:blip r:embed="rId97" cstate="print">
              <a:extLst>
                <a:ext uri="{28A0092B-C50C-407E-A947-70E740481C1C}">
                  <a14:useLocalDpi xmlns:a14="http://schemas.microsoft.com/office/drawing/2010/main" val="0"/>
                </a:ext>
              </a:extLst>
            </a:blip>
            <a:srcRect t="26320" r="52890"/>
            <a:stretch/>
          </p:blipFill>
          <p:spPr>
            <a:xfrm>
              <a:off x="1657168" y="1106840"/>
              <a:ext cx="423537" cy="466343"/>
            </a:xfrm>
            <a:prstGeom prst="rect">
              <a:avLst/>
            </a:prstGeom>
          </p:spPr>
        </p:pic>
        <p:sp>
          <p:nvSpPr>
            <p:cNvPr id="62" name="TextBox 71"/>
            <p:cNvSpPr txBox="1"/>
            <p:nvPr/>
          </p:nvSpPr>
          <p:spPr>
            <a:xfrm>
              <a:off x="1311874" y="1571603"/>
              <a:ext cx="1416200" cy="184665"/>
            </a:xfrm>
            <a:prstGeom prst="rect">
              <a:avLst/>
            </a:prstGeom>
            <a:noFill/>
            <a:ln>
              <a:noFill/>
              <a:headEnd type="none" w="med" len="med"/>
              <a:tailEnd type="none" w="med" len="med"/>
            </a:ln>
          </p:spPr>
          <p:txBody>
            <a:bodyPr wrap="none" lIns="0" tIns="0" rIns="0" bIns="0" rtlCol="0">
              <a:spAutoFit/>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defTabSz="699448" fontAlgn="auto">
                <a:spcBef>
                  <a:spcPts val="0"/>
                </a:spcBef>
                <a:spcAft>
                  <a:spcPts val="0"/>
                </a:spcAft>
                <a:defRPr/>
              </a:pPr>
              <a:r>
                <a:rPr lang="en-US" sz="900" spc="-29" dirty="0">
                  <a:gradFill>
                    <a:gsLst>
                      <a:gs pos="0">
                        <a:srgbClr val="505050"/>
                      </a:gs>
                      <a:gs pos="100000">
                        <a:srgbClr val="505050"/>
                      </a:gs>
                    </a:gsLst>
                    <a:lin ang="5400000" scaled="1"/>
                  </a:gradFill>
                  <a:latin typeface="Segoe UI"/>
                  <a:ea typeface="Segoe UI" pitchFamily="34" charset="0"/>
                  <a:cs typeface="Segoe UI" pitchFamily="34" charset="0"/>
                </a:rPr>
                <a:t>Medication adherence</a:t>
              </a:r>
            </a:p>
          </p:txBody>
        </p:sp>
        <p:pic>
          <p:nvPicPr>
            <p:cNvPr id="63" name="Picture 62" descr="Main_page_photo"/>
            <p:cNvPicPr>
              <a:picLocks noChangeAspect="1" noChangeArrowheads="1"/>
            </p:cNvPicPr>
            <p:nvPr/>
          </p:nvPicPr>
          <p:blipFill rotWithShape="1">
            <a:blip r:embed="rId98" cstate="print">
              <a:extLst>
                <a:ext uri="{BEBA8EAE-BF5A-486C-A8C5-ECC9F3942E4B}">
                  <a14:imgProps xmlns:a14="http://schemas.microsoft.com/office/drawing/2010/main">
                    <a14:imgLayer r:embed="rId99">
                      <a14:imgEffect>
                        <a14:backgroundRemoval t="1720" b="89926" l="30950" r="72067">
                          <a14:foregroundMark x1="33855" y1="36364" x2="34302" y2="83047"/>
                          <a14:foregroundMark x1="45810" y1="8845" x2="56983" y2="9091"/>
                          <a14:backgroundMark x1="48715" y1="3440" x2="57542" y2="3440"/>
                          <a14:backgroundMark x1="60559" y1="35381" x2="64916" y2="50123"/>
                        </a14:backgroundRemoval>
                      </a14:imgEffect>
                    </a14:imgLayer>
                  </a14:imgProps>
                </a:ext>
                <a:ext uri="{28A0092B-C50C-407E-A947-70E740481C1C}">
                  <a14:useLocalDpi xmlns:a14="http://schemas.microsoft.com/office/drawing/2010/main" val="0"/>
                </a:ext>
              </a:extLst>
            </a:blip>
            <a:srcRect l="25926" r="22805"/>
            <a:stretch/>
          </p:blipFill>
          <p:spPr bwMode="auto">
            <a:xfrm>
              <a:off x="1276603" y="1093188"/>
              <a:ext cx="516068" cy="457740"/>
            </a:xfrm>
            <a:prstGeom prst="rect">
              <a:avLst/>
            </a:prstGeom>
            <a:noFill/>
            <a:extLst>
              <a:ext uri="{909E8E84-426E-40DD-AFC4-6F175D3DCCD1}">
                <a14:hiddenFill xmlns:a14="http://schemas.microsoft.com/office/drawing/2010/main">
                  <a:solidFill>
                    <a:srgbClr val="FFFFFF"/>
                  </a:solidFill>
                </a14:hiddenFill>
              </a:ext>
            </a:extLst>
          </p:spPr>
        </p:pic>
        <p:pic>
          <p:nvPicPr>
            <p:cNvPr id="64" name="Picture 63" descr="asthmapolis propeller New Propeller Sensor for Metered Dose Inhalers Gets FDA Green Light"/>
            <p:cNvPicPr>
              <a:picLocks noChangeAspect="1" noChangeArrowheads="1"/>
            </p:cNvPicPr>
            <p:nvPr/>
          </p:nvPicPr>
          <p:blipFill>
            <a:blip r:embed="rId100" cstate="print">
              <a:extLst>
                <a:ext uri="{28A0092B-C50C-407E-A947-70E740481C1C}">
                  <a14:useLocalDpi xmlns:a14="http://schemas.microsoft.com/office/drawing/2010/main" val="0"/>
                </a:ext>
              </a:extLst>
            </a:blip>
            <a:srcRect/>
            <a:stretch>
              <a:fillRect/>
            </a:stretch>
          </p:blipFill>
          <p:spPr bwMode="auto">
            <a:xfrm>
              <a:off x="2409246" y="1026842"/>
              <a:ext cx="515753" cy="494262"/>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30" name="Group 29"/>
          <p:cNvGrpSpPr/>
          <p:nvPr/>
        </p:nvGrpSpPr>
        <p:grpSpPr>
          <a:xfrm>
            <a:off x="6916116" y="2687812"/>
            <a:ext cx="1775938" cy="627621"/>
            <a:chOff x="8986224" y="3526302"/>
            <a:chExt cx="2367917" cy="836827"/>
          </a:xfrm>
        </p:grpSpPr>
        <p:pic>
          <p:nvPicPr>
            <p:cNvPr id="55" name="Picture 54"/>
            <p:cNvPicPr>
              <a:picLocks noChangeAspect="1"/>
            </p:cNvPicPr>
            <p:nvPr/>
          </p:nvPicPr>
          <p:blipFill rotWithShape="1">
            <a:blip r:embed="rId101" cstate="print">
              <a:extLst>
                <a:ext uri="{28A0092B-C50C-407E-A947-70E740481C1C}">
                  <a14:useLocalDpi xmlns:a14="http://schemas.microsoft.com/office/drawing/2010/main" val="0"/>
                </a:ext>
              </a:extLst>
            </a:blip>
            <a:srcRect r="50114"/>
            <a:stretch/>
          </p:blipFill>
          <p:spPr>
            <a:xfrm>
              <a:off x="9328220" y="3533557"/>
              <a:ext cx="372206" cy="571241"/>
            </a:xfrm>
            <a:prstGeom prst="rect">
              <a:avLst/>
            </a:prstGeom>
          </p:spPr>
        </p:pic>
        <p:sp>
          <p:nvSpPr>
            <p:cNvPr id="56" name="TextBox 112"/>
            <p:cNvSpPr txBox="1"/>
            <p:nvPr/>
          </p:nvSpPr>
          <p:spPr>
            <a:xfrm>
              <a:off x="8986224" y="4196929"/>
              <a:ext cx="2367917" cy="166200"/>
            </a:xfrm>
            <a:prstGeom prst="rect">
              <a:avLst/>
            </a:prstGeom>
            <a:noFill/>
            <a:ln>
              <a:noFill/>
              <a:headEnd type="none" w="med" len="med"/>
              <a:tailEnd type="none" w="med" len="med"/>
            </a:ln>
          </p:spPr>
          <p:txBody>
            <a:bodyPr wrap="square" lIns="0" tIns="0" rIns="0" bIns="0" rtlCol="0">
              <a:spAutoFit/>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algn="ctr" defTabSz="699448" fontAlgn="auto">
                <a:lnSpc>
                  <a:spcPct val="90000"/>
                </a:lnSpc>
                <a:spcBef>
                  <a:spcPts val="0"/>
                </a:spcBef>
                <a:spcAft>
                  <a:spcPts val="0"/>
                </a:spcAft>
                <a:defRPr/>
              </a:pPr>
              <a:r>
                <a:rPr lang="en-US" sz="900" spc="-29" dirty="0">
                  <a:gradFill>
                    <a:gsLst>
                      <a:gs pos="0">
                        <a:srgbClr val="505050"/>
                      </a:gs>
                      <a:gs pos="100000">
                        <a:srgbClr val="505050"/>
                      </a:gs>
                    </a:gsLst>
                    <a:lin ang="5400000" scaled="1"/>
                  </a:gradFill>
                  <a:latin typeface="Segoe UI"/>
                  <a:ea typeface="Segoe UI" pitchFamily="34" charset="0"/>
                  <a:cs typeface="Segoe UI" pitchFamily="34" charset="0"/>
                </a:rPr>
                <a:t>Bike ride stats and protection</a:t>
              </a:r>
            </a:p>
          </p:txBody>
        </p:sp>
        <p:pic>
          <p:nvPicPr>
            <p:cNvPr id="57" name="Picture 56"/>
            <p:cNvPicPr>
              <a:picLocks noChangeAspect="1"/>
            </p:cNvPicPr>
            <p:nvPr/>
          </p:nvPicPr>
          <p:blipFill rotWithShape="1">
            <a:blip r:embed="rId102" cstate="print">
              <a:extLst>
                <a:ext uri="{28A0092B-C50C-407E-A947-70E740481C1C}">
                  <a14:useLocalDpi xmlns:a14="http://schemas.microsoft.com/office/drawing/2010/main" val="0"/>
                </a:ext>
              </a:extLst>
            </a:blip>
            <a:srcRect t="5522"/>
            <a:stretch/>
          </p:blipFill>
          <p:spPr>
            <a:xfrm>
              <a:off x="9599463" y="3578137"/>
              <a:ext cx="774958" cy="471913"/>
            </a:xfrm>
            <a:prstGeom prst="rect">
              <a:avLst/>
            </a:prstGeom>
          </p:spPr>
        </p:pic>
        <p:pic>
          <p:nvPicPr>
            <p:cNvPr id="58" name="Picture 57" descr="http://www.hopetv.org/wp-content/uploads/2013/03/roku.jpg"/>
            <p:cNvPicPr>
              <a:picLocks noChangeAspect="1" noChangeArrowheads="1"/>
            </p:cNvPicPr>
            <p:nvPr/>
          </p:nvPicPr>
          <p:blipFill>
            <a:blip r:embed="rId103" cstate="print">
              <a:extLst>
                <a:ext uri="{28A0092B-C50C-407E-A947-70E740481C1C}">
                  <a14:useLocalDpi xmlns:a14="http://schemas.microsoft.com/office/drawing/2010/main" val="0"/>
                </a:ext>
              </a:extLst>
            </a:blip>
            <a:srcRect/>
            <a:stretch>
              <a:fillRect/>
            </a:stretch>
          </p:blipFill>
          <p:spPr bwMode="auto">
            <a:xfrm>
              <a:off x="10360392" y="3867756"/>
              <a:ext cx="404506" cy="223828"/>
            </a:xfrm>
            <a:prstGeom prst="rect">
              <a:avLst/>
            </a:prstGeom>
            <a:noFill/>
            <a:extLst>
              <a:ext uri="{909E8E84-426E-40DD-AFC4-6F175D3DCCD1}">
                <a14:hiddenFill xmlns:a14="http://schemas.microsoft.com/office/drawing/2010/main">
                  <a:solidFill>
                    <a:srgbClr val="FFFFFF"/>
                  </a:solidFill>
                </a14:hiddenFill>
              </a:ext>
            </a:extLst>
          </p:spPr>
        </p:pic>
        <p:pic>
          <p:nvPicPr>
            <p:cNvPr id="59" name="Picture 58"/>
            <p:cNvPicPr>
              <a:picLocks noChangeAspect="1"/>
            </p:cNvPicPr>
            <p:nvPr/>
          </p:nvPicPr>
          <p:blipFill>
            <a:blip r:embed="rId104"/>
            <a:stretch>
              <a:fillRect/>
            </a:stretch>
          </p:blipFill>
          <p:spPr>
            <a:xfrm>
              <a:off x="10368340" y="3526302"/>
              <a:ext cx="382952" cy="290058"/>
            </a:xfrm>
            <a:prstGeom prst="rect">
              <a:avLst/>
            </a:prstGeom>
          </p:spPr>
        </p:pic>
      </p:grpSp>
      <p:grpSp>
        <p:nvGrpSpPr>
          <p:cNvPr id="31" name="Group 30"/>
          <p:cNvGrpSpPr/>
          <p:nvPr/>
        </p:nvGrpSpPr>
        <p:grpSpPr>
          <a:xfrm>
            <a:off x="7291687" y="4114315"/>
            <a:ext cx="1599038" cy="634406"/>
            <a:chOff x="9760366" y="4441211"/>
            <a:chExt cx="2132050" cy="845875"/>
          </a:xfrm>
        </p:grpSpPr>
        <p:pic>
          <p:nvPicPr>
            <p:cNvPr id="50" name="Picture 49" descr="http://static.trustedreviews.com/94/0000235e9/283d/sonosfamily.jpg"/>
            <p:cNvPicPr>
              <a:picLocks noChangeAspect="1" noChangeArrowheads="1"/>
            </p:cNvPicPr>
            <p:nvPr/>
          </p:nvPicPr>
          <p:blipFill>
            <a:blip r:embed="rId105" cstate="print">
              <a:extLst>
                <a:ext uri="{28A0092B-C50C-407E-A947-70E740481C1C}">
                  <a14:useLocalDpi xmlns:a14="http://schemas.microsoft.com/office/drawing/2010/main" val="0"/>
                </a:ext>
              </a:extLst>
            </a:blip>
            <a:srcRect/>
            <a:stretch>
              <a:fillRect/>
            </a:stretch>
          </p:blipFill>
          <p:spPr bwMode="auto">
            <a:xfrm>
              <a:off x="9802802" y="4441211"/>
              <a:ext cx="1184138" cy="663118"/>
            </a:xfrm>
            <a:prstGeom prst="rect">
              <a:avLst/>
            </a:prstGeom>
            <a:noFill/>
            <a:extLst>
              <a:ext uri="{909E8E84-426E-40DD-AFC4-6F175D3DCCD1}">
                <a14:hiddenFill xmlns:a14="http://schemas.microsoft.com/office/drawing/2010/main">
                  <a:solidFill>
                    <a:srgbClr val="FFFFFF"/>
                  </a:solidFill>
                </a14:hiddenFill>
              </a:ext>
            </a:extLst>
          </p:spPr>
        </p:pic>
        <p:pic>
          <p:nvPicPr>
            <p:cNvPr id="51" name="Picture 50" descr="http://createdigitalmotion.com/files/2013/06/kinectone.jpg"/>
            <p:cNvPicPr>
              <a:picLocks noChangeAspect="1" noChangeArrowheads="1"/>
            </p:cNvPicPr>
            <p:nvPr/>
          </p:nvPicPr>
          <p:blipFill>
            <a:blip r:embed="rId106" cstate="print">
              <a:extLst>
                <a:ext uri="{28A0092B-C50C-407E-A947-70E740481C1C}">
                  <a14:useLocalDpi xmlns:a14="http://schemas.microsoft.com/office/drawing/2010/main" val="0"/>
                </a:ext>
              </a:extLst>
            </a:blip>
            <a:srcRect/>
            <a:stretch>
              <a:fillRect/>
            </a:stretch>
          </p:blipFill>
          <p:spPr bwMode="auto">
            <a:xfrm>
              <a:off x="10885054" y="4495379"/>
              <a:ext cx="648510" cy="364786"/>
            </a:xfrm>
            <a:prstGeom prst="rect">
              <a:avLst/>
            </a:prstGeom>
            <a:noFill/>
            <a:extLst>
              <a:ext uri="{909E8E84-426E-40DD-AFC4-6F175D3DCCD1}">
                <a14:hiddenFill xmlns:a14="http://schemas.microsoft.com/office/drawing/2010/main">
                  <a:solidFill>
                    <a:srgbClr val="FFFFFF"/>
                  </a:solidFill>
                </a14:hiddenFill>
              </a:ext>
            </a:extLst>
          </p:spPr>
        </p:pic>
        <p:sp>
          <p:nvSpPr>
            <p:cNvPr id="52" name="TextBox 159"/>
            <p:cNvSpPr txBox="1"/>
            <p:nvPr/>
          </p:nvSpPr>
          <p:spPr>
            <a:xfrm>
              <a:off x="9760366" y="5120886"/>
              <a:ext cx="2037955" cy="166200"/>
            </a:xfrm>
            <a:prstGeom prst="rect">
              <a:avLst/>
            </a:prstGeom>
            <a:noFill/>
            <a:ln>
              <a:noFill/>
              <a:headEnd type="none" w="med" len="med"/>
              <a:tailEnd type="none" w="med" len="med"/>
            </a:ln>
          </p:spPr>
          <p:txBody>
            <a:bodyPr wrap="square" lIns="0" tIns="0" rIns="0" bIns="0" rtlCol="0">
              <a:spAutoFit/>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algn="ctr" defTabSz="699448" fontAlgn="auto">
                <a:lnSpc>
                  <a:spcPct val="90000"/>
                </a:lnSpc>
                <a:spcBef>
                  <a:spcPts val="0"/>
                </a:spcBef>
                <a:spcAft>
                  <a:spcPts val="0"/>
                </a:spcAft>
                <a:defRPr/>
              </a:pPr>
              <a:r>
                <a:rPr lang="en-US" sz="900" spc="-29" dirty="0">
                  <a:gradFill>
                    <a:gsLst>
                      <a:gs pos="0">
                        <a:srgbClr val="505050"/>
                      </a:gs>
                      <a:gs pos="100000">
                        <a:srgbClr val="505050"/>
                      </a:gs>
                    </a:gsLst>
                    <a:lin ang="5400000" scaled="1"/>
                  </a:gradFill>
                  <a:latin typeface="Segoe UI"/>
                  <a:ea typeface="Segoe UI" pitchFamily="34" charset="0"/>
                  <a:cs typeface="Segoe UI" pitchFamily="34" charset="0"/>
                </a:rPr>
                <a:t>Entertainment systems</a:t>
              </a:r>
            </a:p>
          </p:txBody>
        </p:sp>
        <p:pic>
          <p:nvPicPr>
            <p:cNvPr id="53" name="Picture 52" descr="http://cdn2-b.examiner.com/sites/default/files/styles/image_content_width/hash/ee/0b/ee0beb7ee25836dbd6827ba41877e85f.png?itok=nKMkm0Ch"/>
            <p:cNvPicPr>
              <a:picLocks noChangeAspect="1" noChangeArrowheads="1"/>
            </p:cNvPicPr>
            <p:nvPr/>
          </p:nvPicPr>
          <p:blipFill rotWithShape="1">
            <a:blip r:embed="rId107" cstate="print">
              <a:extLst>
                <a:ext uri="{28A0092B-C50C-407E-A947-70E740481C1C}">
                  <a14:useLocalDpi xmlns:a14="http://schemas.microsoft.com/office/drawing/2010/main" val="0"/>
                </a:ext>
              </a:extLst>
            </a:blip>
            <a:srcRect l="13130" t="36283" r="13903" b="41881"/>
            <a:stretch/>
          </p:blipFill>
          <p:spPr bwMode="auto">
            <a:xfrm>
              <a:off x="11115760" y="4908053"/>
              <a:ext cx="776656" cy="169829"/>
            </a:xfrm>
            <a:prstGeom prst="rect">
              <a:avLst/>
            </a:prstGeom>
            <a:noFill/>
            <a:extLst>
              <a:ext uri="{909E8E84-426E-40DD-AFC4-6F175D3DCCD1}">
                <a14:hiddenFill xmlns:a14="http://schemas.microsoft.com/office/drawing/2010/main">
                  <a:solidFill>
                    <a:srgbClr val="FFFFFF"/>
                  </a:solidFill>
                </a14:hiddenFill>
              </a:ext>
            </a:extLst>
          </p:spPr>
        </p:pic>
        <p:pic>
          <p:nvPicPr>
            <p:cNvPr id="54" name="Picture 53" descr="http://media.edge-online.com/wp-content/uploads/edgeonline/2013/05/Xbox-One-pad-1.jpg"/>
            <p:cNvPicPr>
              <a:picLocks noChangeAspect="1" noChangeArrowheads="1"/>
            </p:cNvPicPr>
            <p:nvPr/>
          </p:nvPicPr>
          <p:blipFill rotWithShape="1">
            <a:blip r:embed="rId108" cstate="print">
              <a:extLst>
                <a:ext uri="{28A0092B-C50C-407E-A947-70E740481C1C}">
                  <a14:useLocalDpi xmlns:a14="http://schemas.microsoft.com/office/drawing/2010/main" val="0"/>
                </a:ext>
              </a:extLst>
            </a:blip>
            <a:srcRect l="17335" t="1907" r="16097"/>
            <a:stretch/>
          </p:blipFill>
          <p:spPr bwMode="auto">
            <a:xfrm>
              <a:off x="11563165" y="4520517"/>
              <a:ext cx="329251" cy="272911"/>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32" name="Group 31"/>
          <p:cNvGrpSpPr/>
          <p:nvPr/>
        </p:nvGrpSpPr>
        <p:grpSpPr>
          <a:xfrm>
            <a:off x="4931209" y="2616789"/>
            <a:ext cx="749772" cy="680762"/>
            <a:chOff x="6987973" y="3537607"/>
            <a:chExt cx="999696" cy="907682"/>
          </a:xfrm>
        </p:grpSpPr>
        <p:sp>
          <p:nvSpPr>
            <p:cNvPr id="47" name="TextBox 157"/>
            <p:cNvSpPr txBox="1"/>
            <p:nvPr/>
          </p:nvSpPr>
          <p:spPr>
            <a:xfrm>
              <a:off x="7117272" y="4112891"/>
              <a:ext cx="813340" cy="332398"/>
            </a:xfrm>
            <a:prstGeom prst="rect">
              <a:avLst/>
            </a:prstGeom>
            <a:noFill/>
            <a:ln>
              <a:noFill/>
              <a:headEnd type="none" w="med" len="med"/>
              <a:tailEnd type="none" w="med" len="med"/>
            </a:ln>
          </p:spPr>
          <p:txBody>
            <a:bodyPr wrap="square" lIns="0" tIns="0" rIns="0" bIns="0" rtlCol="0">
              <a:spAutoFit/>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algn="ctr" defTabSz="699448" fontAlgn="auto">
                <a:lnSpc>
                  <a:spcPct val="90000"/>
                </a:lnSpc>
                <a:spcBef>
                  <a:spcPts val="0"/>
                </a:spcBef>
                <a:spcAft>
                  <a:spcPts val="0"/>
                </a:spcAft>
                <a:defRPr/>
              </a:pPr>
              <a:r>
                <a:rPr lang="en-US" sz="900" spc="-29" dirty="0">
                  <a:gradFill>
                    <a:gsLst>
                      <a:gs pos="0">
                        <a:srgbClr val="505050"/>
                      </a:gs>
                      <a:gs pos="100000">
                        <a:srgbClr val="505050"/>
                      </a:gs>
                    </a:gsLst>
                    <a:lin ang="5400000" scaled="1"/>
                  </a:gradFill>
                  <a:latin typeface="Segoe UI"/>
                  <a:ea typeface="Segoe UI" pitchFamily="34" charset="0"/>
                  <a:cs typeface="Segoe UI" pitchFamily="34" charset="0"/>
                </a:rPr>
                <a:t>Office equipment</a:t>
              </a:r>
            </a:p>
          </p:txBody>
        </p:sp>
        <p:pic>
          <p:nvPicPr>
            <p:cNvPr id="48" name="Picture 47" descr="http://tabletmonkeys.com/images/2014/05/Microsoft-Surface-Pro-3.jpg"/>
            <p:cNvPicPr>
              <a:picLocks noChangeAspect="1" noChangeArrowheads="1"/>
            </p:cNvPicPr>
            <p:nvPr/>
          </p:nvPicPr>
          <p:blipFill>
            <a:blip r:embed="rId109" cstate="print">
              <a:extLst>
                <a:ext uri="{28A0092B-C50C-407E-A947-70E740481C1C}">
                  <a14:useLocalDpi xmlns:a14="http://schemas.microsoft.com/office/drawing/2010/main" val="0"/>
                </a:ext>
              </a:extLst>
            </a:blip>
            <a:srcRect/>
            <a:stretch>
              <a:fillRect/>
            </a:stretch>
          </p:blipFill>
          <p:spPr bwMode="auto">
            <a:xfrm>
              <a:off x="6987973" y="3724909"/>
              <a:ext cx="514947" cy="361105"/>
            </a:xfrm>
            <a:prstGeom prst="rect">
              <a:avLst/>
            </a:prstGeom>
            <a:noFill/>
            <a:extLst>
              <a:ext uri="{909E8E84-426E-40DD-AFC4-6F175D3DCCD1}">
                <a14:hiddenFill xmlns:a14="http://schemas.microsoft.com/office/drawing/2010/main">
                  <a:solidFill>
                    <a:srgbClr val="FFFFFF"/>
                  </a:solidFill>
                </a14:hiddenFill>
              </a:ext>
            </a:extLst>
          </p:spPr>
        </p:pic>
        <p:pic>
          <p:nvPicPr>
            <p:cNvPr id="49" name="Picture 48" descr="http://www.mfpdirect.co.uk/communities/5/004/006/272/915/images/4535223834_451x384.jpg"/>
            <p:cNvPicPr>
              <a:picLocks noChangeAspect="1" noChangeArrowheads="1"/>
            </p:cNvPicPr>
            <p:nvPr/>
          </p:nvPicPr>
          <p:blipFill rotWithShape="1">
            <a:blip r:embed="rId110" cstate="print">
              <a:extLst>
                <a:ext uri="{28A0092B-C50C-407E-A947-70E740481C1C}">
                  <a14:useLocalDpi xmlns:a14="http://schemas.microsoft.com/office/drawing/2010/main" val="0"/>
                </a:ext>
              </a:extLst>
            </a:blip>
            <a:srcRect l="23107" r="17971"/>
            <a:stretch/>
          </p:blipFill>
          <p:spPr bwMode="auto">
            <a:xfrm>
              <a:off x="7595795" y="3537607"/>
              <a:ext cx="391874" cy="566267"/>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33" name="Group 32"/>
          <p:cNvGrpSpPr/>
          <p:nvPr/>
        </p:nvGrpSpPr>
        <p:grpSpPr>
          <a:xfrm>
            <a:off x="444125" y="2262539"/>
            <a:ext cx="394097" cy="360759"/>
            <a:chOff x="673893" y="3298825"/>
            <a:chExt cx="525463" cy="481012"/>
          </a:xfrm>
        </p:grpSpPr>
        <p:sp>
          <p:nvSpPr>
            <p:cNvPr id="44" name="Freeform 43"/>
            <p:cNvSpPr>
              <a:spLocks/>
            </p:cNvSpPr>
            <p:nvPr/>
          </p:nvSpPr>
          <p:spPr bwMode="auto">
            <a:xfrm>
              <a:off x="673893" y="3298825"/>
              <a:ext cx="525463" cy="244475"/>
            </a:xfrm>
            <a:custGeom>
              <a:avLst/>
              <a:gdLst>
                <a:gd name="T0" fmla="*/ 215 w 217"/>
                <a:gd name="T1" fmla="*/ 74 h 101"/>
                <a:gd name="T2" fmla="*/ 110 w 217"/>
                <a:gd name="T3" fmla="*/ 0 h 101"/>
                <a:gd name="T4" fmla="*/ 106 w 217"/>
                <a:gd name="T5" fmla="*/ 0 h 101"/>
                <a:gd name="T6" fmla="*/ 1 w 217"/>
                <a:gd name="T7" fmla="*/ 74 h 101"/>
                <a:gd name="T8" fmla="*/ 0 w 217"/>
                <a:gd name="T9" fmla="*/ 76 h 101"/>
                <a:gd name="T10" fmla="*/ 0 w 217"/>
                <a:gd name="T11" fmla="*/ 79 h 101"/>
                <a:gd name="T12" fmla="*/ 15 w 217"/>
                <a:gd name="T13" fmla="*/ 99 h 101"/>
                <a:gd name="T14" fmla="*/ 17 w 217"/>
                <a:gd name="T15" fmla="*/ 100 h 101"/>
                <a:gd name="T16" fmla="*/ 19 w 217"/>
                <a:gd name="T17" fmla="*/ 100 h 101"/>
                <a:gd name="T18" fmla="*/ 108 w 217"/>
                <a:gd name="T19" fmla="*/ 37 h 101"/>
                <a:gd name="T20" fmla="*/ 197 w 217"/>
                <a:gd name="T21" fmla="*/ 100 h 101"/>
                <a:gd name="T22" fmla="*/ 202 w 217"/>
                <a:gd name="T23" fmla="*/ 99 h 101"/>
                <a:gd name="T24" fmla="*/ 216 w 217"/>
                <a:gd name="T25" fmla="*/ 79 h 101"/>
                <a:gd name="T26" fmla="*/ 216 w 217"/>
                <a:gd name="T27" fmla="*/ 76 h 101"/>
                <a:gd name="T28" fmla="*/ 215 w 217"/>
                <a:gd name="T29" fmla="*/ 74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17" h="101">
                  <a:moveTo>
                    <a:pt x="215" y="74"/>
                  </a:moveTo>
                  <a:cubicBezTo>
                    <a:pt x="110" y="0"/>
                    <a:pt x="110" y="0"/>
                    <a:pt x="110" y="0"/>
                  </a:cubicBezTo>
                  <a:cubicBezTo>
                    <a:pt x="109" y="0"/>
                    <a:pt x="107" y="0"/>
                    <a:pt x="106" y="0"/>
                  </a:cubicBezTo>
                  <a:cubicBezTo>
                    <a:pt x="1" y="74"/>
                    <a:pt x="1" y="74"/>
                    <a:pt x="1" y="74"/>
                  </a:cubicBezTo>
                  <a:cubicBezTo>
                    <a:pt x="0" y="75"/>
                    <a:pt x="0" y="75"/>
                    <a:pt x="0" y="76"/>
                  </a:cubicBezTo>
                  <a:cubicBezTo>
                    <a:pt x="0" y="77"/>
                    <a:pt x="0" y="78"/>
                    <a:pt x="0" y="79"/>
                  </a:cubicBezTo>
                  <a:cubicBezTo>
                    <a:pt x="15" y="99"/>
                    <a:pt x="15" y="99"/>
                    <a:pt x="15" y="99"/>
                  </a:cubicBezTo>
                  <a:cubicBezTo>
                    <a:pt x="15" y="100"/>
                    <a:pt x="16" y="100"/>
                    <a:pt x="17" y="100"/>
                  </a:cubicBezTo>
                  <a:cubicBezTo>
                    <a:pt x="18" y="100"/>
                    <a:pt x="19" y="100"/>
                    <a:pt x="19" y="100"/>
                  </a:cubicBezTo>
                  <a:cubicBezTo>
                    <a:pt x="108" y="37"/>
                    <a:pt x="108" y="37"/>
                    <a:pt x="108" y="37"/>
                  </a:cubicBezTo>
                  <a:cubicBezTo>
                    <a:pt x="197" y="100"/>
                    <a:pt x="197" y="100"/>
                    <a:pt x="197" y="100"/>
                  </a:cubicBezTo>
                  <a:cubicBezTo>
                    <a:pt x="199" y="101"/>
                    <a:pt x="201" y="100"/>
                    <a:pt x="202" y="99"/>
                  </a:cubicBezTo>
                  <a:cubicBezTo>
                    <a:pt x="216" y="79"/>
                    <a:pt x="216" y="79"/>
                    <a:pt x="216" y="79"/>
                  </a:cubicBezTo>
                  <a:cubicBezTo>
                    <a:pt x="216" y="78"/>
                    <a:pt x="217" y="77"/>
                    <a:pt x="216" y="76"/>
                  </a:cubicBezTo>
                  <a:cubicBezTo>
                    <a:pt x="216" y="75"/>
                    <a:pt x="216" y="75"/>
                    <a:pt x="215" y="74"/>
                  </a:cubicBezTo>
                  <a:close/>
                </a:path>
              </a:pathLst>
            </a:custGeom>
            <a:solidFill>
              <a:srgbClr val="50505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defTabSz="699557" fontAlgn="auto">
                <a:spcBef>
                  <a:spcPts val="0"/>
                </a:spcBef>
                <a:spcAft>
                  <a:spcPts val="0"/>
                </a:spcAft>
                <a:defRPr/>
              </a:pPr>
              <a:endParaRPr lang="en-US" sz="1350" dirty="0">
                <a:solidFill>
                  <a:srgbClr val="505050"/>
                </a:solidFill>
                <a:latin typeface="Segoe UI"/>
              </a:endParaRPr>
            </a:p>
          </p:txBody>
        </p:sp>
        <p:sp>
          <p:nvSpPr>
            <p:cNvPr id="45" name="Freeform 44"/>
            <p:cNvSpPr>
              <a:spLocks/>
            </p:cNvSpPr>
            <p:nvPr/>
          </p:nvSpPr>
          <p:spPr bwMode="auto">
            <a:xfrm>
              <a:off x="734218" y="3422650"/>
              <a:ext cx="400050" cy="357187"/>
            </a:xfrm>
            <a:custGeom>
              <a:avLst/>
              <a:gdLst>
                <a:gd name="T0" fmla="*/ 164 w 165"/>
                <a:gd name="T1" fmla="*/ 56 h 147"/>
                <a:gd name="T2" fmla="*/ 85 w 165"/>
                <a:gd name="T3" fmla="*/ 0 h 147"/>
                <a:gd name="T4" fmla="*/ 81 w 165"/>
                <a:gd name="T5" fmla="*/ 0 h 147"/>
                <a:gd name="T6" fmla="*/ 2 w 165"/>
                <a:gd name="T7" fmla="*/ 56 h 147"/>
                <a:gd name="T8" fmla="*/ 0 w 165"/>
                <a:gd name="T9" fmla="*/ 59 h 147"/>
                <a:gd name="T10" fmla="*/ 0 w 165"/>
                <a:gd name="T11" fmla="*/ 144 h 147"/>
                <a:gd name="T12" fmla="*/ 4 w 165"/>
                <a:gd name="T13" fmla="*/ 147 h 147"/>
                <a:gd name="T14" fmla="*/ 59 w 165"/>
                <a:gd name="T15" fmla="*/ 147 h 147"/>
                <a:gd name="T16" fmla="*/ 62 w 165"/>
                <a:gd name="T17" fmla="*/ 144 h 147"/>
                <a:gd name="T18" fmla="*/ 62 w 165"/>
                <a:gd name="T19" fmla="*/ 70 h 147"/>
                <a:gd name="T20" fmla="*/ 104 w 165"/>
                <a:gd name="T21" fmla="*/ 70 h 147"/>
                <a:gd name="T22" fmla="*/ 104 w 165"/>
                <a:gd name="T23" fmla="*/ 144 h 147"/>
                <a:gd name="T24" fmla="*/ 107 w 165"/>
                <a:gd name="T25" fmla="*/ 147 h 147"/>
                <a:gd name="T26" fmla="*/ 162 w 165"/>
                <a:gd name="T27" fmla="*/ 147 h 147"/>
                <a:gd name="T28" fmla="*/ 165 w 165"/>
                <a:gd name="T29" fmla="*/ 144 h 147"/>
                <a:gd name="T30" fmla="*/ 165 w 165"/>
                <a:gd name="T31" fmla="*/ 58 h 147"/>
                <a:gd name="T32" fmla="*/ 164 w 165"/>
                <a:gd name="T33" fmla="*/ 56 h 1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65" h="147">
                  <a:moveTo>
                    <a:pt x="164" y="56"/>
                  </a:moveTo>
                  <a:cubicBezTo>
                    <a:pt x="85" y="0"/>
                    <a:pt x="85" y="0"/>
                    <a:pt x="85" y="0"/>
                  </a:cubicBezTo>
                  <a:cubicBezTo>
                    <a:pt x="84" y="0"/>
                    <a:pt x="82" y="0"/>
                    <a:pt x="81" y="0"/>
                  </a:cubicBezTo>
                  <a:cubicBezTo>
                    <a:pt x="2" y="56"/>
                    <a:pt x="2" y="56"/>
                    <a:pt x="2" y="56"/>
                  </a:cubicBezTo>
                  <a:cubicBezTo>
                    <a:pt x="1" y="57"/>
                    <a:pt x="0" y="58"/>
                    <a:pt x="0" y="59"/>
                  </a:cubicBezTo>
                  <a:cubicBezTo>
                    <a:pt x="0" y="144"/>
                    <a:pt x="0" y="144"/>
                    <a:pt x="0" y="144"/>
                  </a:cubicBezTo>
                  <a:cubicBezTo>
                    <a:pt x="0" y="146"/>
                    <a:pt x="2" y="147"/>
                    <a:pt x="4" y="147"/>
                  </a:cubicBezTo>
                  <a:cubicBezTo>
                    <a:pt x="59" y="147"/>
                    <a:pt x="59" y="147"/>
                    <a:pt x="59" y="147"/>
                  </a:cubicBezTo>
                  <a:cubicBezTo>
                    <a:pt x="61" y="147"/>
                    <a:pt x="62" y="146"/>
                    <a:pt x="62" y="144"/>
                  </a:cubicBezTo>
                  <a:cubicBezTo>
                    <a:pt x="62" y="70"/>
                    <a:pt x="62" y="70"/>
                    <a:pt x="62" y="70"/>
                  </a:cubicBezTo>
                  <a:cubicBezTo>
                    <a:pt x="104" y="70"/>
                    <a:pt x="104" y="70"/>
                    <a:pt x="104" y="70"/>
                  </a:cubicBezTo>
                  <a:cubicBezTo>
                    <a:pt x="104" y="144"/>
                    <a:pt x="104" y="144"/>
                    <a:pt x="104" y="144"/>
                  </a:cubicBezTo>
                  <a:cubicBezTo>
                    <a:pt x="104" y="146"/>
                    <a:pt x="105" y="147"/>
                    <a:pt x="107" y="147"/>
                  </a:cubicBezTo>
                  <a:cubicBezTo>
                    <a:pt x="162" y="147"/>
                    <a:pt x="162" y="147"/>
                    <a:pt x="162" y="147"/>
                  </a:cubicBezTo>
                  <a:cubicBezTo>
                    <a:pt x="164" y="147"/>
                    <a:pt x="165" y="146"/>
                    <a:pt x="165" y="144"/>
                  </a:cubicBezTo>
                  <a:cubicBezTo>
                    <a:pt x="165" y="58"/>
                    <a:pt x="165" y="58"/>
                    <a:pt x="165" y="58"/>
                  </a:cubicBezTo>
                  <a:cubicBezTo>
                    <a:pt x="165" y="57"/>
                    <a:pt x="165" y="56"/>
                    <a:pt x="164" y="56"/>
                  </a:cubicBezTo>
                  <a:close/>
                </a:path>
              </a:pathLst>
            </a:custGeom>
            <a:solidFill>
              <a:srgbClr val="50505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defTabSz="699557" fontAlgn="auto">
                <a:spcBef>
                  <a:spcPts val="0"/>
                </a:spcBef>
                <a:spcAft>
                  <a:spcPts val="0"/>
                </a:spcAft>
                <a:defRPr/>
              </a:pPr>
              <a:endParaRPr lang="en-US" sz="1350" dirty="0">
                <a:solidFill>
                  <a:srgbClr val="505050"/>
                </a:solidFill>
                <a:latin typeface="Segoe UI"/>
              </a:endParaRPr>
            </a:p>
          </p:txBody>
        </p:sp>
        <p:sp>
          <p:nvSpPr>
            <p:cNvPr id="46" name="Freeform 45"/>
            <p:cNvSpPr>
              <a:spLocks/>
            </p:cNvSpPr>
            <p:nvPr/>
          </p:nvSpPr>
          <p:spPr bwMode="auto">
            <a:xfrm>
              <a:off x="1058068" y="3298825"/>
              <a:ext cx="76200" cy="104775"/>
            </a:xfrm>
            <a:custGeom>
              <a:avLst/>
              <a:gdLst>
                <a:gd name="T0" fmla="*/ 1 w 31"/>
                <a:gd name="T1" fmla="*/ 25 h 43"/>
                <a:gd name="T2" fmla="*/ 26 w 31"/>
                <a:gd name="T3" fmla="*/ 42 h 43"/>
                <a:gd name="T4" fmla="*/ 28 w 31"/>
                <a:gd name="T5" fmla="*/ 43 h 43"/>
                <a:gd name="T6" fmla="*/ 29 w 31"/>
                <a:gd name="T7" fmla="*/ 42 h 43"/>
                <a:gd name="T8" fmla="*/ 31 w 31"/>
                <a:gd name="T9" fmla="*/ 39 h 43"/>
                <a:gd name="T10" fmla="*/ 31 w 31"/>
                <a:gd name="T11" fmla="*/ 3 h 43"/>
                <a:gd name="T12" fmla="*/ 28 w 31"/>
                <a:gd name="T13" fmla="*/ 0 h 43"/>
                <a:gd name="T14" fmla="*/ 3 w 31"/>
                <a:gd name="T15" fmla="*/ 0 h 43"/>
                <a:gd name="T16" fmla="*/ 0 w 31"/>
                <a:gd name="T17" fmla="*/ 3 h 43"/>
                <a:gd name="T18" fmla="*/ 0 w 31"/>
                <a:gd name="T19" fmla="*/ 22 h 43"/>
                <a:gd name="T20" fmla="*/ 1 w 31"/>
                <a:gd name="T21" fmla="*/ 25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1" h="43">
                  <a:moveTo>
                    <a:pt x="1" y="25"/>
                  </a:moveTo>
                  <a:cubicBezTo>
                    <a:pt x="26" y="42"/>
                    <a:pt x="26" y="42"/>
                    <a:pt x="26" y="42"/>
                  </a:cubicBezTo>
                  <a:cubicBezTo>
                    <a:pt x="27" y="42"/>
                    <a:pt x="27" y="43"/>
                    <a:pt x="28" y="43"/>
                  </a:cubicBezTo>
                  <a:cubicBezTo>
                    <a:pt x="28" y="43"/>
                    <a:pt x="29" y="42"/>
                    <a:pt x="29" y="42"/>
                  </a:cubicBezTo>
                  <a:cubicBezTo>
                    <a:pt x="30" y="42"/>
                    <a:pt x="31" y="40"/>
                    <a:pt x="31" y="39"/>
                  </a:cubicBezTo>
                  <a:cubicBezTo>
                    <a:pt x="31" y="3"/>
                    <a:pt x="31" y="3"/>
                    <a:pt x="31" y="3"/>
                  </a:cubicBezTo>
                  <a:cubicBezTo>
                    <a:pt x="31" y="1"/>
                    <a:pt x="30" y="0"/>
                    <a:pt x="28" y="0"/>
                  </a:cubicBezTo>
                  <a:cubicBezTo>
                    <a:pt x="3" y="0"/>
                    <a:pt x="3" y="0"/>
                    <a:pt x="3" y="0"/>
                  </a:cubicBezTo>
                  <a:cubicBezTo>
                    <a:pt x="1" y="0"/>
                    <a:pt x="0" y="1"/>
                    <a:pt x="0" y="3"/>
                  </a:cubicBezTo>
                  <a:cubicBezTo>
                    <a:pt x="0" y="22"/>
                    <a:pt x="0" y="22"/>
                    <a:pt x="0" y="22"/>
                  </a:cubicBezTo>
                  <a:cubicBezTo>
                    <a:pt x="0" y="23"/>
                    <a:pt x="0" y="24"/>
                    <a:pt x="1" y="25"/>
                  </a:cubicBezTo>
                  <a:close/>
                </a:path>
              </a:pathLst>
            </a:custGeom>
            <a:solidFill>
              <a:srgbClr val="50505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defTabSz="699557" fontAlgn="auto">
                <a:spcBef>
                  <a:spcPts val="0"/>
                </a:spcBef>
                <a:spcAft>
                  <a:spcPts val="0"/>
                </a:spcAft>
                <a:defRPr/>
              </a:pPr>
              <a:endParaRPr lang="en-US" sz="1350" dirty="0">
                <a:solidFill>
                  <a:srgbClr val="505050"/>
                </a:solidFill>
                <a:latin typeface="Segoe UI"/>
              </a:endParaRPr>
            </a:p>
          </p:txBody>
        </p:sp>
      </p:grpSp>
      <p:grpSp>
        <p:nvGrpSpPr>
          <p:cNvPr id="34" name="Group 33"/>
          <p:cNvGrpSpPr/>
          <p:nvPr/>
        </p:nvGrpSpPr>
        <p:grpSpPr>
          <a:xfrm>
            <a:off x="8371294" y="2262539"/>
            <a:ext cx="394097" cy="360759"/>
            <a:chOff x="11237118" y="3298825"/>
            <a:chExt cx="525463" cy="481012"/>
          </a:xfrm>
        </p:grpSpPr>
        <p:sp>
          <p:nvSpPr>
            <p:cNvPr id="41" name="Freeform 40"/>
            <p:cNvSpPr>
              <a:spLocks/>
            </p:cNvSpPr>
            <p:nvPr/>
          </p:nvSpPr>
          <p:spPr bwMode="auto">
            <a:xfrm>
              <a:off x="11237118" y="3298825"/>
              <a:ext cx="525463" cy="244475"/>
            </a:xfrm>
            <a:custGeom>
              <a:avLst/>
              <a:gdLst>
                <a:gd name="T0" fmla="*/ 216 w 217"/>
                <a:gd name="T1" fmla="*/ 74 h 101"/>
                <a:gd name="T2" fmla="*/ 111 w 217"/>
                <a:gd name="T3" fmla="*/ 0 h 101"/>
                <a:gd name="T4" fmla="*/ 107 w 217"/>
                <a:gd name="T5" fmla="*/ 0 h 101"/>
                <a:gd name="T6" fmla="*/ 2 w 217"/>
                <a:gd name="T7" fmla="*/ 74 h 101"/>
                <a:gd name="T8" fmla="*/ 0 w 217"/>
                <a:gd name="T9" fmla="*/ 76 h 101"/>
                <a:gd name="T10" fmla="*/ 1 w 217"/>
                <a:gd name="T11" fmla="*/ 79 h 101"/>
                <a:gd name="T12" fmla="*/ 15 w 217"/>
                <a:gd name="T13" fmla="*/ 99 h 101"/>
                <a:gd name="T14" fmla="*/ 18 w 217"/>
                <a:gd name="T15" fmla="*/ 100 h 101"/>
                <a:gd name="T16" fmla="*/ 20 w 217"/>
                <a:gd name="T17" fmla="*/ 100 h 101"/>
                <a:gd name="T18" fmla="*/ 109 w 217"/>
                <a:gd name="T19" fmla="*/ 37 h 101"/>
                <a:gd name="T20" fmla="*/ 198 w 217"/>
                <a:gd name="T21" fmla="*/ 100 h 101"/>
                <a:gd name="T22" fmla="*/ 202 w 217"/>
                <a:gd name="T23" fmla="*/ 99 h 101"/>
                <a:gd name="T24" fmla="*/ 217 w 217"/>
                <a:gd name="T25" fmla="*/ 79 h 101"/>
                <a:gd name="T26" fmla="*/ 217 w 217"/>
                <a:gd name="T27" fmla="*/ 76 h 101"/>
                <a:gd name="T28" fmla="*/ 216 w 217"/>
                <a:gd name="T29" fmla="*/ 74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17" h="101">
                  <a:moveTo>
                    <a:pt x="216" y="74"/>
                  </a:moveTo>
                  <a:cubicBezTo>
                    <a:pt x="111" y="0"/>
                    <a:pt x="111" y="0"/>
                    <a:pt x="111" y="0"/>
                  </a:cubicBezTo>
                  <a:cubicBezTo>
                    <a:pt x="109" y="0"/>
                    <a:pt x="108" y="0"/>
                    <a:pt x="107" y="0"/>
                  </a:cubicBezTo>
                  <a:cubicBezTo>
                    <a:pt x="2" y="74"/>
                    <a:pt x="2" y="74"/>
                    <a:pt x="2" y="74"/>
                  </a:cubicBezTo>
                  <a:cubicBezTo>
                    <a:pt x="1" y="75"/>
                    <a:pt x="1" y="75"/>
                    <a:pt x="0" y="76"/>
                  </a:cubicBezTo>
                  <a:cubicBezTo>
                    <a:pt x="0" y="77"/>
                    <a:pt x="0" y="78"/>
                    <a:pt x="1" y="79"/>
                  </a:cubicBezTo>
                  <a:cubicBezTo>
                    <a:pt x="15" y="99"/>
                    <a:pt x="15" y="99"/>
                    <a:pt x="15" y="99"/>
                  </a:cubicBezTo>
                  <a:cubicBezTo>
                    <a:pt x="16" y="100"/>
                    <a:pt x="17" y="100"/>
                    <a:pt x="18" y="100"/>
                  </a:cubicBezTo>
                  <a:cubicBezTo>
                    <a:pt x="19" y="100"/>
                    <a:pt x="19" y="100"/>
                    <a:pt x="20" y="100"/>
                  </a:cubicBezTo>
                  <a:cubicBezTo>
                    <a:pt x="109" y="37"/>
                    <a:pt x="109" y="37"/>
                    <a:pt x="109" y="37"/>
                  </a:cubicBezTo>
                  <a:cubicBezTo>
                    <a:pt x="198" y="100"/>
                    <a:pt x="198" y="100"/>
                    <a:pt x="198" y="100"/>
                  </a:cubicBezTo>
                  <a:cubicBezTo>
                    <a:pt x="199" y="101"/>
                    <a:pt x="201" y="100"/>
                    <a:pt x="202" y="99"/>
                  </a:cubicBezTo>
                  <a:cubicBezTo>
                    <a:pt x="217" y="79"/>
                    <a:pt x="217" y="79"/>
                    <a:pt x="217" y="79"/>
                  </a:cubicBezTo>
                  <a:cubicBezTo>
                    <a:pt x="217" y="78"/>
                    <a:pt x="217" y="77"/>
                    <a:pt x="217" y="76"/>
                  </a:cubicBezTo>
                  <a:cubicBezTo>
                    <a:pt x="217" y="75"/>
                    <a:pt x="216" y="75"/>
                    <a:pt x="216" y="74"/>
                  </a:cubicBezTo>
                  <a:close/>
                </a:path>
              </a:pathLst>
            </a:custGeom>
            <a:solidFill>
              <a:srgbClr val="50505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defTabSz="699557" fontAlgn="auto">
                <a:spcBef>
                  <a:spcPts val="0"/>
                </a:spcBef>
                <a:spcAft>
                  <a:spcPts val="0"/>
                </a:spcAft>
                <a:defRPr/>
              </a:pPr>
              <a:endParaRPr lang="en-US" sz="1350" dirty="0">
                <a:solidFill>
                  <a:srgbClr val="505050"/>
                </a:solidFill>
                <a:latin typeface="Segoe UI"/>
              </a:endParaRPr>
            </a:p>
          </p:txBody>
        </p:sp>
        <p:sp>
          <p:nvSpPr>
            <p:cNvPr id="42" name="Freeform 41"/>
            <p:cNvSpPr>
              <a:spLocks/>
            </p:cNvSpPr>
            <p:nvPr/>
          </p:nvSpPr>
          <p:spPr bwMode="auto">
            <a:xfrm>
              <a:off x="11300618" y="3422650"/>
              <a:ext cx="398463" cy="357187"/>
            </a:xfrm>
            <a:custGeom>
              <a:avLst/>
              <a:gdLst>
                <a:gd name="T0" fmla="*/ 164 w 165"/>
                <a:gd name="T1" fmla="*/ 56 h 147"/>
                <a:gd name="T2" fmla="*/ 85 w 165"/>
                <a:gd name="T3" fmla="*/ 0 h 147"/>
                <a:gd name="T4" fmla="*/ 81 w 165"/>
                <a:gd name="T5" fmla="*/ 0 h 147"/>
                <a:gd name="T6" fmla="*/ 1 w 165"/>
                <a:gd name="T7" fmla="*/ 56 h 147"/>
                <a:gd name="T8" fmla="*/ 0 w 165"/>
                <a:gd name="T9" fmla="*/ 59 h 147"/>
                <a:gd name="T10" fmla="*/ 0 w 165"/>
                <a:gd name="T11" fmla="*/ 144 h 147"/>
                <a:gd name="T12" fmla="*/ 3 w 165"/>
                <a:gd name="T13" fmla="*/ 147 h 147"/>
                <a:gd name="T14" fmla="*/ 59 w 165"/>
                <a:gd name="T15" fmla="*/ 147 h 147"/>
                <a:gd name="T16" fmla="*/ 62 w 165"/>
                <a:gd name="T17" fmla="*/ 144 h 147"/>
                <a:gd name="T18" fmla="*/ 62 w 165"/>
                <a:gd name="T19" fmla="*/ 70 h 147"/>
                <a:gd name="T20" fmla="*/ 104 w 165"/>
                <a:gd name="T21" fmla="*/ 70 h 147"/>
                <a:gd name="T22" fmla="*/ 104 w 165"/>
                <a:gd name="T23" fmla="*/ 144 h 147"/>
                <a:gd name="T24" fmla="*/ 107 w 165"/>
                <a:gd name="T25" fmla="*/ 147 h 147"/>
                <a:gd name="T26" fmla="*/ 162 w 165"/>
                <a:gd name="T27" fmla="*/ 147 h 147"/>
                <a:gd name="T28" fmla="*/ 165 w 165"/>
                <a:gd name="T29" fmla="*/ 144 h 147"/>
                <a:gd name="T30" fmla="*/ 165 w 165"/>
                <a:gd name="T31" fmla="*/ 58 h 147"/>
                <a:gd name="T32" fmla="*/ 164 w 165"/>
                <a:gd name="T33" fmla="*/ 56 h 1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65" h="147">
                  <a:moveTo>
                    <a:pt x="164" y="56"/>
                  </a:moveTo>
                  <a:cubicBezTo>
                    <a:pt x="85" y="0"/>
                    <a:pt x="85" y="0"/>
                    <a:pt x="85" y="0"/>
                  </a:cubicBezTo>
                  <a:cubicBezTo>
                    <a:pt x="83" y="0"/>
                    <a:pt x="82" y="0"/>
                    <a:pt x="81" y="0"/>
                  </a:cubicBezTo>
                  <a:cubicBezTo>
                    <a:pt x="1" y="56"/>
                    <a:pt x="1" y="56"/>
                    <a:pt x="1" y="56"/>
                  </a:cubicBezTo>
                  <a:cubicBezTo>
                    <a:pt x="1" y="57"/>
                    <a:pt x="0" y="58"/>
                    <a:pt x="0" y="59"/>
                  </a:cubicBezTo>
                  <a:cubicBezTo>
                    <a:pt x="0" y="144"/>
                    <a:pt x="0" y="144"/>
                    <a:pt x="0" y="144"/>
                  </a:cubicBezTo>
                  <a:cubicBezTo>
                    <a:pt x="0" y="146"/>
                    <a:pt x="1" y="147"/>
                    <a:pt x="3" y="147"/>
                  </a:cubicBezTo>
                  <a:cubicBezTo>
                    <a:pt x="59" y="147"/>
                    <a:pt x="59" y="147"/>
                    <a:pt x="59" y="147"/>
                  </a:cubicBezTo>
                  <a:cubicBezTo>
                    <a:pt x="60" y="147"/>
                    <a:pt x="62" y="146"/>
                    <a:pt x="62" y="144"/>
                  </a:cubicBezTo>
                  <a:cubicBezTo>
                    <a:pt x="62" y="70"/>
                    <a:pt x="62" y="70"/>
                    <a:pt x="62" y="70"/>
                  </a:cubicBezTo>
                  <a:cubicBezTo>
                    <a:pt x="104" y="70"/>
                    <a:pt x="104" y="70"/>
                    <a:pt x="104" y="70"/>
                  </a:cubicBezTo>
                  <a:cubicBezTo>
                    <a:pt x="104" y="144"/>
                    <a:pt x="104" y="144"/>
                    <a:pt x="104" y="144"/>
                  </a:cubicBezTo>
                  <a:cubicBezTo>
                    <a:pt x="104" y="146"/>
                    <a:pt x="105" y="147"/>
                    <a:pt x="107" y="147"/>
                  </a:cubicBezTo>
                  <a:cubicBezTo>
                    <a:pt x="162" y="147"/>
                    <a:pt x="162" y="147"/>
                    <a:pt x="162" y="147"/>
                  </a:cubicBezTo>
                  <a:cubicBezTo>
                    <a:pt x="164" y="147"/>
                    <a:pt x="165" y="146"/>
                    <a:pt x="165" y="144"/>
                  </a:cubicBezTo>
                  <a:cubicBezTo>
                    <a:pt x="165" y="58"/>
                    <a:pt x="165" y="58"/>
                    <a:pt x="165" y="58"/>
                  </a:cubicBezTo>
                  <a:cubicBezTo>
                    <a:pt x="165" y="57"/>
                    <a:pt x="164" y="56"/>
                    <a:pt x="164" y="56"/>
                  </a:cubicBezTo>
                  <a:close/>
                </a:path>
              </a:pathLst>
            </a:custGeom>
            <a:solidFill>
              <a:srgbClr val="50505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defTabSz="699557" fontAlgn="auto">
                <a:spcBef>
                  <a:spcPts val="0"/>
                </a:spcBef>
                <a:spcAft>
                  <a:spcPts val="0"/>
                </a:spcAft>
                <a:defRPr/>
              </a:pPr>
              <a:endParaRPr lang="en-US" sz="1350" dirty="0">
                <a:solidFill>
                  <a:srgbClr val="505050"/>
                </a:solidFill>
                <a:latin typeface="Segoe UI"/>
              </a:endParaRPr>
            </a:p>
          </p:txBody>
        </p:sp>
        <p:sp>
          <p:nvSpPr>
            <p:cNvPr id="43" name="Freeform 42"/>
            <p:cNvSpPr>
              <a:spLocks/>
            </p:cNvSpPr>
            <p:nvPr/>
          </p:nvSpPr>
          <p:spPr bwMode="auto">
            <a:xfrm>
              <a:off x="11624468" y="3298825"/>
              <a:ext cx="74613" cy="104775"/>
            </a:xfrm>
            <a:custGeom>
              <a:avLst/>
              <a:gdLst>
                <a:gd name="T0" fmla="*/ 1 w 31"/>
                <a:gd name="T1" fmla="*/ 25 h 43"/>
                <a:gd name="T2" fmla="*/ 26 w 31"/>
                <a:gd name="T3" fmla="*/ 42 h 43"/>
                <a:gd name="T4" fmla="*/ 28 w 31"/>
                <a:gd name="T5" fmla="*/ 43 h 43"/>
                <a:gd name="T6" fmla="*/ 29 w 31"/>
                <a:gd name="T7" fmla="*/ 42 h 43"/>
                <a:gd name="T8" fmla="*/ 31 w 31"/>
                <a:gd name="T9" fmla="*/ 39 h 43"/>
                <a:gd name="T10" fmla="*/ 31 w 31"/>
                <a:gd name="T11" fmla="*/ 3 h 43"/>
                <a:gd name="T12" fmla="*/ 28 w 31"/>
                <a:gd name="T13" fmla="*/ 0 h 43"/>
                <a:gd name="T14" fmla="*/ 3 w 31"/>
                <a:gd name="T15" fmla="*/ 0 h 43"/>
                <a:gd name="T16" fmla="*/ 0 w 31"/>
                <a:gd name="T17" fmla="*/ 3 h 43"/>
                <a:gd name="T18" fmla="*/ 0 w 31"/>
                <a:gd name="T19" fmla="*/ 22 h 43"/>
                <a:gd name="T20" fmla="*/ 1 w 31"/>
                <a:gd name="T21" fmla="*/ 25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1" h="43">
                  <a:moveTo>
                    <a:pt x="1" y="25"/>
                  </a:moveTo>
                  <a:cubicBezTo>
                    <a:pt x="26" y="42"/>
                    <a:pt x="26" y="42"/>
                    <a:pt x="26" y="42"/>
                  </a:cubicBezTo>
                  <a:cubicBezTo>
                    <a:pt x="26" y="42"/>
                    <a:pt x="27" y="43"/>
                    <a:pt x="28" y="43"/>
                  </a:cubicBezTo>
                  <a:cubicBezTo>
                    <a:pt x="28" y="43"/>
                    <a:pt x="29" y="42"/>
                    <a:pt x="29" y="42"/>
                  </a:cubicBezTo>
                  <a:cubicBezTo>
                    <a:pt x="30" y="42"/>
                    <a:pt x="31" y="40"/>
                    <a:pt x="31" y="39"/>
                  </a:cubicBezTo>
                  <a:cubicBezTo>
                    <a:pt x="31" y="3"/>
                    <a:pt x="31" y="3"/>
                    <a:pt x="31" y="3"/>
                  </a:cubicBezTo>
                  <a:cubicBezTo>
                    <a:pt x="31" y="1"/>
                    <a:pt x="29" y="0"/>
                    <a:pt x="28" y="0"/>
                  </a:cubicBezTo>
                  <a:cubicBezTo>
                    <a:pt x="3" y="0"/>
                    <a:pt x="3" y="0"/>
                    <a:pt x="3" y="0"/>
                  </a:cubicBezTo>
                  <a:cubicBezTo>
                    <a:pt x="1" y="0"/>
                    <a:pt x="0" y="1"/>
                    <a:pt x="0" y="3"/>
                  </a:cubicBezTo>
                  <a:cubicBezTo>
                    <a:pt x="0" y="22"/>
                    <a:pt x="0" y="22"/>
                    <a:pt x="0" y="22"/>
                  </a:cubicBezTo>
                  <a:cubicBezTo>
                    <a:pt x="0" y="23"/>
                    <a:pt x="0" y="24"/>
                    <a:pt x="1" y="25"/>
                  </a:cubicBezTo>
                  <a:close/>
                </a:path>
              </a:pathLst>
            </a:custGeom>
            <a:solidFill>
              <a:srgbClr val="50505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defTabSz="699557" fontAlgn="auto">
                <a:spcBef>
                  <a:spcPts val="0"/>
                </a:spcBef>
                <a:spcAft>
                  <a:spcPts val="0"/>
                </a:spcAft>
                <a:defRPr/>
              </a:pPr>
              <a:endParaRPr lang="en-US" sz="1350" dirty="0">
                <a:solidFill>
                  <a:srgbClr val="505050"/>
                </a:solidFill>
                <a:latin typeface="Segoe UI"/>
              </a:endParaRPr>
            </a:p>
          </p:txBody>
        </p:sp>
      </p:grpSp>
      <p:sp>
        <p:nvSpPr>
          <p:cNvPr id="35" name="Freeform 34"/>
          <p:cNvSpPr>
            <a:spLocks noEditPoints="1"/>
          </p:cNvSpPr>
          <p:nvPr/>
        </p:nvSpPr>
        <p:spPr bwMode="auto">
          <a:xfrm>
            <a:off x="4457595" y="2213724"/>
            <a:ext cx="273844" cy="413147"/>
          </a:xfrm>
          <a:custGeom>
            <a:avLst/>
            <a:gdLst>
              <a:gd name="T0" fmla="*/ 0 w 230"/>
              <a:gd name="T1" fmla="*/ 0 h 347"/>
              <a:gd name="T2" fmla="*/ 0 w 230"/>
              <a:gd name="T3" fmla="*/ 347 h 347"/>
              <a:gd name="T4" fmla="*/ 93 w 230"/>
              <a:gd name="T5" fmla="*/ 347 h 347"/>
              <a:gd name="T6" fmla="*/ 93 w 230"/>
              <a:gd name="T7" fmla="*/ 276 h 347"/>
              <a:gd name="T8" fmla="*/ 138 w 230"/>
              <a:gd name="T9" fmla="*/ 276 h 347"/>
              <a:gd name="T10" fmla="*/ 138 w 230"/>
              <a:gd name="T11" fmla="*/ 347 h 347"/>
              <a:gd name="T12" fmla="*/ 230 w 230"/>
              <a:gd name="T13" fmla="*/ 347 h 347"/>
              <a:gd name="T14" fmla="*/ 230 w 230"/>
              <a:gd name="T15" fmla="*/ 0 h 347"/>
              <a:gd name="T16" fmla="*/ 0 w 230"/>
              <a:gd name="T17" fmla="*/ 0 h 347"/>
              <a:gd name="T18" fmla="*/ 70 w 230"/>
              <a:gd name="T19" fmla="*/ 220 h 347"/>
              <a:gd name="T20" fmla="*/ 23 w 230"/>
              <a:gd name="T21" fmla="*/ 220 h 347"/>
              <a:gd name="T22" fmla="*/ 23 w 230"/>
              <a:gd name="T23" fmla="*/ 150 h 347"/>
              <a:gd name="T24" fmla="*/ 70 w 230"/>
              <a:gd name="T25" fmla="*/ 150 h 347"/>
              <a:gd name="T26" fmla="*/ 70 w 230"/>
              <a:gd name="T27" fmla="*/ 220 h 347"/>
              <a:gd name="T28" fmla="*/ 70 w 230"/>
              <a:gd name="T29" fmla="*/ 104 h 347"/>
              <a:gd name="T30" fmla="*/ 23 w 230"/>
              <a:gd name="T31" fmla="*/ 104 h 347"/>
              <a:gd name="T32" fmla="*/ 23 w 230"/>
              <a:gd name="T33" fmla="*/ 35 h 347"/>
              <a:gd name="T34" fmla="*/ 70 w 230"/>
              <a:gd name="T35" fmla="*/ 35 h 347"/>
              <a:gd name="T36" fmla="*/ 70 w 230"/>
              <a:gd name="T37" fmla="*/ 104 h 347"/>
              <a:gd name="T38" fmla="*/ 138 w 230"/>
              <a:gd name="T39" fmla="*/ 220 h 347"/>
              <a:gd name="T40" fmla="*/ 93 w 230"/>
              <a:gd name="T41" fmla="*/ 220 h 347"/>
              <a:gd name="T42" fmla="*/ 93 w 230"/>
              <a:gd name="T43" fmla="*/ 150 h 347"/>
              <a:gd name="T44" fmla="*/ 138 w 230"/>
              <a:gd name="T45" fmla="*/ 150 h 347"/>
              <a:gd name="T46" fmla="*/ 138 w 230"/>
              <a:gd name="T47" fmla="*/ 220 h 347"/>
              <a:gd name="T48" fmla="*/ 138 w 230"/>
              <a:gd name="T49" fmla="*/ 104 h 347"/>
              <a:gd name="T50" fmla="*/ 93 w 230"/>
              <a:gd name="T51" fmla="*/ 104 h 347"/>
              <a:gd name="T52" fmla="*/ 93 w 230"/>
              <a:gd name="T53" fmla="*/ 35 h 347"/>
              <a:gd name="T54" fmla="*/ 138 w 230"/>
              <a:gd name="T55" fmla="*/ 35 h 347"/>
              <a:gd name="T56" fmla="*/ 138 w 230"/>
              <a:gd name="T57" fmla="*/ 104 h 347"/>
              <a:gd name="T58" fmla="*/ 207 w 230"/>
              <a:gd name="T59" fmla="*/ 220 h 347"/>
              <a:gd name="T60" fmla="*/ 161 w 230"/>
              <a:gd name="T61" fmla="*/ 220 h 347"/>
              <a:gd name="T62" fmla="*/ 161 w 230"/>
              <a:gd name="T63" fmla="*/ 150 h 347"/>
              <a:gd name="T64" fmla="*/ 207 w 230"/>
              <a:gd name="T65" fmla="*/ 150 h 347"/>
              <a:gd name="T66" fmla="*/ 207 w 230"/>
              <a:gd name="T67" fmla="*/ 220 h 347"/>
              <a:gd name="T68" fmla="*/ 207 w 230"/>
              <a:gd name="T69" fmla="*/ 104 h 347"/>
              <a:gd name="T70" fmla="*/ 161 w 230"/>
              <a:gd name="T71" fmla="*/ 104 h 347"/>
              <a:gd name="T72" fmla="*/ 161 w 230"/>
              <a:gd name="T73" fmla="*/ 35 h 347"/>
              <a:gd name="T74" fmla="*/ 207 w 230"/>
              <a:gd name="T75" fmla="*/ 35 h 347"/>
              <a:gd name="T76" fmla="*/ 207 w 230"/>
              <a:gd name="T77" fmla="*/ 104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30" h="347">
                <a:moveTo>
                  <a:pt x="0" y="0"/>
                </a:moveTo>
                <a:lnTo>
                  <a:pt x="0" y="347"/>
                </a:lnTo>
                <a:lnTo>
                  <a:pt x="93" y="347"/>
                </a:lnTo>
                <a:lnTo>
                  <a:pt x="93" y="276"/>
                </a:lnTo>
                <a:lnTo>
                  <a:pt x="138" y="276"/>
                </a:lnTo>
                <a:lnTo>
                  <a:pt x="138" y="347"/>
                </a:lnTo>
                <a:lnTo>
                  <a:pt x="230" y="347"/>
                </a:lnTo>
                <a:lnTo>
                  <a:pt x="230" y="0"/>
                </a:lnTo>
                <a:lnTo>
                  <a:pt x="0" y="0"/>
                </a:lnTo>
                <a:close/>
                <a:moveTo>
                  <a:pt x="70" y="220"/>
                </a:moveTo>
                <a:lnTo>
                  <a:pt x="23" y="220"/>
                </a:lnTo>
                <a:lnTo>
                  <a:pt x="23" y="150"/>
                </a:lnTo>
                <a:lnTo>
                  <a:pt x="70" y="150"/>
                </a:lnTo>
                <a:lnTo>
                  <a:pt x="70" y="220"/>
                </a:lnTo>
                <a:close/>
                <a:moveTo>
                  <a:pt x="70" y="104"/>
                </a:moveTo>
                <a:lnTo>
                  <a:pt x="23" y="104"/>
                </a:lnTo>
                <a:lnTo>
                  <a:pt x="23" y="35"/>
                </a:lnTo>
                <a:lnTo>
                  <a:pt x="70" y="35"/>
                </a:lnTo>
                <a:lnTo>
                  <a:pt x="70" y="104"/>
                </a:lnTo>
                <a:close/>
                <a:moveTo>
                  <a:pt x="138" y="220"/>
                </a:moveTo>
                <a:lnTo>
                  <a:pt x="93" y="220"/>
                </a:lnTo>
                <a:lnTo>
                  <a:pt x="93" y="150"/>
                </a:lnTo>
                <a:lnTo>
                  <a:pt x="138" y="150"/>
                </a:lnTo>
                <a:lnTo>
                  <a:pt x="138" y="220"/>
                </a:lnTo>
                <a:close/>
                <a:moveTo>
                  <a:pt x="138" y="104"/>
                </a:moveTo>
                <a:lnTo>
                  <a:pt x="93" y="104"/>
                </a:lnTo>
                <a:lnTo>
                  <a:pt x="93" y="35"/>
                </a:lnTo>
                <a:lnTo>
                  <a:pt x="138" y="35"/>
                </a:lnTo>
                <a:lnTo>
                  <a:pt x="138" y="104"/>
                </a:lnTo>
                <a:close/>
                <a:moveTo>
                  <a:pt x="207" y="220"/>
                </a:moveTo>
                <a:lnTo>
                  <a:pt x="161" y="220"/>
                </a:lnTo>
                <a:lnTo>
                  <a:pt x="161" y="150"/>
                </a:lnTo>
                <a:lnTo>
                  <a:pt x="207" y="150"/>
                </a:lnTo>
                <a:lnTo>
                  <a:pt x="207" y="220"/>
                </a:lnTo>
                <a:close/>
                <a:moveTo>
                  <a:pt x="207" y="104"/>
                </a:moveTo>
                <a:lnTo>
                  <a:pt x="161" y="104"/>
                </a:lnTo>
                <a:lnTo>
                  <a:pt x="161" y="35"/>
                </a:lnTo>
                <a:lnTo>
                  <a:pt x="207" y="35"/>
                </a:lnTo>
                <a:lnTo>
                  <a:pt x="207" y="104"/>
                </a:lnTo>
                <a:close/>
              </a:path>
            </a:pathLst>
          </a:custGeom>
          <a:solidFill>
            <a:srgbClr val="5D5D5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defTabSz="699557" fontAlgn="auto">
              <a:spcBef>
                <a:spcPts val="0"/>
              </a:spcBef>
              <a:spcAft>
                <a:spcPts val="0"/>
              </a:spcAft>
              <a:defRPr/>
            </a:pPr>
            <a:endParaRPr lang="en-US" sz="1350" dirty="0">
              <a:solidFill>
                <a:srgbClr val="505050"/>
              </a:solidFill>
              <a:latin typeface="Segoe UI"/>
            </a:endParaRPr>
          </a:p>
        </p:txBody>
      </p:sp>
      <p:sp>
        <p:nvSpPr>
          <p:cNvPr id="36" name="Rectangle 35"/>
          <p:cNvSpPr>
            <a:spLocks noChangeArrowheads="1"/>
          </p:cNvSpPr>
          <p:nvPr/>
        </p:nvSpPr>
        <p:spPr bwMode="auto">
          <a:xfrm>
            <a:off x="924045" y="2420893"/>
            <a:ext cx="3382566" cy="36909"/>
          </a:xfrm>
          <a:prstGeom prst="rect">
            <a:avLst/>
          </a:prstGeom>
          <a:solidFill>
            <a:schemeClr val="accent1"/>
          </a:solidFill>
          <a:ln>
            <a:noFill/>
          </a:ln>
        </p:spPr>
        <p:txBody>
          <a:bodyPr vert="horz" wrap="square" lIns="68580" tIns="34290" rIns="68580" bIns="34290" numCol="1" anchor="t" anchorCtr="0" compatLnSpc="1">
            <a:prstTxWarp prst="textNoShape">
              <a:avLst/>
            </a:prstTxWarp>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defTabSz="699557" fontAlgn="auto">
              <a:spcBef>
                <a:spcPts val="0"/>
              </a:spcBef>
              <a:spcAft>
                <a:spcPts val="0"/>
              </a:spcAft>
              <a:defRPr/>
            </a:pPr>
            <a:endParaRPr lang="en-US" sz="1350" dirty="0">
              <a:solidFill>
                <a:srgbClr val="505050"/>
              </a:solidFill>
              <a:latin typeface="Segoe UI"/>
            </a:endParaRPr>
          </a:p>
        </p:txBody>
      </p:sp>
      <p:sp>
        <p:nvSpPr>
          <p:cNvPr id="37" name="Rectangle 36"/>
          <p:cNvSpPr>
            <a:spLocks noChangeArrowheads="1"/>
          </p:cNvSpPr>
          <p:nvPr/>
        </p:nvSpPr>
        <p:spPr bwMode="auto">
          <a:xfrm>
            <a:off x="4886445" y="2420893"/>
            <a:ext cx="3382566" cy="36909"/>
          </a:xfrm>
          <a:prstGeom prst="rect">
            <a:avLst/>
          </a:prstGeom>
          <a:solidFill>
            <a:schemeClr val="accent1"/>
          </a:solidFill>
          <a:ln>
            <a:noFill/>
          </a:ln>
        </p:spPr>
        <p:txBody>
          <a:bodyPr vert="horz" wrap="square" lIns="68580" tIns="34290" rIns="68580" bIns="34290" numCol="1" anchor="t" anchorCtr="0" compatLnSpc="1">
            <a:prstTxWarp prst="textNoShape">
              <a:avLst/>
            </a:prstTxWarp>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defTabSz="699557" fontAlgn="auto">
              <a:spcBef>
                <a:spcPts val="0"/>
              </a:spcBef>
              <a:spcAft>
                <a:spcPts val="0"/>
              </a:spcAft>
              <a:defRPr/>
            </a:pPr>
            <a:endParaRPr lang="en-US" sz="1350" dirty="0">
              <a:solidFill>
                <a:srgbClr val="505050"/>
              </a:solidFill>
              <a:latin typeface="Segoe UI"/>
            </a:endParaRPr>
          </a:p>
        </p:txBody>
      </p:sp>
      <p:sp>
        <p:nvSpPr>
          <p:cNvPr id="38" name="TextBox 235"/>
          <p:cNvSpPr txBox="1"/>
          <p:nvPr/>
        </p:nvSpPr>
        <p:spPr>
          <a:xfrm>
            <a:off x="445494" y="2642742"/>
            <a:ext cx="390684" cy="161583"/>
          </a:xfrm>
          <a:prstGeom prst="rect">
            <a:avLst/>
          </a:prstGeom>
          <a:noFill/>
          <a:ln>
            <a:noFill/>
            <a:headEnd type="none" w="med" len="med"/>
            <a:tailEnd type="none" w="med" len="med"/>
          </a:ln>
        </p:spPr>
        <p:txBody>
          <a:bodyPr wrap="none" lIns="0" tIns="0" rIns="0" bIns="0" rtlCol="0">
            <a:spAutoFit/>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defTabSz="699448" fontAlgn="auto">
              <a:spcBef>
                <a:spcPts val="0"/>
              </a:spcBef>
              <a:spcAft>
                <a:spcPts val="0"/>
              </a:spcAft>
              <a:defRPr/>
            </a:pPr>
            <a:r>
              <a:rPr lang="en-US" sz="1050" b="1" spc="-29" dirty="0">
                <a:gradFill>
                  <a:gsLst>
                    <a:gs pos="0">
                      <a:srgbClr val="505050"/>
                    </a:gs>
                    <a:gs pos="100000">
                      <a:srgbClr val="505050"/>
                    </a:gs>
                  </a:gsLst>
                  <a:lin ang="5400000" scaled="1"/>
                </a:gradFill>
                <a:latin typeface="Segoe UI"/>
                <a:ea typeface="Segoe UI" pitchFamily="34" charset="0"/>
                <a:cs typeface="Segoe UI" pitchFamily="34" charset="0"/>
              </a:rPr>
              <a:t>HOME</a:t>
            </a:r>
          </a:p>
        </p:txBody>
      </p:sp>
      <p:sp>
        <p:nvSpPr>
          <p:cNvPr id="39" name="TextBox 236"/>
          <p:cNvSpPr txBox="1"/>
          <p:nvPr/>
        </p:nvSpPr>
        <p:spPr>
          <a:xfrm>
            <a:off x="8381687" y="2642742"/>
            <a:ext cx="390684" cy="161583"/>
          </a:xfrm>
          <a:prstGeom prst="rect">
            <a:avLst/>
          </a:prstGeom>
          <a:noFill/>
          <a:ln>
            <a:noFill/>
            <a:headEnd type="none" w="med" len="med"/>
            <a:tailEnd type="none" w="med" len="med"/>
          </a:ln>
        </p:spPr>
        <p:txBody>
          <a:bodyPr wrap="none" lIns="0" tIns="0" rIns="0" bIns="0" rtlCol="0">
            <a:spAutoFit/>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defTabSz="699448" fontAlgn="auto">
              <a:spcBef>
                <a:spcPts val="0"/>
              </a:spcBef>
              <a:spcAft>
                <a:spcPts val="0"/>
              </a:spcAft>
              <a:defRPr/>
            </a:pPr>
            <a:r>
              <a:rPr lang="en-US" sz="1050" b="1" spc="-29" dirty="0">
                <a:gradFill>
                  <a:gsLst>
                    <a:gs pos="0">
                      <a:srgbClr val="505050"/>
                    </a:gs>
                    <a:gs pos="100000">
                      <a:srgbClr val="505050"/>
                    </a:gs>
                  </a:gsLst>
                  <a:lin ang="5400000" scaled="1"/>
                </a:gradFill>
                <a:latin typeface="Segoe UI"/>
                <a:ea typeface="Segoe UI" pitchFamily="34" charset="0"/>
                <a:cs typeface="Segoe UI" pitchFamily="34" charset="0"/>
              </a:rPr>
              <a:t>HOME</a:t>
            </a:r>
          </a:p>
        </p:txBody>
      </p:sp>
      <p:sp>
        <p:nvSpPr>
          <p:cNvPr id="40" name="TextBox 237"/>
          <p:cNvSpPr txBox="1"/>
          <p:nvPr/>
        </p:nvSpPr>
        <p:spPr>
          <a:xfrm>
            <a:off x="4202749" y="2642742"/>
            <a:ext cx="782458" cy="161583"/>
          </a:xfrm>
          <a:prstGeom prst="rect">
            <a:avLst/>
          </a:prstGeom>
          <a:noFill/>
          <a:ln>
            <a:noFill/>
            <a:headEnd type="none" w="med" len="med"/>
            <a:tailEnd type="none" w="med" len="med"/>
          </a:ln>
        </p:spPr>
        <p:txBody>
          <a:bodyPr wrap="none" lIns="0" tIns="0" rIns="0" bIns="0" rtlCol="0">
            <a:spAutoFit/>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defTabSz="699448" fontAlgn="auto">
              <a:spcBef>
                <a:spcPts val="0"/>
              </a:spcBef>
              <a:spcAft>
                <a:spcPts val="0"/>
              </a:spcAft>
              <a:defRPr/>
            </a:pPr>
            <a:r>
              <a:rPr lang="en-US" sz="1050" b="1" spc="-29" dirty="0">
                <a:gradFill>
                  <a:gsLst>
                    <a:gs pos="0">
                      <a:srgbClr val="505050"/>
                    </a:gs>
                    <a:gs pos="100000">
                      <a:srgbClr val="505050"/>
                    </a:gs>
                  </a:gsLst>
                  <a:lin ang="5400000" scaled="1"/>
                </a:gradFill>
                <a:latin typeface="Segoe UI"/>
                <a:ea typeface="Segoe UI" pitchFamily="34" charset="0"/>
                <a:cs typeface="Segoe UI" pitchFamily="34" charset="0"/>
              </a:rPr>
              <a:t>WORKPLACE</a:t>
            </a:r>
          </a:p>
        </p:txBody>
      </p:sp>
      <p:sp>
        <p:nvSpPr>
          <p:cNvPr id="3" name="TextBox 2"/>
          <p:cNvSpPr txBox="1"/>
          <p:nvPr/>
        </p:nvSpPr>
        <p:spPr>
          <a:xfrm>
            <a:off x="2103418" y="55380"/>
            <a:ext cx="5188270" cy="400110"/>
          </a:xfrm>
          <a:prstGeom prst="rect">
            <a:avLst/>
          </a:prstGeom>
          <a:noFill/>
        </p:spPr>
        <p:txBody>
          <a:bodyPr wrap="square" rtlCol="0">
            <a:spAutoFit/>
          </a:bodyPr>
          <a:lstStyle/>
          <a:p>
            <a:pPr>
              <a:spcBef>
                <a:spcPts val="0"/>
              </a:spcBef>
              <a:spcAft>
                <a:spcPts val="0"/>
              </a:spcAft>
              <a:buClr>
                <a:schemeClr val="bg1"/>
              </a:buClr>
            </a:pPr>
            <a:r>
              <a:rPr lang="en-US" sz="2000" dirty="0" err="1">
                <a:solidFill>
                  <a:srgbClr val="002060"/>
                </a:solidFill>
                <a:latin typeface="+mn-lt"/>
              </a:rPr>
              <a:t>IoT</a:t>
            </a:r>
            <a:r>
              <a:rPr lang="en-US" sz="2000" dirty="0">
                <a:solidFill>
                  <a:srgbClr val="002060"/>
                </a:solidFill>
                <a:latin typeface="+mn-lt"/>
              </a:rPr>
              <a:t> –Connecting your workplace</a:t>
            </a:r>
          </a:p>
        </p:txBody>
      </p:sp>
    </p:spTree>
    <p:extLst>
      <p:ext uri="{BB962C8B-B14F-4D97-AF65-F5344CB8AC3E}">
        <p14:creationId xmlns:p14="http://schemas.microsoft.com/office/powerpoint/2010/main" val="3899013885"/>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Microsoft offers a broad IoT portfolio</a:t>
            </a:r>
          </a:p>
        </p:txBody>
      </p:sp>
      <p:grpSp>
        <p:nvGrpSpPr>
          <p:cNvPr id="11" name="Group 10"/>
          <p:cNvGrpSpPr/>
          <p:nvPr/>
        </p:nvGrpSpPr>
        <p:grpSpPr>
          <a:xfrm>
            <a:off x="6793917" y="1360415"/>
            <a:ext cx="1983058" cy="2809404"/>
            <a:chOff x="9058975" y="1813658"/>
            <a:chExt cx="2644453" cy="3746403"/>
          </a:xfrm>
        </p:grpSpPr>
        <p:sp>
          <p:nvSpPr>
            <p:cNvPr id="478" name="Rectangle 477"/>
            <p:cNvSpPr/>
            <p:nvPr/>
          </p:nvSpPr>
          <p:spPr bwMode="auto">
            <a:xfrm>
              <a:off x="9058975" y="1813658"/>
              <a:ext cx="2644453" cy="747021"/>
            </a:xfrm>
            <a:prstGeom prst="rect">
              <a:avLst/>
            </a:prstGeom>
            <a:solidFill>
              <a:schemeClr val="bg2"/>
            </a:solidFill>
            <a:ln w="3175">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34285" rIns="0" bIns="34285" numCol="1" rtlCol="0" anchor="ctr" anchorCtr="0" compatLnSpc="1">
              <a:prstTxWarp prst="textNoShape">
                <a:avLst/>
              </a:prstTxWarp>
            </a:bodyPr>
            <a:lstStyle/>
            <a:p>
              <a:pPr algn="ctr" defTabSz="685319" fontAlgn="auto">
                <a:lnSpc>
                  <a:spcPct val="90000"/>
                </a:lnSpc>
                <a:spcBef>
                  <a:spcPts val="0"/>
                </a:spcBef>
                <a:spcAft>
                  <a:spcPts val="0"/>
                </a:spcAft>
                <a:defRPr/>
              </a:pPr>
              <a:r>
                <a:rPr lang="en-US" sz="1765" kern="0" dirty="0">
                  <a:solidFill>
                    <a:srgbClr val="FFFFFF"/>
                  </a:solidFill>
                  <a:latin typeface="Segoe UI Semibold" panose="020B0702040204020203" pitchFamily="34" charset="0"/>
                  <a:cs typeface="Segoe UI Semibold" panose="020B0702040204020203" pitchFamily="34" charset="0"/>
                </a:rPr>
                <a:t>Intelligent</a:t>
              </a:r>
            </a:p>
            <a:p>
              <a:pPr algn="ctr" defTabSz="685319" fontAlgn="auto">
                <a:lnSpc>
                  <a:spcPct val="90000"/>
                </a:lnSpc>
                <a:spcBef>
                  <a:spcPts val="0"/>
                </a:spcBef>
                <a:spcAft>
                  <a:spcPts val="0"/>
                </a:spcAft>
                <a:defRPr/>
              </a:pPr>
              <a:r>
                <a:rPr lang="en-US" sz="1765" kern="0" dirty="0">
                  <a:solidFill>
                    <a:srgbClr val="FFFFFF"/>
                  </a:solidFill>
                  <a:latin typeface="Segoe UI Semibold" panose="020B0702040204020203" pitchFamily="34" charset="0"/>
                  <a:cs typeface="Segoe UI Semibold" panose="020B0702040204020203" pitchFamily="34" charset="0"/>
                </a:rPr>
                <a:t>Actions</a:t>
              </a:r>
            </a:p>
          </p:txBody>
        </p:sp>
        <p:sp>
          <p:nvSpPr>
            <p:cNvPr id="486" name="Rectangle 485"/>
            <p:cNvSpPr/>
            <p:nvPr/>
          </p:nvSpPr>
          <p:spPr bwMode="auto">
            <a:xfrm>
              <a:off x="9058975" y="4845819"/>
              <a:ext cx="2644453" cy="714242"/>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67203" tIns="67203" rIns="67203" bIns="33601" numCol="1" spcCol="0" rtlCol="0" fromWordArt="0" anchor="ctr" anchorCtr="0" forceAA="0" compatLnSpc="1">
              <a:prstTxWarp prst="textNoShape">
                <a:avLst/>
              </a:prstTxWarp>
              <a:noAutofit/>
            </a:bodyPr>
            <a:lstStyle/>
            <a:p>
              <a:pPr algn="ctr" defTabSz="685319" fontAlgn="auto">
                <a:lnSpc>
                  <a:spcPct val="90000"/>
                </a:lnSpc>
                <a:spcBef>
                  <a:spcPts val="0"/>
                </a:spcBef>
                <a:spcAft>
                  <a:spcPts val="441"/>
                </a:spcAft>
                <a:defRPr/>
              </a:pPr>
              <a:r>
                <a:rPr lang="en-US" sz="1324" kern="0" dirty="0" err="1">
                  <a:gradFill>
                    <a:gsLst>
                      <a:gs pos="2917">
                        <a:srgbClr val="FFFFFF"/>
                      </a:gs>
                      <a:gs pos="100000">
                        <a:srgbClr val="FFFFFF"/>
                      </a:gs>
                    </a:gsLst>
                    <a:lin ang="5400000" scaled="0"/>
                  </a:gradFill>
                  <a:latin typeface="Segoe UI"/>
                </a:rPr>
                <a:t>Xamrin</a:t>
              </a:r>
              <a:r>
                <a:rPr lang="en-US" sz="1324" kern="0" dirty="0">
                  <a:gradFill>
                    <a:gsLst>
                      <a:gs pos="2917">
                        <a:srgbClr val="FFFFFF"/>
                      </a:gs>
                      <a:gs pos="100000">
                        <a:srgbClr val="FFFFFF"/>
                      </a:gs>
                    </a:gsLst>
                    <a:lin ang="5400000" scaled="0"/>
                  </a:gradFill>
                  <a:latin typeface="Segoe UI"/>
                </a:rPr>
                <a:t> /Apps</a:t>
              </a:r>
            </a:p>
          </p:txBody>
        </p:sp>
        <p:grpSp>
          <p:nvGrpSpPr>
            <p:cNvPr id="5" name="Group 4"/>
            <p:cNvGrpSpPr/>
            <p:nvPr/>
          </p:nvGrpSpPr>
          <p:grpSpPr>
            <a:xfrm>
              <a:off x="9393736" y="2971872"/>
              <a:ext cx="1974930" cy="1338497"/>
              <a:chOff x="9166313" y="3144869"/>
              <a:chExt cx="1473587" cy="998715"/>
            </a:xfrm>
          </p:grpSpPr>
          <p:sp>
            <p:nvSpPr>
              <p:cNvPr id="643" name="Freeform 217"/>
              <p:cNvSpPr>
                <a:spLocks noEditPoints="1"/>
              </p:cNvSpPr>
              <p:nvPr/>
            </p:nvSpPr>
            <p:spPr bwMode="auto">
              <a:xfrm>
                <a:off x="10082744" y="3176596"/>
                <a:ext cx="287500" cy="169729"/>
              </a:xfrm>
              <a:custGeom>
                <a:avLst/>
                <a:gdLst>
                  <a:gd name="T0" fmla="*/ 281 w 372"/>
                  <a:gd name="T1" fmla="*/ 71 h 221"/>
                  <a:gd name="T2" fmla="*/ 284 w 372"/>
                  <a:gd name="T3" fmla="*/ 71 h 221"/>
                  <a:gd name="T4" fmla="*/ 206 w 372"/>
                  <a:gd name="T5" fmla="*/ 0 h 221"/>
                  <a:gd name="T6" fmla="*/ 136 w 372"/>
                  <a:gd name="T7" fmla="*/ 42 h 221"/>
                  <a:gd name="T8" fmla="*/ 106 w 372"/>
                  <a:gd name="T9" fmla="*/ 34 h 221"/>
                  <a:gd name="T10" fmla="*/ 46 w 372"/>
                  <a:gd name="T11" fmla="*/ 94 h 221"/>
                  <a:gd name="T12" fmla="*/ 47 w 372"/>
                  <a:gd name="T13" fmla="*/ 104 h 221"/>
                  <a:gd name="T14" fmla="*/ 0 w 372"/>
                  <a:gd name="T15" fmla="*/ 153 h 221"/>
                  <a:gd name="T16" fmla="*/ 46 w 372"/>
                  <a:gd name="T17" fmla="*/ 202 h 221"/>
                  <a:gd name="T18" fmla="*/ 46 w 372"/>
                  <a:gd name="T19" fmla="*/ 202 h 221"/>
                  <a:gd name="T20" fmla="*/ 49 w 372"/>
                  <a:gd name="T21" fmla="*/ 202 h 221"/>
                  <a:gd name="T22" fmla="*/ 49 w 372"/>
                  <a:gd name="T23" fmla="*/ 202 h 221"/>
                  <a:gd name="T24" fmla="*/ 49 w 372"/>
                  <a:gd name="T25" fmla="*/ 202 h 221"/>
                  <a:gd name="T26" fmla="*/ 82 w 372"/>
                  <a:gd name="T27" fmla="*/ 202 h 221"/>
                  <a:gd name="T28" fmla="*/ 72 w 372"/>
                  <a:gd name="T29" fmla="*/ 171 h 221"/>
                  <a:gd name="T30" fmla="*/ 125 w 372"/>
                  <a:gd name="T31" fmla="*/ 113 h 221"/>
                  <a:gd name="T32" fmla="*/ 200 w 372"/>
                  <a:gd name="T33" fmla="*/ 49 h 221"/>
                  <a:gd name="T34" fmla="*/ 259 w 372"/>
                  <a:gd name="T35" fmla="*/ 76 h 221"/>
                  <a:gd name="T36" fmla="*/ 281 w 372"/>
                  <a:gd name="T37" fmla="*/ 71 h 221"/>
                  <a:gd name="T38" fmla="*/ 336 w 372"/>
                  <a:gd name="T39" fmla="*/ 139 h 221"/>
                  <a:gd name="T40" fmla="*/ 337 w 372"/>
                  <a:gd name="T41" fmla="*/ 136 h 221"/>
                  <a:gd name="T42" fmla="*/ 283 w 372"/>
                  <a:gd name="T43" fmla="*/ 82 h 221"/>
                  <a:gd name="T44" fmla="*/ 256 w 372"/>
                  <a:gd name="T45" fmla="*/ 89 h 221"/>
                  <a:gd name="T46" fmla="*/ 200 w 372"/>
                  <a:gd name="T47" fmla="*/ 58 h 221"/>
                  <a:gd name="T48" fmla="*/ 136 w 372"/>
                  <a:gd name="T49" fmla="*/ 122 h 221"/>
                  <a:gd name="T50" fmla="*/ 133 w 372"/>
                  <a:gd name="T51" fmla="*/ 121 h 221"/>
                  <a:gd name="T52" fmla="*/ 84 w 372"/>
                  <a:gd name="T53" fmla="*/ 171 h 221"/>
                  <a:gd name="T54" fmla="*/ 133 w 372"/>
                  <a:gd name="T55" fmla="*/ 220 h 221"/>
                  <a:gd name="T56" fmla="*/ 133 w 372"/>
                  <a:gd name="T57" fmla="*/ 220 h 221"/>
                  <a:gd name="T58" fmla="*/ 133 w 372"/>
                  <a:gd name="T59" fmla="*/ 220 h 221"/>
                  <a:gd name="T60" fmla="*/ 322 w 372"/>
                  <a:gd name="T61" fmla="*/ 220 h 221"/>
                  <a:gd name="T62" fmla="*/ 331 w 372"/>
                  <a:gd name="T63" fmla="*/ 221 h 221"/>
                  <a:gd name="T64" fmla="*/ 372 w 372"/>
                  <a:gd name="T65" fmla="*/ 180 h 221"/>
                  <a:gd name="T66" fmla="*/ 336 w 372"/>
                  <a:gd name="T67" fmla="*/ 139 h 2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72" h="221">
                    <a:moveTo>
                      <a:pt x="281" y="71"/>
                    </a:moveTo>
                    <a:cubicBezTo>
                      <a:pt x="282" y="71"/>
                      <a:pt x="283" y="71"/>
                      <a:pt x="284" y="71"/>
                    </a:cubicBezTo>
                    <a:cubicBezTo>
                      <a:pt x="280" y="31"/>
                      <a:pt x="247" y="0"/>
                      <a:pt x="206" y="0"/>
                    </a:cubicBezTo>
                    <a:cubicBezTo>
                      <a:pt x="176" y="0"/>
                      <a:pt x="149" y="17"/>
                      <a:pt x="136" y="42"/>
                    </a:cubicBezTo>
                    <a:cubicBezTo>
                      <a:pt x="127" y="37"/>
                      <a:pt x="117" y="34"/>
                      <a:pt x="106" y="34"/>
                    </a:cubicBezTo>
                    <a:cubicBezTo>
                      <a:pt x="73" y="34"/>
                      <a:pt x="46" y="61"/>
                      <a:pt x="46" y="94"/>
                    </a:cubicBezTo>
                    <a:cubicBezTo>
                      <a:pt x="46" y="97"/>
                      <a:pt x="46" y="101"/>
                      <a:pt x="47" y="104"/>
                    </a:cubicBezTo>
                    <a:cubicBezTo>
                      <a:pt x="21" y="105"/>
                      <a:pt x="0" y="127"/>
                      <a:pt x="0" y="153"/>
                    </a:cubicBezTo>
                    <a:cubicBezTo>
                      <a:pt x="0" y="179"/>
                      <a:pt x="20" y="201"/>
                      <a:pt x="46" y="202"/>
                    </a:cubicBezTo>
                    <a:cubicBezTo>
                      <a:pt x="46" y="202"/>
                      <a:pt x="46" y="202"/>
                      <a:pt x="46" y="202"/>
                    </a:cubicBezTo>
                    <a:cubicBezTo>
                      <a:pt x="49" y="202"/>
                      <a:pt x="49" y="202"/>
                      <a:pt x="49" y="202"/>
                    </a:cubicBezTo>
                    <a:cubicBezTo>
                      <a:pt x="49" y="202"/>
                      <a:pt x="49" y="202"/>
                      <a:pt x="49" y="202"/>
                    </a:cubicBezTo>
                    <a:cubicBezTo>
                      <a:pt x="49" y="202"/>
                      <a:pt x="49" y="202"/>
                      <a:pt x="49" y="202"/>
                    </a:cubicBezTo>
                    <a:cubicBezTo>
                      <a:pt x="82" y="202"/>
                      <a:pt x="82" y="202"/>
                      <a:pt x="82" y="202"/>
                    </a:cubicBezTo>
                    <a:cubicBezTo>
                      <a:pt x="76" y="193"/>
                      <a:pt x="72" y="182"/>
                      <a:pt x="72" y="171"/>
                    </a:cubicBezTo>
                    <a:cubicBezTo>
                      <a:pt x="72" y="140"/>
                      <a:pt x="96" y="115"/>
                      <a:pt x="125" y="113"/>
                    </a:cubicBezTo>
                    <a:cubicBezTo>
                      <a:pt x="131" y="76"/>
                      <a:pt x="162" y="49"/>
                      <a:pt x="200" y="49"/>
                    </a:cubicBezTo>
                    <a:cubicBezTo>
                      <a:pt x="224" y="49"/>
                      <a:pt x="245" y="59"/>
                      <a:pt x="259" y="76"/>
                    </a:cubicBezTo>
                    <a:cubicBezTo>
                      <a:pt x="266" y="73"/>
                      <a:pt x="273" y="71"/>
                      <a:pt x="281" y="71"/>
                    </a:cubicBezTo>
                    <a:moveTo>
                      <a:pt x="336" y="139"/>
                    </a:moveTo>
                    <a:cubicBezTo>
                      <a:pt x="336" y="138"/>
                      <a:pt x="337" y="137"/>
                      <a:pt x="337" y="136"/>
                    </a:cubicBezTo>
                    <a:cubicBezTo>
                      <a:pt x="337" y="106"/>
                      <a:pt x="312" y="82"/>
                      <a:pt x="283" y="82"/>
                    </a:cubicBezTo>
                    <a:cubicBezTo>
                      <a:pt x="273" y="82"/>
                      <a:pt x="264" y="85"/>
                      <a:pt x="256" y="89"/>
                    </a:cubicBezTo>
                    <a:cubicBezTo>
                      <a:pt x="244" y="71"/>
                      <a:pt x="224" y="58"/>
                      <a:pt x="200" y="58"/>
                    </a:cubicBezTo>
                    <a:cubicBezTo>
                      <a:pt x="165" y="58"/>
                      <a:pt x="136" y="87"/>
                      <a:pt x="136" y="122"/>
                    </a:cubicBezTo>
                    <a:cubicBezTo>
                      <a:pt x="135" y="121"/>
                      <a:pt x="134" y="121"/>
                      <a:pt x="133" y="121"/>
                    </a:cubicBezTo>
                    <a:cubicBezTo>
                      <a:pt x="106" y="121"/>
                      <a:pt x="84" y="144"/>
                      <a:pt x="84" y="171"/>
                    </a:cubicBezTo>
                    <a:cubicBezTo>
                      <a:pt x="84" y="198"/>
                      <a:pt x="106" y="220"/>
                      <a:pt x="133" y="220"/>
                    </a:cubicBezTo>
                    <a:cubicBezTo>
                      <a:pt x="133" y="220"/>
                      <a:pt x="133" y="220"/>
                      <a:pt x="133" y="220"/>
                    </a:cubicBezTo>
                    <a:cubicBezTo>
                      <a:pt x="133" y="220"/>
                      <a:pt x="133" y="220"/>
                      <a:pt x="133" y="220"/>
                    </a:cubicBezTo>
                    <a:cubicBezTo>
                      <a:pt x="322" y="220"/>
                      <a:pt x="322" y="220"/>
                      <a:pt x="322" y="220"/>
                    </a:cubicBezTo>
                    <a:cubicBezTo>
                      <a:pt x="325" y="220"/>
                      <a:pt x="328" y="221"/>
                      <a:pt x="331" y="221"/>
                    </a:cubicBezTo>
                    <a:cubicBezTo>
                      <a:pt x="353" y="221"/>
                      <a:pt x="372" y="202"/>
                      <a:pt x="372" y="180"/>
                    </a:cubicBezTo>
                    <a:cubicBezTo>
                      <a:pt x="372" y="159"/>
                      <a:pt x="356" y="142"/>
                      <a:pt x="336" y="139"/>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7203" tIns="33601" rIns="67203" bIns="33601" numCol="1" anchor="t" anchorCtr="0" compatLnSpc="1">
                <a:prstTxWarp prst="textNoShape">
                  <a:avLst/>
                </a:prstTxWarp>
              </a:bodyPr>
              <a:lstStyle/>
              <a:p>
                <a:pPr defTabSz="685450" fontAlgn="auto">
                  <a:spcBef>
                    <a:spcPts val="0"/>
                  </a:spcBef>
                  <a:spcAft>
                    <a:spcPts val="0"/>
                  </a:spcAft>
                </a:pPr>
                <a:endParaRPr lang="en-US" sz="1324" dirty="0">
                  <a:solidFill>
                    <a:srgbClr val="505050"/>
                  </a:solidFill>
                  <a:latin typeface="Segoe UI"/>
                </a:endParaRPr>
              </a:p>
            </p:txBody>
          </p:sp>
          <p:sp>
            <p:nvSpPr>
              <p:cNvPr id="685" name="Freeform 259"/>
              <p:cNvSpPr>
                <a:spLocks noEditPoints="1"/>
              </p:cNvSpPr>
              <p:nvPr/>
            </p:nvSpPr>
            <p:spPr bwMode="auto">
              <a:xfrm>
                <a:off x="10170495" y="3531726"/>
                <a:ext cx="199749" cy="124699"/>
              </a:xfrm>
              <a:custGeom>
                <a:avLst/>
                <a:gdLst>
                  <a:gd name="T0" fmla="*/ 53 w 259"/>
                  <a:gd name="T1" fmla="*/ 161 h 161"/>
                  <a:gd name="T2" fmla="*/ 79 w 259"/>
                  <a:gd name="T3" fmla="*/ 0 h 161"/>
                  <a:gd name="T4" fmla="*/ 154 w 259"/>
                  <a:gd name="T5" fmla="*/ 46 h 161"/>
                  <a:gd name="T6" fmla="*/ 99 w 259"/>
                  <a:gd name="T7" fmla="*/ 42 h 161"/>
                  <a:gd name="T8" fmla="*/ 18 w 259"/>
                  <a:gd name="T9" fmla="*/ 93 h 161"/>
                  <a:gd name="T10" fmla="*/ 19 w 259"/>
                  <a:gd name="T11" fmla="*/ 76 h 161"/>
                  <a:gd name="T12" fmla="*/ 9 w 259"/>
                  <a:gd name="T13" fmla="*/ 93 h 161"/>
                  <a:gd name="T14" fmla="*/ 230 w 259"/>
                  <a:gd name="T15" fmla="*/ 91 h 161"/>
                  <a:gd name="T16" fmla="*/ 178 w 259"/>
                  <a:gd name="T17" fmla="*/ 91 h 161"/>
                  <a:gd name="T18" fmla="*/ 53 w 259"/>
                  <a:gd name="T19" fmla="*/ 159 h 161"/>
                  <a:gd name="T20" fmla="*/ 99 w 259"/>
                  <a:gd name="T21" fmla="*/ 91 h 161"/>
                  <a:gd name="T22" fmla="*/ 14 w 259"/>
                  <a:gd name="T23" fmla="*/ 68 h 161"/>
                  <a:gd name="T24" fmla="*/ 14 w 259"/>
                  <a:gd name="T25" fmla="*/ 51 h 161"/>
                  <a:gd name="T26" fmla="*/ 15 w 259"/>
                  <a:gd name="T27" fmla="*/ 5 h 161"/>
                  <a:gd name="T28" fmla="*/ 73 w 259"/>
                  <a:gd name="T29" fmla="*/ 51 h 161"/>
                  <a:gd name="T30" fmla="*/ 162 w 259"/>
                  <a:gd name="T31" fmla="*/ 51 h 161"/>
                  <a:gd name="T32" fmla="*/ 235 w 259"/>
                  <a:gd name="T33" fmla="*/ 59 h 161"/>
                  <a:gd name="T34" fmla="*/ 254 w 259"/>
                  <a:gd name="T35" fmla="*/ 70 h 161"/>
                  <a:gd name="T36" fmla="*/ 108 w 259"/>
                  <a:gd name="T37" fmla="*/ 69 h 161"/>
                  <a:gd name="T38" fmla="*/ 97 w 259"/>
                  <a:gd name="T39" fmla="*/ 69 h 161"/>
                  <a:gd name="T40" fmla="*/ 108 w 259"/>
                  <a:gd name="T41" fmla="*/ 69 h 161"/>
                  <a:gd name="T42" fmla="*/ 122 w 259"/>
                  <a:gd name="T43" fmla="*/ 64 h 161"/>
                  <a:gd name="T44" fmla="*/ 122 w 259"/>
                  <a:gd name="T45" fmla="*/ 75 h 161"/>
                  <a:gd name="T46" fmla="*/ 147 w 259"/>
                  <a:gd name="T47" fmla="*/ 69 h 161"/>
                  <a:gd name="T48" fmla="*/ 137 w 259"/>
                  <a:gd name="T49" fmla="*/ 69 h 161"/>
                  <a:gd name="T50" fmla="*/ 147 w 259"/>
                  <a:gd name="T51" fmla="*/ 69 h 161"/>
                  <a:gd name="T52" fmla="*/ 162 w 259"/>
                  <a:gd name="T53" fmla="*/ 64 h 161"/>
                  <a:gd name="T54" fmla="*/ 162 w 259"/>
                  <a:gd name="T55" fmla="*/ 75 h 161"/>
                  <a:gd name="T56" fmla="*/ 187 w 259"/>
                  <a:gd name="T57" fmla="*/ 69 h 161"/>
                  <a:gd name="T58" fmla="*/ 176 w 259"/>
                  <a:gd name="T59" fmla="*/ 69 h 161"/>
                  <a:gd name="T60" fmla="*/ 187 w 259"/>
                  <a:gd name="T61" fmla="*/ 69 h 161"/>
                  <a:gd name="T62" fmla="*/ 235 w 259"/>
                  <a:gd name="T63" fmla="*/ 63 h 161"/>
                  <a:gd name="T64" fmla="*/ 224 w 259"/>
                  <a:gd name="T65" fmla="*/ 75 h 161"/>
                  <a:gd name="T66" fmla="*/ 183 w 259"/>
                  <a:gd name="T67" fmla="*/ 105 h 161"/>
                  <a:gd name="T68" fmla="*/ 183 w 259"/>
                  <a:gd name="T69" fmla="*/ 122 h 161"/>
                  <a:gd name="T70" fmla="*/ 183 w 259"/>
                  <a:gd name="T71" fmla="*/ 105 h 161"/>
                  <a:gd name="T72" fmla="*/ 179 w 259"/>
                  <a:gd name="T73" fmla="*/ 102 h 161"/>
                  <a:gd name="T74" fmla="*/ 173 w 259"/>
                  <a:gd name="T75" fmla="*/ 101 h 161"/>
                  <a:gd name="T76" fmla="*/ 163 w 259"/>
                  <a:gd name="T77" fmla="*/ 126 h 161"/>
                  <a:gd name="T78" fmla="*/ 164 w 259"/>
                  <a:gd name="T79" fmla="*/ 126 h 161"/>
                  <a:gd name="T80" fmla="*/ 177 w 259"/>
                  <a:gd name="T81" fmla="*/ 126 h 161"/>
                  <a:gd name="T82" fmla="*/ 177 w 259"/>
                  <a:gd name="T83" fmla="*/ 126 h 161"/>
                  <a:gd name="T84" fmla="*/ 179 w 259"/>
                  <a:gd name="T85" fmla="*/ 125 h 161"/>
                  <a:gd name="T86" fmla="*/ 182 w 259"/>
                  <a:gd name="T87" fmla="*/ 41 h 161"/>
                  <a:gd name="T88" fmla="*/ 185 w 259"/>
                  <a:gd name="T89" fmla="*/ 46 h 161"/>
                  <a:gd name="T90" fmla="*/ 173 w 259"/>
                  <a:gd name="T91" fmla="*/ 46 h 161"/>
                  <a:gd name="T92" fmla="*/ 175 w 259"/>
                  <a:gd name="T93" fmla="*/ 46 h 161"/>
                  <a:gd name="T94" fmla="*/ 177 w 259"/>
                  <a:gd name="T95" fmla="*/ 38 h 161"/>
                  <a:gd name="T96" fmla="*/ 163 w 259"/>
                  <a:gd name="T97" fmla="*/ 38 h 161"/>
                  <a:gd name="T98" fmla="*/ 163 w 259"/>
                  <a:gd name="T99" fmla="*/ 46 h 161"/>
                  <a:gd name="T100" fmla="*/ 173 w 259"/>
                  <a:gd name="T101" fmla="*/ 46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59" h="161">
                    <a:moveTo>
                      <a:pt x="53" y="161"/>
                    </a:moveTo>
                    <a:cubicBezTo>
                      <a:pt x="53" y="161"/>
                      <a:pt x="53" y="161"/>
                      <a:pt x="53" y="161"/>
                    </a:cubicBezTo>
                    <a:moveTo>
                      <a:pt x="99" y="42"/>
                    </a:moveTo>
                    <a:cubicBezTo>
                      <a:pt x="96" y="35"/>
                      <a:pt x="79" y="0"/>
                      <a:pt x="79" y="0"/>
                    </a:cubicBezTo>
                    <a:cubicBezTo>
                      <a:pt x="98" y="0"/>
                      <a:pt x="98" y="0"/>
                      <a:pt x="98" y="0"/>
                    </a:cubicBezTo>
                    <a:cubicBezTo>
                      <a:pt x="154" y="46"/>
                      <a:pt x="154" y="46"/>
                      <a:pt x="154" y="46"/>
                    </a:cubicBezTo>
                    <a:cubicBezTo>
                      <a:pt x="100" y="46"/>
                      <a:pt x="100" y="46"/>
                      <a:pt x="100" y="46"/>
                    </a:cubicBezTo>
                    <a:cubicBezTo>
                      <a:pt x="100" y="45"/>
                      <a:pt x="99" y="43"/>
                      <a:pt x="99" y="42"/>
                    </a:cubicBezTo>
                    <a:close/>
                    <a:moveTo>
                      <a:pt x="9" y="93"/>
                    </a:moveTo>
                    <a:cubicBezTo>
                      <a:pt x="18" y="93"/>
                      <a:pt x="18" y="93"/>
                      <a:pt x="18" y="93"/>
                    </a:cubicBezTo>
                    <a:cubicBezTo>
                      <a:pt x="32" y="82"/>
                      <a:pt x="32" y="82"/>
                      <a:pt x="32" y="82"/>
                    </a:cubicBezTo>
                    <a:cubicBezTo>
                      <a:pt x="19" y="76"/>
                      <a:pt x="19" y="76"/>
                      <a:pt x="19" y="76"/>
                    </a:cubicBezTo>
                    <a:cubicBezTo>
                      <a:pt x="9" y="93"/>
                      <a:pt x="9" y="93"/>
                      <a:pt x="9" y="93"/>
                    </a:cubicBezTo>
                    <a:cubicBezTo>
                      <a:pt x="9" y="93"/>
                      <a:pt x="9" y="93"/>
                      <a:pt x="9" y="93"/>
                    </a:cubicBezTo>
                    <a:close/>
                    <a:moveTo>
                      <a:pt x="259" y="78"/>
                    </a:moveTo>
                    <a:cubicBezTo>
                      <a:pt x="258" y="86"/>
                      <a:pt x="242" y="90"/>
                      <a:pt x="230" y="91"/>
                    </a:cubicBezTo>
                    <a:cubicBezTo>
                      <a:pt x="229" y="91"/>
                      <a:pt x="227" y="91"/>
                      <a:pt x="226" y="91"/>
                    </a:cubicBezTo>
                    <a:cubicBezTo>
                      <a:pt x="178" y="91"/>
                      <a:pt x="178" y="91"/>
                      <a:pt x="178" y="91"/>
                    </a:cubicBezTo>
                    <a:cubicBezTo>
                      <a:pt x="73" y="159"/>
                      <a:pt x="73" y="159"/>
                      <a:pt x="73" y="159"/>
                    </a:cubicBezTo>
                    <a:cubicBezTo>
                      <a:pt x="53" y="159"/>
                      <a:pt x="53" y="159"/>
                      <a:pt x="53" y="159"/>
                    </a:cubicBezTo>
                    <a:cubicBezTo>
                      <a:pt x="53" y="159"/>
                      <a:pt x="81" y="124"/>
                      <a:pt x="86" y="117"/>
                    </a:cubicBezTo>
                    <a:cubicBezTo>
                      <a:pt x="91" y="111"/>
                      <a:pt x="99" y="102"/>
                      <a:pt x="99" y="91"/>
                    </a:cubicBezTo>
                    <a:cubicBezTo>
                      <a:pt x="90" y="91"/>
                      <a:pt x="90" y="91"/>
                      <a:pt x="90" y="91"/>
                    </a:cubicBezTo>
                    <a:cubicBezTo>
                      <a:pt x="66" y="91"/>
                      <a:pt x="33" y="75"/>
                      <a:pt x="14" y="68"/>
                    </a:cubicBezTo>
                    <a:cubicBezTo>
                      <a:pt x="2" y="64"/>
                      <a:pt x="4" y="51"/>
                      <a:pt x="14" y="51"/>
                    </a:cubicBezTo>
                    <a:cubicBezTo>
                      <a:pt x="14" y="51"/>
                      <a:pt x="14" y="51"/>
                      <a:pt x="14" y="51"/>
                    </a:cubicBezTo>
                    <a:cubicBezTo>
                      <a:pt x="0" y="5"/>
                      <a:pt x="0" y="5"/>
                      <a:pt x="0" y="5"/>
                    </a:cubicBezTo>
                    <a:cubicBezTo>
                      <a:pt x="15" y="5"/>
                      <a:pt x="15" y="5"/>
                      <a:pt x="15" y="5"/>
                    </a:cubicBezTo>
                    <a:cubicBezTo>
                      <a:pt x="15" y="5"/>
                      <a:pt x="33" y="28"/>
                      <a:pt x="39" y="35"/>
                    </a:cubicBezTo>
                    <a:cubicBezTo>
                      <a:pt x="48" y="46"/>
                      <a:pt x="58" y="51"/>
                      <a:pt x="73" y="51"/>
                    </a:cubicBezTo>
                    <a:cubicBezTo>
                      <a:pt x="101" y="51"/>
                      <a:pt x="101" y="51"/>
                      <a:pt x="101" y="51"/>
                    </a:cubicBezTo>
                    <a:cubicBezTo>
                      <a:pt x="162" y="51"/>
                      <a:pt x="162" y="51"/>
                      <a:pt x="162" y="51"/>
                    </a:cubicBezTo>
                    <a:cubicBezTo>
                      <a:pt x="200" y="51"/>
                      <a:pt x="200" y="51"/>
                      <a:pt x="200" y="51"/>
                    </a:cubicBezTo>
                    <a:cubicBezTo>
                      <a:pt x="216" y="51"/>
                      <a:pt x="230" y="57"/>
                      <a:pt x="235" y="59"/>
                    </a:cubicBezTo>
                    <a:cubicBezTo>
                      <a:pt x="242" y="62"/>
                      <a:pt x="248" y="66"/>
                      <a:pt x="252" y="69"/>
                    </a:cubicBezTo>
                    <a:cubicBezTo>
                      <a:pt x="252" y="69"/>
                      <a:pt x="254" y="70"/>
                      <a:pt x="254" y="70"/>
                    </a:cubicBezTo>
                    <a:cubicBezTo>
                      <a:pt x="257" y="73"/>
                      <a:pt x="259" y="76"/>
                      <a:pt x="259" y="78"/>
                    </a:cubicBezTo>
                    <a:close/>
                    <a:moveTo>
                      <a:pt x="108" y="69"/>
                    </a:moveTo>
                    <a:cubicBezTo>
                      <a:pt x="108" y="66"/>
                      <a:pt x="105" y="64"/>
                      <a:pt x="102" y="64"/>
                    </a:cubicBezTo>
                    <a:cubicBezTo>
                      <a:pt x="99" y="64"/>
                      <a:pt x="97" y="66"/>
                      <a:pt x="97" y="69"/>
                    </a:cubicBezTo>
                    <a:cubicBezTo>
                      <a:pt x="97" y="72"/>
                      <a:pt x="99" y="75"/>
                      <a:pt x="102" y="75"/>
                    </a:cubicBezTo>
                    <a:cubicBezTo>
                      <a:pt x="105" y="75"/>
                      <a:pt x="108" y="72"/>
                      <a:pt x="108" y="69"/>
                    </a:cubicBezTo>
                    <a:close/>
                    <a:moveTo>
                      <a:pt x="127" y="69"/>
                    </a:moveTo>
                    <a:cubicBezTo>
                      <a:pt x="127" y="66"/>
                      <a:pt x="125" y="64"/>
                      <a:pt x="122" y="64"/>
                    </a:cubicBezTo>
                    <a:cubicBezTo>
                      <a:pt x="119" y="64"/>
                      <a:pt x="117" y="66"/>
                      <a:pt x="117" y="69"/>
                    </a:cubicBezTo>
                    <a:cubicBezTo>
                      <a:pt x="117" y="72"/>
                      <a:pt x="119" y="75"/>
                      <a:pt x="122" y="75"/>
                    </a:cubicBezTo>
                    <a:cubicBezTo>
                      <a:pt x="125" y="75"/>
                      <a:pt x="127" y="72"/>
                      <a:pt x="127" y="69"/>
                    </a:cubicBezTo>
                    <a:close/>
                    <a:moveTo>
                      <a:pt x="147" y="69"/>
                    </a:moveTo>
                    <a:cubicBezTo>
                      <a:pt x="147" y="66"/>
                      <a:pt x="145" y="64"/>
                      <a:pt x="142" y="64"/>
                    </a:cubicBezTo>
                    <a:cubicBezTo>
                      <a:pt x="139" y="64"/>
                      <a:pt x="137" y="66"/>
                      <a:pt x="137" y="69"/>
                    </a:cubicBezTo>
                    <a:cubicBezTo>
                      <a:pt x="137" y="72"/>
                      <a:pt x="139" y="75"/>
                      <a:pt x="142" y="75"/>
                    </a:cubicBezTo>
                    <a:cubicBezTo>
                      <a:pt x="145" y="75"/>
                      <a:pt x="147" y="72"/>
                      <a:pt x="147" y="69"/>
                    </a:cubicBezTo>
                    <a:close/>
                    <a:moveTo>
                      <a:pt x="167" y="69"/>
                    </a:moveTo>
                    <a:cubicBezTo>
                      <a:pt x="167" y="66"/>
                      <a:pt x="165" y="64"/>
                      <a:pt x="162" y="64"/>
                    </a:cubicBezTo>
                    <a:cubicBezTo>
                      <a:pt x="159" y="64"/>
                      <a:pt x="156" y="66"/>
                      <a:pt x="156" y="69"/>
                    </a:cubicBezTo>
                    <a:cubicBezTo>
                      <a:pt x="156" y="72"/>
                      <a:pt x="159" y="75"/>
                      <a:pt x="162" y="75"/>
                    </a:cubicBezTo>
                    <a:cubicBezTo>
                      <a:pt x="165" y="75"/>
                      <a:pt x="167" y="72"/>
                      <a:pt x="167" y="69"/>
                    </a:cubicBezTo>
                    <a:close/>
                    <a:moveTo>
                      <a:pt x="187" y="69"/>
                    </a:moveTo>
                    <a:cubicBezTo>
                      <a:pt x="187" y="66"/>
                      <a:pt x="185" y="64"/>
                      <a:pt x="182" y="64"/>
                    </a:cubicBezTo>
                    <a:cubicBezTo>
                      <a:pt x="178" y="64"/>
                      <a:pt x="176" y="66"/>
                      <a:pt x="176" y="69"/>
                    </a:cubicBezTo>
                    <a:cubicBezTo>
                      <a:pt x="176" y="72"/>
                      <a:pt x="178" y="75"/>
                      <a:pt x="182" y="75"/>
                    </a:cubicBezTo>
                    <a:cubicBezTo>
                      <a:pt x="185" y="75"/>
                      <a:pt x="187" y="72"/>
                      <a:pt x="187" y="69"/>
                    </a:cubicBezTo>
                    <a:close/>
                    <a:moveTo>
                      <a:pt x="245" y="69"/>
                    </a:moveTo>
                    <a:cubicBezTo>
                      <a:pt x="242" y="67"/>
                      <a:pt x="238" y="65"/>
                      <a:pt x="235" y="63"/>
                    </a:cubicBezTo>
                    <a:cubicBezTo>
                      <a:pt x="232" y="65"/>
                      <a:pt x="228" y="65"/>
                      <a:pt x="223" y="65"/>
                    </a:cubicBezTo>
                    <a:cubicBezTo>
                      <a:pt x="217" y="65"/>
                      <a:pt x="216" y="75"/>
                      <a:pt x="224" y="75"/>
                    </a:cubicBezTo>
                    <a:cubicBezTo>
                      <a:pt x="233" y="75"/>
                      <a:pt x="241" y="72"/>
                      <a:pt x="245" y="69"/>
                    </a:cubicBezTo>
                    <a:close/>
                    <a:moveTo>
                      <a:pt x="183" y="105"/>
                    </a:moveTo>
                    <a:cubicBezTo>
                      <a:pt x="181" y="105"/>
                      <a:pt x="179" y="108"/>
                      <a:pt x="179" y="114"/>
                    </a:cubicBezTo>
                    <a:cubicBezTo>
                      <a:pt x="179" y="119"/>
                      <a:pt x="181" y="122"/>
                      <a:pt x="183" y="122"/>
                    </a:cubicBezTo>
                    <a:cubicBezTo>
                      <a:pt x="184" y="122"/>
                      <a:pt x="186" y="119"/>
                      <a:pt x="186" y="114"/>
                    </a:cubicBezTo>
                    <a:cubicBezTo>
                      <a:pt x="186" y="108"/>
                      <a:pt x="184" y="105"/>
                      <a:pt x="183" y="105"/>
                    </a:cubicBezTo>
                    <a:close/>
                    <a:moveTo>
                      <a:pt x="175" y="114"/>
                    </a:moveTo>
                    <a:cubicBezTo>
                      <a:pt x="175" y="108"/>
                      <a:pt x="177" y="104"/>
                      <a:pt x="179" y="102"/>
                    </a:cubicBezTo>
                    <a:cubicBezTo>
                      <a:pt x="179" y="102"/>
                      <a:pt x="178" y="101"/>
                      <a:pt x="177" y="101"/>
                    </a:cubicBezTo>
                    <a:cubicBezTo>
                      <a:pt x="173" y="101"/>
                      <a:pt x="173" y="101"/>
                      <a:pt x="173" y="101"/>
                    </a:cubicBezTo>
                    <a:cubicBezTo>
                      <a:pt x="145" y="119"/>
                      <a:pt x="145" y="119"/>
                      <a:pt x="145" y="119"/>
                    </a:cubicBezTo>
                    <a:cubicBezTo>
                      <a:pt x="148" y="123"/>
                      <a:pt x="155" y="126"/>
                      <a:pt x="163" y="126"/>
                    </a:cubicBezTo>
                    <a:cubicBezTo>
                      <a:pt x="163" y="126"/>
                      <a:pt x="164" y="126"/>
                      <a:pt x="164" y="126"/>
                    </a:cubicBezTo>
                    <a:cubicBezTo>
                      <a:pt x="164" y="126"/>
                      <a:pt x="164" y="126"/>
                      <a:pt x="164" y="126"/>
                    </a:cubicBezTo>
                    <a:cubicBezTo>
                      <a:pt x="169" y="126"/>
                      <a:pt x="174" y="126"/>
                      <a:pt x="177" y="126"/>
                    </a:cubicBezTo>
                    <a:cubicBezTo>
                      <a:pt x="177" y="126"/>
                      <a:pt x="177" y="126"/>
                      <a:pt x="177" y="126"/>
                    </a:cubicBezTo>
                    <a:cubicBezTo>
                      <a:pt x="177" y="126"/>
                      <a:pt x="177" y="126"/>
                      <a:pt x="177" y="126"/>
                    </a:cubicBezTo>
                    <a:cubicBezTo>
                      <a:pt x="177" y="126"/>
                      <a:pt x="177" y="126"/>
                      <a:pt x="177" y="126"/>
                    </a:cubicBezTo>
                    <a:cubicBezTo>
                      <a:pt x="177" y="126"/>
                      <a:pt x="177" y="126"/>
                      <a:pt x="178" y="126"/>
                    </a:cubicBezTo>
                    <a:cubicBezTo>
                      <a:pt x="178" y="126"/>
                      <a:pt x="179" y="126"/>
                      <a:pt x="179" y="125"/>
                    </a:cubicBezTo>
                    <a:cubicBezTo>
                      <a:pt x="177" y="123"/>
                      <a:pt x="175" y="119"/>
                      <a:pt x="175" y="114"/>
                    </a:cubicBezTo>
                    <a:close/>
                    <a:moveTo>
                      <a:pt x="182" y="41"/>
                    </a:moveTo>
                    <a:cubicBezTo>
                      <a:pt x="181" y="41"/>
                      <a:pt x="180" y="43"/>
                      <a:pt x="179" y="46"/>
                    </a:cubicBezTo>
                    <a:cubicBezTo>
                      <a:pt x="185" y="46"/>
                      <a:pt x="185" y="46"/>
                      <a:pt x="185" y="46"/>
                    </a:cubicBezTo>
                    <a:cubicBezTo>
                      <a:pt x="185" y="43"/>
                      <a:pt x="183" y="41"/>
                      <a:pt x="182" y="41"/>
                    </a:cubicBezTo>
                    <a:close/>
                    <a:moveTo>
                      <a:pt x="173" y="46"/>
                    </a:moveTo>
                    <a:cubicBezTo>
                      <a:pt x="173" y="46"/>
                      <a:pt x="173" y="46"/>
                      <a:pt x="173" y="46"/>
                    </a:cubicBezTo>
                    <a:cubicBezTo>
                      <a:pt x="175" y="46"/>
                      <a:pt x="175" y="46"/>
                      <a:pt x="175" y="46"/>
                    </a:cubicBezTo>
                    <a:cubicBezTo>
                      <a:pt x="176" y="42"/>
                      <a:pt x="177" y="40"/>
                      <a:pt x="179" y="38"/>
                    </a:cubicBezTo>
                    <a:cubicBezTo>
                      <a:pt x="179" y="38"/>
                      <a:pt x="178" y="38"/>
                      <a:pt x="177" y="38"/>
                    </a:cubicBezTo>
                    <a:cubicBezTo>
                      <a:pt x="176" y="38"/>
                      <a:pt x="164" y="38"/>
                      <a:pt x="164" y="38"/>
                    </a:cubicBezTo>
                    <a:cubicBezTo>
                      <a:pt x="164" y="38"/>
                      <a:pt x="163" y="38"/>
                      <a:pt x="163" y="38"/>
                    </a:cubicBezTo>
                    <a:cubicBezTo>
                      <a:pt x="160" y="38"/>
                      <a:pt x="157" y="38"/>
                      <a:pt x="155" y="39"/>
                    </a:cubicBezTo>
                    <a:cubicBezTo>
                      <a:pt x="163" y="46"/>
                      <a:pt x="163" y="46"/>
                      <a:pt x="163" y="46"/>
                    </a:cubicBezTo>
                    <a:cubicBezTo>
                      <a:pt x="173" y="46"/>
                      <a:pt x="173" y="46"/>
                      <a:pt x="173" y="46"/>
                    </a:cubicBezTo>
                    <a:cubicBezTo>
                      <a:pt x="173" y="46"/>
                      <a:pt x="173" y="46"/>
                      <a:pt x="173" y="46"/>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7203" tIns="33601" rIns="67203" bIns="33601" numCol="1" anchor="t" anchorCtr="0" compatLnSpc="1">
                <a:prstTxWarp prst="textNoShape">
                  <a:avLst/>
                </a:prstTxWarp>
              </a:bodyPr>
              <a:lstStyle/>
              <a:p>
                <a:pPr defTabSz="685450" fontAlgn="auto">
                  <a:spcBef>
                    <a:spcPts val="0"/>
                  </a:spcBef>
                  <a:spcAft>
                    <a:spcPts val="0"/>
                  </a:spcAft>
                </a:pPr>
                <a:endParaRPr lang="en-US" sz="1324" dirty="0">
                  <a:solidFill>
                    <a:srgbClr val="505050"/>
                  </a:solidFill>
                  <a:latin typeface="Segoe UI"/>
                </a:endParaRPr>
              </a:p>
            </p:txBody>
          </p:sp>
          <p:sp>
            <p:nvSpPr>
              <p:cNvPr id="686" name="Freeform 260"/>
              <p:cNvSpPr>
                <a:spLocks noEditPoints="1"/>
              </p:cNvSpPr>
              <p:nvPr/>
            </p:nvSpPr>
            <p:spPr bwMode="auto">
              <a:xfrm>
                <a:off x="9867428" y="3949608"/>
                <a:ext cx="118926" cy="193976"/>
              </a:xfrm>
              <a:custGeom>
                <a:avLst/>
                <a:gdLst>
                  <a:gd name="T0" fmla="*/ 78 w 155"/>
                  <a:gd name="T1" fmla="*/ 0 h 252"/>
                  <a:gd name="T2" fmla="*/ 77 w 155"/>
                  <a:gd name="T3" fmla="*/ 0 h 252"/>
                  <a:gd name="T4" fmla="*/ 0 w 155"/>
                  <a:gd name="T5" fmla="*/ 73 h 252"/>
                  <a:gd name="T6" fmla="*/ 27 w 155"/>
                  <a:gd name="T7" fmla="*/ 133 h 252"/>
                  <a:gd name="T8" fmla="*/ 33 w 155"/>
                  <a:gd name="T9" fmla="*/ 146 h 252"/>
                  <a:gd name="T10" fmla="*/ 35 w 155"/>
                  <a:gd name="T11" fmla="*/ 161 h 252"/>
                  <a:gd name="T12" fmla="*/ 45 w 155"/>
                  <a:gd name="T13" fmla="*/ 183 h 252"/>
                  <a:gd name="T14" fmla="*/ 110 w 155"/>
                  <a:gd name="T15" fmla="*/ 183 h 252"/>
                  <a:gd name="T16" fmla="*/ 119 w 155"/>
                  <a:gd name="T17" fmla="*/ 161 h 252"/>
                  <a:gd name="T18" fmla="*/ 127 w 155"/>
                  <a:gd name="T19" fmla="*/ 133 h 252"/>
                  <a:gd name="T20" fmla="*/ 141 w 155"/>
                  <a:gd name="T21" fmla="*/ 109 h 252"/>
                  <a:gd name="T22" fmla="*/ 155 w 155"/>
                  <a:gd name="T23" fmla="*/ 73 h 252"/>
                  <a:gd name="T24" fmla="*/ 78 w 155"/>
                  <a:gd name="T25" fmla="*/ 0 h 252"/>
                  <a:gd name="T26" fmla="*/ 56 w 155"/>
                  <a:gd name="T27" fmla="*/ 44 h 252"/>
                  <a:gd name="T28" fmla="*/ 56 w 155"/>
                  <a:gd name="T29" fmla="*/ 44 h 252"/>
                  <a:gd name="T30" fmla="*/ 41 w 155"/>
                  <a:gd name="T31" fmla="*/ 66 h 252"/>
                  <a:gd name="T32" fmla="*/ 41 w 155"/>
                  <a:gd name="T33" fmla="*/ 66 h 252"/>
                  <a:gd name="T34" fmla="*/ 32 w 155"/>
                  <a:gd name="T35" fmla="*/ 75 h 252"/>
                  <a:gd name="T36" fmla="*/ 22 w 155"/>
                  <a:gd name="T37" fmla="*/ 65 h 252"/>
                  <a:gd name="T38" fmla="*/ 22 w 155"/>
                  <a:gd name="T39" fmla="*/ 64 h 252"/>
                  <a:gd name="T40" fmla="*/ 50 w 155"/>
                  <a:gd name="T41" fmla="*/ 25 h 252"/>
                  <a:gd name="T42" fmla="*/ 52 w 155"/>
                  <a:gd name="T43" fmla="*/ 25 h 252"/>
                  <a:gd name="T44" fmla="*/ 62 w 155"/>
                  <a:gd name="T45" fmla="*/ 34 h 252"/>
                  <a:gd name="T46" fmla="*/ 56 w 155"/>
                  <a:gd name="T47" fmla="*/ 44 h 252"/>
                  <a:gd name="T48" fmla="*/ 70 w 155"/>
                  <a:gd name="T49" fmla="*/ 252 h 252"/>
                  <a:gd name="T50" fmla="*/ 84 w 155"/>
                  <a:gd name="T51" fmla="*/ 252 h 252"/>
                  <a:gd name="T52" fmla="*/ 94 w 155"/>
                  <a:gd name="T53" fmla="*/ 245 h 252"/>
                  <a:gd name="T54" fmla="*/ 61 w 155"/>
                  <a:gd name="T55" fmla="*/ 245 h 252"/>
                  <a:gd name="T56" fmla="*/ 70 w 155"/>
                  <a:gd name="T57" fmla="*/ 252 h 252"/>
                  <a:gd name="T58" fmla="*/ 102 w 155"/>
                  <a:gd name="T59" fmla="*/ 193 h 252"/>
                  <a:gd name="T60" fmla="*/ 53 w 155"/>
                  <a:gd name="T61" fmla="*/ 193 h 252"/>
                  <a:gd name="T62" fmla="*/ 42 w 155"/>
                  <a:gd name="T63" fmla="*/ 202 h 252"/>
                  <a:gd name="T64" fmla="*/ 53 w 155"/>
                  <a:gd name="T65" fmla="*/ 211 h 252"/>
                  <a:gd name="T66" fmla="*/ 102 w 155"/>
                  <a:gd name="T67" fmla="*/ 211 h 252"/>
                  <a:gd name="T68" fmla="*/ 112 w 155"/>
                  <a:gd name="T69" fmla="*/ 202 h 252"/>
                  <a:gd name="T70" fmla="*/ 102 w 155"/>
                  <a:gd name="T71" fmla="*/ 193 h 252"/>
                  <a:gd name="T72" fmla="*/ 100 w 155"/>
                  <a:gd name="T73" fmla="*/ 219 h 252"/>
                  <a:gd name="T74" fmla="*/ 54 w 155"/>
                  <a:gd name="T75" fmla="*/ 219 h 252"/>
                  <a:gd name="T76" fmla="*/ 44 w 155"/>
                  <a:gd name="T77" fmla="*/ 227 h 252"/>
                  <a:gd name="T78" fmla="*/ 54 w 155"/>
                  <a:gd name="T79" fmla="*/ 236 h 252"/>
                  <a:gd name="T80" fmla="*/ 101 w 155"/>
                  <a:gd name="T81" fmla="*/ 236 h 252"/>
                  <a:gd name="T82" fmla="*/ 111 w 155"/>
                  <a:gd name="T83" fmla="*/ 227 h 252"/>
                  <a:gd name="T84" fmla="*/ 100 w 155"/>
                  <a:gd name="T85" fmla="*/ 219 h 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55" h="252">
                    <a:moveTo>
                      <a:pt x="78" y="0"/>
                    </a:moveTo>
                    <a:cubicBezTo>
                      <a:pt x="77" y="0"/>
                      <a:pt x="77" y="0"/>
                      <a:pt x="77" y="0"/>
                    </a:cubicBezTo>
                    <a:cubicBezTo>
                      <a:pt x="34" y="0"/>
                      <a:pt x="0" y="33"/>
                      <a:pt x="0" y="73"/>
                    </a:cubicBezTo>
                    <a:cubicBezTo>
                      <a:pt x="0" y="96"/>
                      <a:pt x="17" y="113"/>
                      <a:pt x="27" y="133"/>
                    </a:cubicBezTo>
                    <a:cubicBezTo>
                      <a:pt x="30" y="138"/>
                      <a:pt x="31" y="142"/>
                      <a:pt x="33" y="146"/>
                    </a:cubicBezTo>
                    <a:cubicBezTo>
                      <a:pt x="34" y="152"/>
                      <a:pt x="35" y="156"/>
                      <a:pt x="35" y="161"/>
                    </a:cubicBezTo>
                    <a:cubicBezTo>
                      <a:pt x="36" y="170"/>
                      <a:pt x="37" y="178"/>
                      <a:pt x="45" y="183"/>
                    </a:cubicBezTo>
                    <a:cubicBezTo>
                      <a:pt x="110" y="183"/>
                      <a:pt x="110" y="183"/>
                      <a:pt x="110" y="183"/>
                    </a:cubicBezTo>
                    <a:cubicBezTo>
                      <a:pt x="117" y="178"/>
                      <a:pt x="118" y="170"/>
                      <a:pt x="119" y="161"/>
                    </a:cubicBezTo>
                    <a:cubicBezTo>
                      <a:pt x="121" y="153"/>
                      <a:pt x="121" y="145"/>
                      <a:pt x="127" y="133"/>
                    </a:cubicBezTo>
                    <a:cubicBezTo>
                      <a:pt x="131" y="124"/>
                      <a:pt x="137" y="117"/>
                      <a:pt x="141" y="109"/>
                    </a:cubicBezTo>
                    <a:cubicBezTo>
                      <a:pt x="149" y="98"/>
                      <a:pt x="155" y="87"/>
                      <a:pt x="155" y="73"/>
                    </a:cubicBezTo>
                    <a:cubicBezTo>
                      <a:pt x="155" y="33"/>
                      <a:pt x="120" y="0"/>
                      <a:pt x="78" y="0"/>
                    </a:cubicBezTo>
                    <a:close/>
                    <a:moveTo>
                      <a:pt x="56" y="44"/>
                    </a:moveTo>
                    <a:cubicBezTo>
                      <a:pt x="56" y="44"/>
                      <a:pt x="56" y="44"/>
                      <a:pt x="56" y="44"/>
                    </a:cubicBezTo>
                    <a:cubicBezTo>
                      <a:pt x="46" y="46"/>
                      <a:pt x="42" y="57"/>
                      <a:pt x="41" y="66"/>
                    </a:cubicBezTo>
                    <a:cubicBezTo>
                      <a:pt x="41" y="66"/>
                      <a:pt x="41" y="66"/>
                      <a:pt x="41" y="66"/>
                    </a:cubicBezTo>
                    <a:cubicBezTo>
                      <a:pt x="41" y="71"/>
                      <a:pt x="37" y="75"/>
                      <a:pt x="32" y="75"/>
                    </a:cubicBezTo>
                    <a:cubicBezTo>
                      <a:pt x="26" y="75"/>
                      <a:pt x="22" y="71"/>
                      <a:pt x="22" y="65"/>
                    </a:cubicBezTo>
                    <a:cubicBezTo>
                      <a:pt x="22" y="65"/>
                      <a:pt x="22" y="64"/>
                      <a:pt x="22" y="64"/>
                    </a:cubicBezTo>
                    <a:cubicBezTo>
                      <a:pt x="24" y="45"/>
                      <a:pt x="35" y="30"/>
                      <a:pt x="50" y="25"/>
                    </a:cubicBezTo>
                    <a:cubicBezTo>
                      <a:pt x="50" y="25"/>
                      <a:pt x="52" y="25"/>
                      <a:pt x="52" y="25"/>
                    </a:cubicBezTo>
                    <a:cubicBezTo>
                      <a:pt x="57" y="25"/>
                      <a:pt x="62" y="29"/>
                      <a:pt x="62" y="34"/>
                    </a:cubicBezTo>
                    <a:cubicBezTo>
                      <a:pt x="62" y="39"/>
                      <a:pt x="59" y="42"/>
                      <a:pt x="56" y="44"/>
                    </a:cubicBezTo>
                    <a:close/>
                    <a:moveTo>
                      <a:pt x="70" y="252"/>
                    </a:moveTo>
                    <a:cubicBezTo>
                      <a:pt x="84" y="252"/>
                      <a:pt x="84" y="252"/>
                      <a:pt x="84" y="252"/>
                    </a:cubicBezTo>
                    <a:cubicBezTo>
                      <a:pt x="89" y="252"/>
                      <a:pt x="93" y="249"/>
                      <a:pt x="94" y="245"/>
                    </a:cubicBezTo>
                    <a:cubicBezTo>
                      <a:pt x="61" y="245"/>
                      <a:pt x="61" y="245"/>
                      <a:pt x="61" y="245"/>
                    </a:cubicBezTo>
                    <a:cubicBezTo>
                      <a:pt x="61" y="249"/>
                      <a:pt x="65" y="252"/>
                      <a:pt x="70" y="252"/>
                    </a:cubicBezTo>
                    <a:close/>
                    <a:moveTo>
                      <a:pt x="102" y="193"/>
                    </a:moveTo>
                    <a:cubicBezTo>
                      <a:pt x="53" y="193"/>
                      <a:pt x="53" y="193"/>
                      <a:pt x="53" y="193"/>
                    </a:cubicBezTo>
                    <a:cubicBezTo>
                      <a:pt x="47" y="193"/>
                      <a:pt x="42" y="197"/>
                      <a:pt x="42" y="202"/>
                    </a:cubicBezTo>
                    <a:cubicBezTo>
                      <a:pt x="42" y="206"/>
                      <a:pt x="47" y="210"/>
                      <a:pt x="53" y="211"/>
                    </a:cubicBezTo>
                    <a:cubicBezTo>
                      <a:pt x="102" y="211"/>
                      <a:pt x="102" y="211"/>
                      <a:pt x="102" y="211"/>
                    </a:cubicBezTo>
                    <a:cubicBezTo>
                      <a:pt x="107" y="211"/>
                      <a:pt x="112" y="207"/>
                      <a:pt x="112" y="202"/>
                    </a:cubicBezTo>
                    <a:cubicBezTo>
                      <a:pt x="112" y="197"/>
                      <a:pt x="107" y="193"/>
                      <a:pt x="102" y="193"/>
                    </a:cubicBezTo>
                    <a:close/>
                    <a:moveTo>
                      <a:pt x="100" y="219"/>
                    </a:moveTo>
                    <a:cubicBezTo>
                      <a:pt x="54" y="219"/>
                      <a:pt x="54" y="219"/>
                      <a:pt x="54" y="219"/>
                    </a:cubicBezTo>
                    <a:cubicBezTo>
                      <a:pt x="48" y="219"/>
                      <a:pt x="44" y="223"/>
                      <a:pt x="44" y="227"/>
                    </a:cubicBezTo>
                    <a:cubicBezTo>
                      <a:pt x="44" y="232"/>
                      <a:pt x="49" y="236"/>
                      <a:pt x="54" y="236"/>
                    </a:cubicBezTo>
                    <a:cubicBezTo>
                      <a:pt x="101" y="236"/>
                      <a:pt x="101" y="236"/>
                      <a:pt x="101" y="236"/>
                    </a:cubicBezTo>
                    <a:cubicBezTo>
                      <a:pt x="106" y="236"/>
                      <a:pt x="111" y="232"/>
                      <a:pt x="111" y="227"/>
                    </a:cubicBezTo>
                    <a:cubicBezTo>
                      <a:pt x="111" y="223"/>
                      <a:pt x="106" y="219"/>
                      <a:pt x="100" y="219"/>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7203" tIns="33601" rIns="67203" bIns="33601" numCol="1" anchor="t" anchorCtr="0" compatLnSpc="1">
                <a:prstTxWarp prst="textNoShape">
                  <a:avLst/>
                </a:prstTxWarp>
              </a:bodyPr>
              <a:lstStyle/>
              <a:p>
                <a:pPr defTabSz="685450" fontAlgn="auto">
                  <a:spcBef>
                    <a:spcPts val="0"/>
                  </a:spcBef>
                  <a:spcAft>
                    <a:spcPts val="0"/>
                  </a:spcAft>
                </a:pPr>
                <a:endParaRPr lang="en-US" sz="1324" dirty="0">
                  <a:solidFill>
                    <a:srgbClr val="505050"/>
                  </a:solidFill>
                  <a:latin typeface="Segoe UI"/>
                </a:endParaRPr>
              </a:p>
            </p:txBody>
          </p:sp>
          <p:sp>
            <p:nvSpPr>
              <p:cNvPr id="687" name="Freeform 261"/>
              <p:cNvSpPr>
                <a:spLocks noEditPoints="1"/>
              </p:cNvSpPr>
              <p:nvPr/>
            </p:nvSpPr>
            <p:spPr bwMode="auto">
              <a:xfrm>
                <a:off x="10493264" y="3332613"/>
                <a:ext cx="146636" cy="174347"/>
              </a:xfrm>
              <a:custGeom>
                <a:avLst/>
                <a:gdLst>
                  <a:gd name="T0" fmla="*/ 177 w 190"/>
                  <a:gd name="T1" fmla="*/ 177 h 226"/>
                  <a:gd name="T2" fmla="*/ 105 w 190"/>
                  <a:gd name="T3" fmla="*/ 177 h 226"/>
                  <a:gd name="T4" fmla="*/ 147 w 190"/>
                  <a:gd name="T5" fmla="*/ 68 h 226"/>
                  <a:gd name="T6" fmla="*/ 148 w 190"/>
                  <a:gd name="T7" fmla="*/ 56 h 226"/>
                  <a:gd name="T8" fmla="*/ 148 w 190"/>
                  <a:gd name="T9" fmla="*/ 55 h 226"/>
                  <a:gd name="T10" fmla="*/ 94 w 190"/>
                  <a:gd name="T11" fmla="*/ 0 h 226"/>
                  <a:gd name="T12" fmla="*/ 40 w 190"/>
                  <a:gd name="T13" fmla="*/ 55 h 226"/>
                  <a:gd name="T14" fmla="*/ 40 w 190"/>
                  <a:gd name="T15" fmla="*/ 58 h 226"/>
                  <a:gd name="T16" fmla="*/ 41 w 190"/>
                  <a:gd name="T17" fmla="*/ 68 h 226"/>
                  <a:gd name="T18" fmla="*/ 83 w 190"/>
                  <a:gd name="T19" fmla="*/ 177 h 226"/>
                  <a:gd name="T20" fmla="*/ 12 w 190"/>
                  <a:gd name="T21" fmla="*/ 177 h 226"/>
                  <a:gd name="T22" fmla="*/ 0 w 190"/>
                  <a:gd name="T23" fmla="*/ 226 h 226"/>
                  <a:gd name="T24" fmla="*/ 190 w 190"/>
                  <a:gd name="T25" fmla="*/ 226 h 226"/>
                  <a:gd name="T26" fmla="*/ 177 w 190"/>
                  <a:gd name="T27" fmla="*/ 177 h 226"/>
                  <a:gd name="T28" fmla="*/ 177 w 190"/>
                  <a:gd name="T29" fmla="*/ 177 h 226"/>
                  <a:gd name="T30" fmla="*/ 77 w 190"/>
                  <a:gd name="T31" fmla="*/ 48 h 226"/>
                  <a:gd name="T32" fmla="*/ 94 w 190"/>
                  <a:gd name="T33" fmla="*/ 31 h 226"/>
                  <a:gd name="T34" fmla="*/ 112 w 190"/>
                  <a:gd name="T35" fmla="*/ 48 h 226"/>
                  <a:gd name="T36" fmla="*/ 94 w 190"/>
                  <a:gd name="T37" fmla="*/ 66 h 226"/>
                  <a:gd name="T38" fmla="*/ 77 w 190"/>
                  <a:gd name="T39" fmla="*/ 48 h 226"/>
                  <a:gd name="T40" fmla="*/ 18 w 190"/>
                  <a:gd name="T41" fmla="*/ 185 h 226"/>
                  <a:gd name="T42" fmla="*/ 86 w 190"/>
                  <a:gd name="T43" fmla="*/ 185 h 226"/>
                  <a:gd name="T44" fmla="*/ 94 w 190"/>
                  <a:gd name="T45" fmla="*/ 206 h 226"/>
                  <a:gd name="T46" fmla="*/ 102 w 190"/>
                  <a:gd name="T47" fmla="*/ 185 h 226"/>
                  <a:gd name="T48" fmla="*/ 171 w 190"/>
                  <a:gd name="T49" fmla="*/ 185 h 226"/>
                  <a:gd name="T50" fmla="*/ 179 w 190"/>
                  <a:gd name="T51" fmla="*/ 217 h 226"/>
                  <a:gd name="T52" fmla="*/ 10 w 190"/>
                  <a:gd name="T53" fmla="*/ 217 h 226"/>
                  <a:gd name="T54" fmla="*/ 18 w 190"/>
                  <a:gd name="T55" fmla="*/ 185 h 226"/>
                  <a:gd name="T56" fmla="*/ 18 w 190"/>
                  <a:gd name="T57" fmla="*/ 185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90" h="226">
                    <a:moveTo>
                      <a:pt x="177" y="177"/>
                    </a:moveTo>
                    <a:cubicBezTo>
                      <a:pt x="105" y="177"/>
                      <a:pt x="105" y="177"/>
                      <a:pt x="105" y="177"/>
                    </a:cubicBezTo>
                    <a:cubicBezTo>
                      <a:pt x="147" y="68"/>
                      <a:pt x="147" y="68"/>
                      <a:pt x="147" y="68"/>
                    </a:cubicBezTo>
                    <a:cubicBezTo>
                      <a:pt x="148" y="64"/>
                      <a:pt x="148" y="60"/>
                      <a:pt x="148" y="56"/>
                    </a:cubicBezTo>
                    <a:cubicBezTo>
                      <a:pt x="148" y="56"/>
                      <a:pt x="148" y="55"/>
                      <a:pt x="148" y="55"/>
                    </a:cubicBezTo>
                    <a:cubicBezTo>
                      <a:pt x="148" y="25"/>
                      <a:pt x="124" y="0"/>
                      <a:pt x="94" y="0"/>
                    </a:cubicBezTo>
                    <a:cubicBezTo>
                      <a:pt x="64" y="0"/>
                      <a:pt x="40" y="25"/>
                      <a:pt x="40" y="55"/>
                    </a:cubicBezTo>
                    <a:cubicBezTo>
                      <a:pt x="40" y="56"/>
                      <a:pt x="40" y="57"/>
                      <a:pt x="40" y="58"/>
                    </a:cubicBezTo>
                    <a:cubicBezTo>
                      <a:pt x="40" y="61"/>
                      <a:pt x="40" y="65"/>
                      <a:pt x="41" y="68"/>
                    </a:cubicBezTo>
                    <a:cubicBezTo>
                      <a:pt x="62" y="123"/>
                      <a:pt x="75" y="157"/>
                      <a:pt x="83" y="177"/>
                    </a:cubicBezTo>
                    <a:cubicBezTo>
                      <a:pt x="12" y="177"/>
                      <a:pt x="12" y="177"/>
                      <a:pt x="12" y="177"/>
                    </a:cubicBezTo>
                    <a:cubicBezTo>
                      <a:pt x="0" y="226"/>
                      <a:pt x="0" y="226"/>
                      <a:pt x="0" y="226"/>
                    </a:cubicBezTo>
                    <a:cubicBezTo>
                      <a:pt x="190" y="226"/>
                      <a:pt x="190" y="226"/>
                      <a:pt x="190" y="226"/>
                    </a:cubicBezTo>
                    <a:cubicBezTo>
                      <a:pt x="177" y="177"/>
                      <a:pt x="177" y="177"/>
                      <a:pt x="177" y="177"/>
                    </a:cubicBezTo>
                    <a:cubicBezTo>
                      <a:pt x="177" y="177"/>
                      <a:pt x="177" y="177"/>
                      <a:pt x="177" y="177"/>
                    </a:cubicBezTo>
                    <a:close/>
                    <a:moveTo>
                      <a:pt x="77" y="48"/>
                    </a:moveTo>
                    <a:cubicBezTo>
                      <a:pt x="77" y="39"/>
                      <a:pt x="85" y="31"/>
                      <a:pt x="94" y="31"/>
                    </a:cubicBezTo>
                    <a:cubicBezTo>
                      <a:pt x="104" y="31"/>
                      <a:pt x="112" y="39"/>
                      <a:pt x="112" y="48"/>
                    </a:cubicBezTo>
                    <a:cubicBezTo>
                      <a:pt x="112" y="58"/>
                      <a:pt x="104" y="66"/>
                      <a:pt x="94" y="66"/>
                    </a:cubicBezTo>
                    <a:cubicBezTo>
                      <a:pt x="85" y="66"/>
                      <a:pt x="77" y="58"/>
                      <a:pt x="77" y="48"/>
                    </a:cubicBezTo>
                    <a:close/>
                    <a:moveTo>
                      <a:pt x="18" y="185"/>
                    </a:moveTo>
                    <a:cubicBezTo>
                      <a:pt x="86" y="185"/>
                      <a:pt x="86" y="185"/>
                      <a:pt x="86" y="185"/>
                    </a:cubicBezTo>
                    <a:cubicBezTo>
                      <a:pt x="94" y="206"/>
                      <a:pt x="94" y="206"/>
                      <a:pt x="94" y="206"/>
                    </a:cubicBezTo>
                    <a:cubicBezTo>
                      <a:pt x="97" y="199"/>
                      <a:pt x="99" y="192"/>
                      <a:pt x="102" y="185"/>
                    </a:cubicBezTo>
                    <a:cubicBezTo>
                      <a:pt x="171" y="185"/>
                      <a:pt x="171" y="185"/>
                      <a:pt x="171" y="185"/>
                    </a:cubicBezTo>
                    <a:cubicBezTo>
                      <a:pt x="179" y="217"/>
                      <a:pt x="179" y="217"/>
                      <a:pt x="179" y="217"/>
                    </a:cubicBezTo>
                    <a:cubicBezTo>
                      <a:pt x="10" y="217"/>
                      <a:pt x="10" y="217"/>
                      <a:pt x="10" y="217"/>
                    </a:cubicBezTo>
                    <a:cubicBezTo>
                      <a:pt x="18" y="185"/>
                      <a:pt x="18" y="185"/>
                      <a:pt x="18" y="185"/>
                    </a:cubicBezTo>
                    <a:cubicBezTo>
                      <a:pt x="18" y="185"/>
                      <a:pt x="18" y="185"/>
                      <a:pt x="18" y="185"/>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7203" tIns="33601" rIns="67203" bIns="33601" numCol="1" anchor="t" anchorCtr="0" compatLnSpc="1">
                <a:prstTxWarp prst="textNoShape">
                  <a:avLst/>
                </a:prstTxWarp>
              </a:bodyPr>
              <a:lstStyle/>
              <a:p>
                <a:pPr defTabSz="685450" fontAlgn="auto">
                  <a:spcBef>
                    <a:spcPts val="0"/>
                  </a:spcBef>
                  <a:spcAft>
                    <a:spcPts val="0"/>
                  </a:spcAft>
                </a:pPr>
                <a:endParaRPr lang="en-US" sz="1324" dirty="0">
                  <a:solidFill>
                    <a:srgbClr val="505050"/>
                  </a:solidFill>
                  <a:latin typeface="Segoe UI"/>
                </a:endParaRPr>
              </a:p>
            </p:txBody>
          </p:sp>
          <p:sp>
            <p:nvSpPr>
              <p:cNvPr id="688" name="Freeform 262"/>
              <p:cNvSpPr>
                <a:spLocks noEditPoints="1"/>
              </p:cNvSpPr>
              <p:nvPr/>
            </p:nvSpPr>
            <p:spPr bwMode="auto">
              <a:xfrm>
                <a:off x="9571227" y="3389410"/>
                <a:ext cx="237851" cy="178966"/>
              </a:xfrm>
              <a:custGeom>
                <a:avLst/>
                <a:gdLst>
                  <a:gd name="T0" fmla="*/ 178 w 308"/>
                  <a:gd name="T1" fmla="*/ 20 h 232"/>
                  <a:gd name="T2" fmla="*/ 105 w 308"/>
                  <a:gd name="T3" fmla="*/ 0 h 232"/>
                  <a:gd name="T4" fmla="*/ 32 w 308"/>
                  <a:gd name="T5" fmla="*/ 20 h 232"/>
                  <a:gd name="T6" fmla="*/ 0 w 308"/>
                  <a:gd name="T7" fmla="*/ 73 h 232"/>
                  <a:gd name="T8" fmla="*/ 35 w 308"/>
                  <a:gd name="T9" fmla="*/ 127 h 232"/>
                  <a:gd name="T10" fmla="*/ 28 w 308"/>
                  <a:gd name="T11" fmla="*/ 161 h 232"/>
                  <a:gd name="T12" fmla="*/ 22 w 308"/>
                  <a:gd name="T13" fmla="*/ 189 h 232"/>
                  <a:gd name="T14" fmla="*/ 21 w 308"/>
                  <a:gd name="T15" fmla="*/ 196 h 232"/>
                  <a:gd name="T16" fmla="*/ 26 w 308"/>
                  <a:gd name="T17" fmla="*/ 191 h 232"/>
                  <a:gd name="T18" fmla="*/ 45 w 308"/>
                  <a:gd name="T19" fmla="*/ 169 h 232"/>
                  <a:gd name="T20" fmla="*/ 72 w 308"/>
                  <a:gd name="T21" fmla="*/ 141 h 232"/>
                  <a:gd name="T22" fmla="*/ 105 w 308"/>
                  <a:gd name="T23" fmla="*/ 146 h 232"/>
                  <a:gd name="T24" fmla="*/ 178 w 308"/>
                  <a:gd name="T25" fmla="*/ 125 h 232"/>
                  <a:gd name="T26" fmla="*/ 210 w 308"/>
                  <a:gd name="T27" fmla="*/ 73 h 232"/>
                  <a:gd name="T28" fmla="*/ 178 w 308"/>
                  <a:gd name="T29" fmla="*/ 20 h 232"/>
                  <a:gd name="T30" fmla="*/ 49 w 308"/>
                  <a:gd name="T31" fmla="*/ 122 h 232"/>
                  <a:gd name="T32" fmla="*/ 49 w 308"/>
                  <a:gd name="T33" fmla="*/ 120 h 232"/>
                  <a:gd name="T34" fmla="*/ 47 w 308"/>
                  <a:gd name="T35" fmla="*/ 120 h 232"/>
                  <a:gd name="T36" fmla="*/ 13 w 308"/>
                  <a:gd name="T37" fmla="*/ 73 h 232"/>
                  <a:gd name="T38" fmla="*/ 105 w 308"/>
                  <a:gd name="T39" fmla="*/ 12 h 232"/>
                  <a:gd name="T40" fmla="*/ 198 w 308"/>
                  <a:gd name="T41" fmla="*/ 73 h 232"/>
                  <a:gd name="T42" fmla="*/ 105 w 308"/>
                  <a:gd name="T43" fmla="*/ 133 h 232"/>
                  <a:gd name="T44" fmla="*/ 69 w 308"/>
                  <a:gd name="T45" fmla="*/ 128 h 232"/>
                  <a:gd name="T46" fmla="*/ 68 w 308"/>
                  <a:gd name="T47" fmla="*/ 128 h 232"/>
                  <a:gd name="T48" fmla="*/ 67 w 308"/>
                  <a:gd name="T49" fmla="*/ 129 h 232"/>
                  <a:gd name="T50" fmla="*/ 42 w 308"/>
                  <a:gd name="T51" fmla="*/ 156 h 232"/>
                  <a:gd name="T52" fmla="*/ 49 w 308"/>
                  <a:gd name="T53" fmla="*/ 122 h 232"/>
                  <a:gd name="T54" fmla="*/ 49 w 308"/>
                  <a:gd name="T55" fmla="*/ 122 h 232"/>
                  <a:gd name="T56" fmla="*/ 308 w 308"/>
                  <a:gd name="T57" fmla="*/ 128 h 232"/>
                  <a:gd name="T58" fmla="*/ 280 w 308"/>
                  <a:gd name="T59" fmla="*/ 174 h 232"/>
                  <a:gd name="T60" fmla="*/ 285 w 308"/>
                  <a:gd name="T61" fmla="*/ 201 h 232"/>
                  <a:gd name="T62" fmla="*/ 289 w 308"/>
                  <a:gd name="T63" fmla="*/ 226 h 232"/>
                  <a:gd name="T64" fmla="*/ 291 w 308"/>
                  <a:gd name="T65" fmla="*/ 232 h 232"/>
                  <a:gd name="T66" fmla="*/ 286 w 308"/>
                  <a:gd name="T67" fmla="*/ 227 h 232"/>
                  <a:gd name="T68" fmla="*/ 270 w 308"/>
                  <a:gd name="T69" fmla="*/ 209 h 232"/>
                  <a:gd name="T70" fmla="*/ 248 w 308"/>
                  <a:gd name="T71" fmla="*/ 186 h 232"/>
                  <a:gd name="T72" fmla="*/ 221 w 308"/>
                  <a:gd name="T73" fmla="*/ 189 h 232"/>
                  <a:gd name="T74" fmla="*/ 161 w 308"/>
                  <a:gd name="T75" fmla="*/ 172 h 232"/>
                  <a:gd name="T76" fmla="*/ 143 w 308"/>
                  <a:gd name="T77" fmla="*/ 155 h 232"/>
                  <a:gd name="T78" fmla="*/ 141 w 308"/>
                  <a:gd name="T79" fmla="*/ 153 h 232"/>
                  <a:gd name="T80" fmla="*/ 144 w 308"/>
                  <a:gd name="T81" fmla="*/ 152 h 232"/>
                  <a:gd name="T82" fmla="*/ 151 w 308"/>
                  <a:gd name="T83" fmla="*/ 150 h 232"/>
                  <a:gd name="T84" fmla="*/ 153 w 308"/>
                  <a:gd name="T85" fmla="*/ 149 h 232"/>
                  <a:gd name="T86" fmla="*/ 153 w 308"/>
                  <a:gd name="T87" fmla="*/ 151 h 232"/>
                  <a:gd name="T88" fmla="*/ 221 w 308"/>
                  <a:gd name="T89" fmla="*/ 178 h 232"/>
                  <a:gd name="T90" fmla="*/ 251 w 308"/>
                  <a:gd name="T91" fmla="*/ 174 h 232"/>
                  <a:gd name="T92" fmla="*/ 252 w 308"/>
                  <a:gd name="T93" fmla="*/ 174 h 232"/>
                  <a:gd name="T94" fmla="*/ 253 w 308"/>
                  <a:gd name="T95" fmla="*/ 174 h 232"/>
                  <a:gd name="T96" fmla="*/ 273 w 308"/>
                  <a:gd name="T97" fmla="*/ 197 h 232"/>
                  <a:gd name="T98" fmla="*/ 267 w 308"/>
                  <a:gd name="T99" fmla="*/ 169 h 232"/>
                  <a:gd name="T100" fmla="*/ 267 w 308"/>
                  <a:gd name="T101" fmla="*/ 168 h 232"/>
                  <a:gd name="T102" fmla="*/ 269 w 308"/>
                  <a:gd name="T103" fmla="*/ 167 h 232"/>
                  <a:gd name="T104" fmla="*/ 298 w 308"/>
                  <a:gd name="T105" fmla="*/ 128 h 232"/>
                  <a:gd name="T106" fmla="*/ 223 w 308"/>
                  <a:gd name="T107" fmla="*/ 78 h 232"/>
                  <a:gd name="T108" fmla="*/ 220 w 308"/>
                  <a:gd name="T109" fmla="*/ 78 h 232"/>
                  <a:gd name="T110" fmla="*/ 220 w 308"/>
                  <a:gd name="T111" fmla="*/ 76 h 232"/>
                  <a:gd name="T112" fmla="*/ 219 w 308"/>
                  <a:gd name="T113" fmla="*/ 70 h 232"/>
                  <a:gd name="T114" fmla="*/ 219 w 308"/>
                  <a:gd name="T115" fmla="*/ 67 h 232"/>
                  <a:gd name="T116" fmla="*/ 222 w 308"/>
                  <a:gd name="T117" fmla="*/ 67 h 232"/>
                  <a:gd name="T118" fmla="*/ 281 w 308"/>
                  <a:gd name="T119" fmla="*/ 84 h 232"/>
                  <a:gd name="T120" fmla="*/ 308 w 308"/>
                  <a:gd name="T121" fmla="*/ 128 h 2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308" h="232">
                    <a:moveTo>
                      <a:pt x="178" y="20"/>
                    </a:moveTo>
                    <a:cubicBezTo>
                      <a:pt x="159" y="6"/>
                      <a:pt x="132" y="0"/>
                      <a:pt x="105" y="0"/>
                    </a:cubicBezTo>
                    <a:cubicBezTo>
                      <a:pt x="78" y="0"/>
                      <a:pt x="52" y="6"/>
                      <a:pt x="32" y="20"/>
                    </a:cubicBezTo>
                    <a:cubicBezTo>
                      <a:pt x="12" y="33"/>
                      <a:pt x="0" y="52"/>
                      <a:pt x="0" y="73"/>
                    </a:cubicBezTo>
                    <a:cubicBezTo>
                      <a:pt x="0" y="93"/>
                      <a:pt x="13" y="113"/>
                      <a:pt x="35" y="127"/>
                    </a:cubicBezTo>
                    <a:cubicBezTo>
                      <a:pt x="28" y="161"/>
                      <a:pt x="28" y="161"/>
                      <a:pt x="28" y="161"/>
                    </a:cubicBezTo>
                    <a:cubicBezTo>
                      <a:pt x="22" y="189"/>
                      <a:pt x="22" y="189"/>
                      <a:pt x="22" y="189"/>
                    </a:cubicBezTo>
                    <a:cubicBezTo>
                      <a:pt x="21" y="196"/>
                      <a:pt x="21" y="196"/>
                      <a:pt x="21" y="196"/>
                    </a:cubicBezTo>
                    <a:cubicBezTo>
                      <a:pt x="26" y="191"/>
                      <a:pt x="26" y="191"/>
                      <a:pt x="26" y="191"/>
                    </a:cubicBezTo>
                    <a:cubicBezTo>
                      <a:pt x="45" y="169"/>
                      <a:pt x="45" y="169"/>
                      <a:pt x="45" y="169"/>
                    </a:cubicBezTo>
                    <a:cubicBezTo>
                      <a:pt x="72" y="141"/>
                      <a:pt x="72" y="141"/>
                      <a:pt x="72" y="141"/>
                    </a:cubicBezTo>
                    <a:cubicBezTo>
                      <a:pt x="83" y="144"/>
                      <a:pt x="93" y="146"/>
                      <a:pt x="105" y="146"/>
                    </a:cubicBezTo>
                    <a:cubicBezTo>
                      <a:pt x="132" y="146"/>
                      <a:pt x="159" y="138"/>
                      <a:pt x="178" y="125"/>
                    </a:cubicBezTo>
                    <a:cubicBezTo>
                      <a:pt x="199" y="111"/>
                      <a:pt x="210" y="92"/>
                      <a:pt x="210" y="73"/>
                    </a:cubicBezTo>
                    <a:cubicBezTo>
                      <a:pt x="210" y="52"/>
                      <a:pt x="199" y="33"/>
                      <a:pt x="178" y="20"/>
                    </a:cubicBezTo>
                    <a:close/>
                    <a:moveTo>
                      <a:pt x="49" y="122"/>
                    </a:moveTo>
                    <a:cubicBezTo>
                      <a:pt x="49" y="120"/>
                      <a:pt x="49" y="120"/>
                      <a:pt x="49" y="120"/>
                    </a:cubicBezTo>
                    <a:cubicBezTo>
                      <a:pt x="47" y="120"/>
                      <a:pt x="47" y="120"/>
                      <a:pt x="47" y="120"/>
                    </a:cubicBezTo>
                    <a:cubicBezTo>
                      <a:pt x="25" y="108"/>
                      <a:pt x="13" y="91"/>
                      <a:pt x="13" y="73"/>
                    </a:cubicBezTo>
                    <a:cubicBezTo>
                      <a:pt x="13" y="39"/>
                      <a:pt x="54" y="12"/>
                      <a:pt x="105" y="12"/>
                    </a:cubicBezTo>
                    <a:cubicBezTo>
                      <a:pt x="156" y="12"/>
                      <a:pt x="198" y="39"/>
                      <a:pt x="198" y="73"/>
                    </a:cubicBezTo>
                    <a:cubicBezTo>
                      <a:pt x="198" y="106"/>
                      <a:pt x="156" y="133"/>
                      <a:pt x="105" y="133"/>
                    </a:cubicBezTo>
                    <a:cubicBezTo>
                      <a:pt x="93" y="133"/>
                      <a:pt x="80" y="132"/>
                      <a:pt x="69" y="128"/>
                    </a:cubicBezTo>
                    <a:cubicBezTo>
                      <a:pt x="68" y="128"/>
                      <a:pt x="68" y="128"/>
                      <a:pt x="68" y="128"/>
                    </a:cubicBezTo>
                    <a:cubicBezTo>
                      <a:pt x="67" y="129"/>
                      <a:pt x="67" y="129"/>
                      <a:pt x="67" y="129"/>
                    </a:cubicBezTo>
                    <a:cubicBezTo>
                      <a:pt x="42" y="156"/>
                      <a:pt x="42" y="156"/>
                      <a:pt x="42" y="156"/>
                    </a:cubicBezTo>
                    <a:cubicBezTo>
                      <a:pt x="49" y="122"/>
                      <a:pt x="49" y="122"/>
                      <a:pt x="49" y="122"/>
                    </a:cubicBezTo>
                    <a:cubicBezTo>
                      <a:pt x="49" y="122"/>
                      <a:pt x="49" y="122"/>
                      <a:pt x="49" y="122"/>
                    </a:cubicBezTo>
                    <a:close/>
                    <a:moveTo>
                      <a:pt x="308" y="128"/>
                    </a:moveTo>
                    <a:cubicBezTo>
                      <a:pt x="308" y="145"/>
                      <a:pt x="298" y="162"/>
                      <a:pt x="280" y="174"/>
                    </a:cubicBezTo>
                    <a:cubicBezTo>
                      <a:pt x="280" y="174"/>
                      <a:pt x="280" y="174"/>
                      <a:pt x="285" y="201"/>
                    </a:cubicBezTo>
                    <a:cubicBezTo>
                      <a:pt x="285" y="201"/>
                      <a:pt x="285" y="201"/>
                      <a:pt x="289" y="226"/>
                    </a:cubicBezTo>
                    <a:cubicBezTo>
                      <a:pt x="289" y="226"/>
                      <a:pt x="289" y="226"/>
                      <a:pt x="291" y="232"/>
                    </a:cubicBezTo>
                    <a:cubicBezTo>
                      <a:pt x="291" y="232"/>
                      <a:pt x="291" y="232"/>
                      <a:pt x="286" y="227"/>
                    </a:cubicBezTo>
                    <a:cubicBezTo>
                      <a:pt x="286" y="227"/>
                      <a:pt x="286" y="227"/>
                      <a:pt x="270" y="209"/>
                    </a:cubicBezTo>
                    <a:cubicBezTo>
                      <a:pt x="270" y="209"/>
                      <a:pt x="270" y="209"/>
                      <a:pt x="248" y="186"/>
                    </a:cubicBezTo>
                    <a:cubicBezTo>
                      <a:pt x="239" y="188"/>
                      <a:pt x="230" y="189"/>
                      <a:pt x="221" y="189"/>
                    </a:cubicBezTo>
                    <a:cubicBezTo>
                      <a:pt x="199" y="189"/>
                      <a:pt x="177" y="184"/>
                      <a:pt x="161" y="172"/>
                    </a:cubicBezTo>
                    <a:cubicBezTo>
                      <a:pt x="153" y="167"/>
                      <a:pt x="148" y="162"/>
                      <a:pt x="143" y="155"/>
                    </a:cubicBezTo>
                    <a:cubicBezTo>
                      <a:pt x="143" y="155"/>
                      <a:pt x="143" y="155"/>
                      <a:pt x="141" y="153"/>
                    </a:cubicBezTo>
                    <a:cubicBezTo>
                      <a:pt x="141" y="153"/>
                      <a:pt x="141" y="153"/>
                      <a:pt x="144" y="152"/>
                    </a:cubicBezTo>
                    <a:cubicBezTo>
                      <a:pt x="147" y="151"/>
                      <a:pt x="149" y="151"/>
                      <a:pt x="151" y="150"/>
                    </a:cubicBezTo>
                    <a:cubicBezTo>
                      <a:pt x="151" y="150"/>
                      <a:pt x="151" y="150"/>
                      <a:pt x="153" y="149"/>
                    </a:cubicBezTo>
                    <a:cubicBezTo>
                      <a:pt x="153" y="149"/>
                      <a:pt x="153" y="149"/>
                      <a:pt x="153" y="151"/>
                    </a:cubicBezTo>
                    <a:cubicBezTo>
                      <a:pt x="167" y="168"/>
                      <a:pt x="192" y="178"/>
                      <a:pt x="221" y="178"/>
                    </a:cubicBezTo>
                    <a:cubicBezTo>
                      <a:pt x="231" y="178"/>
                      <a:pt x="242" y="177"/>
                      <a:pt x="251" y="174"/>
                    </a:cubicBezTo>
                    <a:cubicBezTo>
                      <a:pt x="251" y="174"/>
                      <a:pt x="251" y="174"/>
                      <a:pt x="252" y="174"/>
                    </a:cubicBezTo>
                    <a:cubicBezTo>
                      <a:pt x="252" y="174"/>
                      <a:pt x="252" y="174"/>
                      <a:pt x="253" y="174"/>
                    </a:cubicBezTo>
                    <a:cubicBezTo>
                      <a:pt x="253" y="174"/>
                      <a:pt x="253" y="174"/>
                      <a:pt x="273" y="197"/>
                    </a:cubicBezTo>
                    <a:cubicBezTo>
                      <a:pt x="273" y="197"/>
                      <a:pt x="273" y="197"/>
                      <a:pt x="267" y="169"/>
                    </a:cubicBezTo>
                    <a:cubicBezTo>
                      <a:pt x="267" y="169"/>
                      <a:pt x="267" y="169"/>
                      <a:pt x="267" y="168"/>
                    </a:cubicBezTo>
                    <a:cubicBezTo>
                      <a:pt x="267" y="168"/>
                      <a:pt x="267" y="168"/>
                      <a:pt x="269" y="167"/>
                    </a:cubicBezTo>
                    <a:cubicBezTo>
                      <a:pt x="287" y="158"/>
                      <a:pt x="298" y="143"/>
                      <a:pt x="298" y="128"/>
                    </a:cubicBezTo>
                    <a:cubicBezTo>
                      <a:pt x="298" y="101"/>
                      <a:pt x="264" y="79"/>
                      <a:pt x="223" y="78"/>
                    </a:cubicBezTo>
                    <a:cubicBezTo>
                      <a:pt x="223" y="78"/>
                      <a:pt x="223" y="78"/>
                      <a:pt x="220" y="78"/>
                    </a:cubicBezTo>
                    <a:cubicBezTo>
                      <a:pt x="220" y="78"/>
                      <a:pt x="220" y="78"/>
                      <a:pt x="220" y="76"/>
                    </a:cubicBezTo>
                    <a:cubicBezTo>
                      <a:pt x="220" y="74"/>
                      <a:pt x="220" y="71"/>
                      <a:pt x="219" y="70"/>
                    </a:cubicBezTo>
                    <a:cubicBezTo>
                      <a:pt x="219" y="70"/>
                      <a:pt x="219" y="70"/>
                      <a:pt x="219" y="67"/>
                    </a:cubicBezTo>
                    <a:cubicBezTo>
                      <a:pt x="219" y="67"/>
                      <a:pt x="219" y="67"/>
                      <a:pt x="222" y="67"/>
                    </a:cubicBezTo>
                    <a:cubicBezTo>
                      <a:pt x="244" y="67"/>
                      <a:pt x="265" y="73"/>
                      <a:pt x="281" y="84"/>
                    </a:cubicBezTo>
                    <a:cubicBezTo>
                      <a:pt x="299" y="95"/>
                      <a:pt x="308" y="111"/>
                      <a:pt x="308" y="128"/>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7203" tIns="33601" rIns="67203" bIns="33601" numCol="1" anchor="t" anchorCtr="0" compatLnSpc="1">
                <a:prstTxWarp prst="textNoShape">
                  <a:avLst/>
                </a:prstTxWarp>
              </a:bodyPr>
              <a:lstStyle/>
              <a:p>
                <a:pPr defTabSz="685450" fontAlgn="auto">
                  <a:spcBef>
                    <a:spcPts val="0"/>
                  </a:spcBef>
                  <a:spcAft>
                    <a:spcPts val="0"/>
                  </a:spcAft>
                </a:pPr>
                <a:endParaRPr lang="en-US" sz="1324" dirty="0">
                  <a:solidFill>
                    <a:srgbClr val="505050"/>
                  </a:solidFill>
                  <a:latin typeface="Segoe UI"/>
                </a:endParaRPr>
              </a:p>
            </p:txBody>
          </p:sp>
          <p:sp>
            <p:nvSpPr>
              <p:cNvPr id="689" name="Freeform 263"/>
              <p:cNvSpPr>
                <a:spLocks noEditPoints="1"/>
              </p:cNvSpPr>
              <p:nvPr/>
            </p:nvSpPr>
            <p:spPr bwMode="auto">
              <a:xfrm>
                <a:off x="9166368" y="3649623"/>
                <a:ext cx="180120" cy="178966"/>
              </a:xfrm>
              <a:custGeom>
                <a:avLst/>
                <a:gdLst>
                  <a:gd name="T0" fmla="*/ 121 w 233"/>
                  <a:gd name="T1" fmla="*/ 192 h 231"/>
                  <a:gd name="T2" fmla="*/ 110 w 233"/>
                  <a:gd name="T3" fmla="*/ 231 h 231"/>
                  <a:gd name="T4" fmla="*/ 73 w 233"/>
                  <a:gd name="T5" fmla="*/ 178 h 231"/>
                  <a:gd name="T6" fmla="*/ 63 w 233"/>
                  <a:gd name="T7" fmla="*/ 218 h 231"/>
                  <a:gd name="T8" fmla="*/ 73 w 233"/>
                  <a:gd name="T9" fmla="*/ 178 h 231"/>
                  <a:gd name="T10" fmla="*/ 179 w 233"/>
                  <a:gd name="T11" fmla="*/ 212 h 231"/>
                  <a:gd name="T12" fmla="*/ 151 w 233"/>
                  <a:gd name="T13" fmla="*/ 183 h 231"/>
                  <a:gd name="T14" fmla="*/ 186 w 233"/>
                  <a:gd name="T15" fmla="*/ 146 h 231"/>
                  <a:gd name="T16" fmla="*/ 215 w 233"/>
                  <a:gd name="T17" fmla="*/ 175 h 231"/>
                  <a:gd name="T18" fmla="*/ 186 w 233"/>
                  <a:gd name="T19" fmla="*/ 146 h 231"/>
                  <a:gd name="T20" fmla="*/ 50 w 233"/>
                  <a:gd name="T21" fmla="*/ 153 h 231"/>
                  <a:gd name="T22" fmla="*/ 11 w 233"/>
                  <a:gd name="T23" fmla="*/ 165 h 231"/>
                  <a:gd name="T24" fmla="*/ 193 w 233"/>
                  <a:gd name="T25" fmla="*/ 108 h 231"/>
                  <a:gd name="T26" fmla="*/ 233 w 233"/>
                  <a:gd name="T27" fmla="*/ 119 h 231"/>
                  <a:gd name="T28" fmla="*/ 193 w 233"/>
                  <a:gd name="T29" fmla="*/ 108 h 231"/>
                  <a:gd name="T30" fmla="*/ 39 w 233"/>
                  <a:gd name="T31" fmla="*/ 108 h 231"/>
                  <a:gd name="T32" fmla="*/ 0 w 233"/>
                  <a:gd name="T33" fmla="*/ 118 h 231"/>
                  <a:gd name="T34" fmla="*/ 213 w 233"/>
                  <a:gd name="T35" fmla="*/ 52 h 231"/>
                  <a:gd name="T36" fmla="*/ 184 w 233"/>
                  <a:gd name="T37" fmla="*/ 81 h 231"/>
                  <a:gd name="T38" fmla="*/ 213 w 233"/>
                  <a:gd name="T39" fmla="*/ 52 h 231"/>
                  <a:gd name="T40" fmla="*/ 181 w 233"/>
                  <a:gd name="T41" fmla="*/ 115 h 231"/>
                  <a:gd name="T42" fmla="*/ 52 w 233"/>
                  <a:gd name="T43" fmla="*/ 115 h 231"/>
                  <a:gd name="T44" fmla="*/ 20 w 233"/>
                  <a:gd name="T45" fmla="*/ 50 h 231"/>
                  <a:gd name="T46" fmla="*/ 49 w 233"/>
                  <a:gd name="T47" fmla="*/ 78 h 231"/>
                  <a:gd name="T48" fmla="*/ 20 w 233"/>
                  <a:gd name="T49" fmla="*/ 50 h 231"/>
                  <a:gd name="T50" fmla="*/ 177 w 233"/>
                  <a:gd name="T51" fmla="*/ 17 h 231"/>
                  <a:gd name="T52" fmla="*/ 149 w 233"/>
                  <a:gd name="T53" fmla="*/ 47 h 231"/>
                  <a:gd name="T54" fmla="*/ 65 w 233"/>
                  <a:gd name="T55" fmla="*/ 11 h 231"/>
                  <a:gd name="T56" fmla="*/ 77 w 233"/>
                  <a:gd name="T57" fmla="*/ 50 h 231"/>
                  <a:gd name="T58" fmla="*/ 65 w 233"/>
                  <a:gd name="T59" fmla="*/ 11 h 231"/>
                  <a:gd name="T60" fmla="*/ 121 w 233"/>
                  <a:gd name="T61" fmla="*/ 0 h 231"/>
                  <a:gd name="T62" fmla="*/ 111 w 233"/>
                  <a:gd name="T63" fmla="*/ 40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33" h="231">
                    <a:moveTo>
                      <a:pt x="110" y="192"/>
                    </a:moveTo>
                    <a:cubicBezTo>
                      <a:pt x="121" y="192"/>
                      <a:pt x="121" y="192"/>
                      <a:pt x="121" y="192"/>
                    </a:cubicBezTo>
                    <a:cubicBezTo>
                      <a:pt x="121" y="231"/>
                      <a:pt x="121" y="231"/>
                      <a:pt x="121" y="231"/>
                    </a:cubicBezTo>
                    <a:cubicBezTo>
                      <a:pt x="110" y="231"/>
                      <a:pt x="110" y="231"/>
                      <a:pt x="110" y="231"/>
                    </a:cubicBezTo>
                    <a:cubicBezTo>
                      <a:pt x="110" y="192"/>
                      <a:pt x="110" y="192"/>
                      <a:pt x="110" y="192"/>
                    </a:cubicBezTo>
                    <a:close/>
                    <a:moveTo>
                      <a:pt x="73" y="178"/>
                    </a:moveTo>
                    <a:cubicBezTo>
                      <a:pt x="82" y="184"/>
                      <a:pt x="82" y="184"/>
                      <a:pt x="82" y="184"/>
                    </a:cubicBezTo>
                    <a:cubicBezTo>
                      <a:pt x="63" y="218"/>
                      <a:pt x="63" y="218"/>
                      <a:pt x="63" y="218"/>
                    </a:cubicBezTo>
                    <a:cubicBezTo>
                      <a:pt x="54" y="213"/>
                      <a:pt x="54" y="213"/>
                      <a:pt x="54" y="213"/>
                    </a:cubicBezTo>
                    <a:cubicBezTo>
                      <a:pt x="73" y="178"/>
                      <a:pt x="73" y="178"/>
                      <a:pt x="73" y="178"/>
                    </a:cubicBezTo>
                    <a:close/>
                    <a:moveTo>
                      <a:pt x="159" y="178"/>
                    </a:moveTo>
                    <a:cubicBezTo>
                      <a:pt x="179" y="212"/>
                      <a:pt x="179" y="212"/>
                      <a:pt x="179" y="212"/>
                    </a:cubicBezTo>
                    <a:cubicBezTo>
                      <a:pt x="170" y="217"/>
                      <a:pt x="170" y="217"/>
                      <a:pt x="170" y="217"/>
                    </a:cubicBezTo>
                    <a:cubicBezTo>
                      <a:pt x="151" y="183"/>
                      <a:pt x="151" y="183"/>
                      <a:pt x="151" y="183"/>
                    </a:cubicBezTo>
                    <a:cubicBezTo>
                      <a:pt x="159" y="178"/>
                      <a:pt x="159" y="178"/>
                      <a:pt x="159" y="178"/>
                    </a:cubicBezTo>
                    <a:close/>
                    <a:moveTo>
                      <a:pt x="186" y="146"/>
                    </a:moveTo>
                    <a:cubicBezTo>
                      <a:pt x="220" y="166"/>
                      <a:pt x="220" y="166"/>
                      <a:pt x="220" y="166"/>
                    </a:cubicBezTo>
                    <a:cubicBezTo>
                      <a:pt x="215" y="175"/>
                      <a:pt x="215" y="175"/>
                      <a:pt x="215" y="175"/>
                    </a:cubicBezTo>
                    <a:cubicBezTo>
                      <a:pt x="181" y="156"/>
                      <a:pt x="181" y="156"/>
                      <a:pt x="181" y="156"/>
                    </a:cubicBezTo>
                    <a:cubicBezTo>
                      <a:pt x="186" y="146"/>
                      <a:pt x="186" y="146"/>
                      <a:pt x="186" y="146"/>
                    </a:cubicBezTo>
                    <a:close/>
                    <a:moveTo>
                      <a:pt x="45" y="144"/>
                    </a:moveTo>
                    <a:cubicBezTo>
                      <a:pt x="50" y="153"/>
                      <a:pt x="50" y="153"/>
                      <a:pt x="50" y="153"/>
                    </a:cubicBezTo>
                    <a:cubicBezTo>
                      <a:pt x="16" y="174"/>
                      <a:pt x="16" y="174"/>
                      <a:pt x="16" y="174"/>
                    </a:cubicBezTo>
                    <a:cubicBezTo>
                      <a:pt x="11" y="165"/>
                      <a:pt x="11" y="165"/>
                      <a:pt x="11" y="165"/>
                    </a:cubicBezTo>
                    <a:cubicBezTo>
                      <a:pt x="45" y="144"/>
                      <a:pt x="45" y="144"/>
                      <a:pt x="45" y="144"/>
                    </a:cubicBezTo>
                    <a:close/>
                    <a:moveTo>
                      <a:pt x="193" y="108"/>
                    </a:moveTo>
                    <a:cubicBezTo>
                      <a:pt x="233" y="108"/>
                      <a:pt x="233" y="108"/>
                      <a:pt x="233" y="108"/>
                    </a:cubicBezTo>
                    <a:cubicBezTo>
                      <a:pt x="233" y="119"/>
                      <a:pt x="233" y="119"/>
                      <a:pt x="233" y="119"/>
                    </a:cubicBezTo>
                    <a:cubicBezTo>
                      <a:pt x="193" y="119"/>
                      <a:pt x="193" y="119"/>
                      <a:pt x="193" y="119"/>
                    </a:cubicBezTo>
                    <a:cubicBezTo>
                      <a:pt x="193" y="108"/>
                      <a:pt x="193" y="108"/>
                      <a:pt x="193" y="108"/>
                    </a:cubicBezTo>
                    <a:close/>
                    <a:moveTo>
                      <a:pt x="0" y="108"/>
                    </a:moveTo>
                    <a:cubicBezTo>
                      <a:pt x="39" y="108"/>
                      <a:pt x="39" y="108"/>
                      <a:pt x="39" y="108"/>
                    </a:cubicBezTo>
                    <a:cubicBezTo>
                      <a:pt x="39" y="118"/>
                      <a:pt x="39" y="118"/>
                      <a:pt x="39" y="118"/>
                    </a:cubicBezTo>
                    <a:cubicBezTo>
                      <a:pt x="0" y="118"/>
                      <a:pt x="0" y="118"/>
                      <a:pt x="0" y="118"/>
                    </a:cubicBezTo>
                    <a:cubicBezTo>
                      <a:pt x="0" y="108"/>
                      <a:pt x="0" y="108"/>
                      <a:pt x="0" y="108"/>
                    </a:cubicBezTo>
                    <a:close/>
                    <a:moveTo>
                      <a:pt x="213" y="52"/>
                    </a:moveTo>
                    <a:cubicBezTo>
                      <a:pt x="218" y="62"/>
                      <a:pt x="218" y="62"/>
                      <a:pt x="218" y="62"/>
                    </a:cubicBezTo>
                    <a:cubicBezTo>
                      <a:pt x="184" y="81"/>
                      <a:pt x="184" y="81"/>
                      <a:pt x="184" y="81"/>
                    </a:cubicBezTo>
                    <a:cubicBezTo>
                      <a:pt x="179" y="72"/>
                      <a:pt x="179" y="72"/>
                      <a:pt x="179" y="72"/>
                    </a:cubicBezTo>
                    <a:cubicBezTo>
                      <a:pt x="213" y="52"/>
                      <a:pt x="213" y="52"/>
                      <a:pt x="213" y="52"/>
                    </a:cubicBezTo>
                    <a:close/>
                    <a:moveTo>
                      <a:pt x="116" y="51"/>
                    </a:moveTo>
                    <a:cubicBezTo>
                      <a:pt x="152" y="51"/>
                      <a:pt x="181" y="80"/>
                      <a:pt x="181" y="115"/>
                    </a:cubicBezTo>
                    <a:cubicBezTo>
                      <a:pt x="181" y="151"/>
                      <a:pt x="152" y="180"/>
                      <a:pt x="116" y="180"/>
                    </a:cubicBezTo>
                    <a:cubicBezTo>
                      <a:pt x="81" y="180"/>
                      <a:pt x="52" y="151"/>
                      <a:pt x="52" y="115"/>
                    </a:cubicBezTo>
                    <a:cubicBezTo>
                      <a:pt x="52" y="80"/>
                      <a:pt x="81" y="51"/>
                      <a:pt x="116" y="51"/>
                    </a:cubicBezTo>
                    <a:close/>
                    <a:moveTo>
                      <a:pt x="20" y="50"/>
                    </a:moveTo>
                    <a:cubicBezTo>
                      <a:pt x="54" y="69"/>
                      <a:pt x="54" y="69"/>
                      <a:pt x="54" y="69"/>
                    </a:cubicBezTo>
                    <a:cubicBezTo>
                      <a:pt x="49" y="78"/>
                      <a:pt x="49" y="78"/>
                      <a:pt x="49" y="78"/>
                    </a:cubicBezTo>
                    <a:cubicBezTo>
                      <a:pt x="15" y="59"/>
                      <a:pt x="15" y="59"/>
                      <a:pt x="15" y="59"/>
                    </a:cubicBezTo>
                    <a:cubicBezTo>
                      <a:pt x="20" y="50"/>
                      <a:pt x="20" y="50"/>
                      <a:pt x="20" y="50"/>
                    </a:cubicBezTo>
                    <a:close/>
                    <a:moveTo>
                      <a:pt x="168" y="12"/>
                    </a:moveTo>
                    <a:cubicBezTo>
                      <a:pt x="177" y="17"/>
                      <a:pt x="177" y="17"/>
                      <a:pt x="177" y="17"/>
                    </a:cubicBezTo>
                    <a:cubicBezTo>
                      <a:pt x="158" y="52"/>
                      <a:pt x="158" y="52"/>
                      <a:pt x="158" y="52"/>
                    </a:cubicBezTo>
                    <a:cubicBezTo>
                      <a:pt x="149" y="47"/>
                      <a:pt x="149" y="47"/>
                      <a:pt x="149" y="47"/>
                    </a:cubicBezTo>
                    <a:cubicBezTo>
                      <a:pt x="168" y="12"/>
                      <a:pt x="168" y="12"/>
                      <a:pt x="168" y="12"/>
                    </a:cubicBezTo>
                    <a:close/>
                    <a:moveTo>
                      <a:pt x="65" y="11"/>
                    </a:moveTo>
                    <a:cubicBezTo>
                      <a:pt x="86" y="45"/>
                      <a:pt x="86" y="45"/>
                      <a:pt x="86" y="45"/>
                    </a:cubicBezTo>
                    <a:cubicBezTo>
                      <a:pt x="77" y="50"/>
                      <a:pt x="77" y="50"/>
                      <a:pt x="77" y="50"/>
                    </a:cubicBezTo>
                    <a:cubicBezTo>
                      <a:pt x="56" y="17"/>
                      <a:pt x="56" y="17"/>
                      <a:pt x="56" y="17"/>
                    </a:cubicBezTo>
                    <a:cubicBezTo>
                      <a:pt x="65" y="11"/>
                      <a:pt x="65" y="11"/>
                      <a:pt x="65" y="11"/>
                    </a:cubicBezTo>
                    <a:close/>
                    <a:moveTo>
                      <a:pt x="111" y="0"/>
                    </a:moveTo>
                    <a:cubicBezTo>
                      <a:pt x="121" y="0"/>
                      <a:pt x="121" y="0"/>
                      <a:pt x="121" y="0"/>
                    </a:cubicBezTo>
                    <a:cubicBezTo>
                      <a:pt x="121" y="40"/>
                      <a:pt x="121" y="40"/>
                      <a:pt x="121" y="40"/>
                    </a:cubicBezTo>
                    <a:cubicBezTo>
                      <a:pt x="111" y="40"/>
                      <a:pt x="111" y="40"/>
                      <a:pt x="111" y="40"/>
                    </a:cubicBezTo>
                    <a:cubicBezTo>
                      <a:pt x="111" y="0"/>
                      <a:pt x="111" y="0"/>
                      <a:pt x="111"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7203" tIns="33601" rIns="67203" bIns="33601" numCol="1" anchor="t" anchorCtr="0" compatLnSpc="1">
                <a:prstTxWarp prst="textNoShape">
                  <a:avLst/>
                </a:prstTxWarp>
              </a:bodyPr>
              <a:lstStyle/>
              <a:p>
                <a:pPr defTabSz="685450" fontAlgn="auto">
                  <a:spcBef>
                    <a:spcPts val="0"/>
                  </a:spcBef>
                  <a:spcAft>
                    <a:spcPts val="0"/>
                  </a:spcAft>
                </a:pPr>
                <a:endParaRPr lang="en-US" sz="1324" dirty="0">
                  <a:solidFill>
                    <a:srgbClr val="505050"/>
                  </a:solidFill>
                  <a:latin typeface="Segoe UI"/>
                </a:endParaRPr>
              </a:p>
            </p:txBody>
          </p:sp>
          <p:sp>
            <p:nvSpPr>
              <p:cNvPr id="690" name="Freeform 264"/>
              <p:cNvSpPr>
                <a:spLocks noEditPoints="1"/>
              </p:cNvSpPr>
              <p:nvPr/>
            </p:nvSpPr>
            <p:spPr bwMode="auto">
              <a:xfrm>
                <a:off x="9915459" y="3603763"/>
                <a:ext cx="157028" cy="167419"/>
              </a:xfrm>
              <a:custGeom>
                <a:avLst/>
                <a:gdLst>
                  <a:gd name="T0" fmla="*/ 183 w 202"/>
                  <a:gd name="T1" fmla="*/ 10 h 217"/>
                  <a:gd name="T2" fmla="*/ 169 w 202"/>
                  <a:gd name="T3" fmla="*/ 15 h 217"/>
                  <a:gd name="T4" fmla="*/ 164 w 202"/>
                  <a:gd name="T5" fmla="*/ 0 h 217"/>
                  <a:gd name="T6" fmla="*/ 37 w 202"/>
                  <a:gd name="T7" fmla="*/ 10 h 217"/>
                  <a:gd name="T8" fmla="*/ 23 w 202"/>
                  <a:gd name="T9" fmla="*/ 15 h 217"/>
                  <a:gd name="T10" fmla="*/ 17 w 202"/>
                  <a:gd name="T11" fmla="*/ 0 h 217"/>
                  <a:gd name="T12" fmla="*/ 0 w 202"/>
                  <a:gd name="T13" fmla="*/ 217 h 217"/>
                  <a:gd name="T14" fmla="*/ 17 w 202"/>
                  <a:gd name="T15" fmla="*/ 207 h 217"/>
                  <a:gd name="T16" fmla="*/ 32 w 202"/>
                  <a:gd name="T17" fmla="*/ 202 h 217"/>
                  <a:gd name="T18" fmla="*/ 36 w 202"/>
                  <a:gd name="T19" fmla="*/ 217 h 217"/>
                  <a:gd name="T20" fmla="*/ 164 w 202"/>
                  <a:gd name="T21" fmla="*/ 207 h 217"/>
                  <a:gd name="T22" fmla="*/ 179 w 202"/>
                  <a:gd name="T23" fmla="*/ 202 h 217"/>
                  <a:gd name="T24" fmla="*/ 184 w 202"/>
                  <a:gd name="T25" fmla="*/ 217 h 217"/>
                  <a:gd name="T26" fmla="*/ 202 w 202"/>
                  <a:gd name="T27" fmla="*/ 0 h 217"/>
                  <a:gd name="T28" fmla="*/ 183 w 202"/>
                  <a:gd name="T29" fmla="*/ 0 h 217"/>
                  <a:gd name="T30" fmla="*/ 32 w 202"/>
                  <a:gd name="T31" fmla="*/ 170 h 217"/>
                  <a:gd name="T32" fmla="*/ 17 w 202"/>
                  <a:gd name="T33" fmla="*/ 165 h 217"/>
                  <a:gd name="T34" fmla="*/ 23 w 202"/>
                  <a:gd name="T35" fmla="*/ 150 h 217"/>
                  <a:gd name="T36" fmla="*/ 37 w 202"/>
                  <a:gd name="T37" fmla="*/ 156 h 217"/>
                  <a:gd name="T38" fmla="*/ 37 w 202"/>
                  <a:gd name="T39" fmla="*/ 165 h 217"/>
                  <a:gd name="T40" fmla="*/ 32 w 202"/>
                  <a:gd name="T41" fmla="*/ 118 h 217"/>
                  <a:gd name="T42" fmla="*/ 17 w 202"/>
                  <a:gd name="T43" fmla="*/ 114 h 217"/>
                  <a:gd name="T44" fmla="*/ 23 w 202"/>
                  <a:gd name="T45" fmla="*/ 99 h 217"/>
                  <a:gd name="T46" fmla="*/ 37 w 202"/>
                  <a:gd name="T47" fmla="*/ 104 h 217"/>
                  <a:gd name="T48" fmla="*/ 37 w 202"/>
                  <a:gd name="T49" fmla="*/ 114 h 217"/>
                  <a:gd name="T50" fmla="*/ 32 w 202"/>
                  <a:gd name="T51" fmla="*/ 67 h 217"/>
                  <a:gd name="T52" fmla="*/ 17 w 202"/>
                  <a:gd name="T53" fmla="*/ 62 h 217"/>
                  <a:gd name="T54" fmla="*/ 23 w 202"/>
                  <a:gd name="T55" fmla="*/ 47 h 217"/>
                  <a:gd name="T56" fmla="*/ 37 w 202"/>
                  <a:gd name="T57" fmla="*/ 52 h 217"/>
                  <a:gd name="T58" fmla="*/ 37 w 202"/>
                  <a:gd name="T59" fmla="*/ 62 h 217"/>
                  <a:gd name="T60" fmla="*/ 55 w 202"/>
                  <a:gd name="T61" fmla="*/ 195 h 217"/>
                  <a:gd name="T62" fmla="*/ 146 w 202"/>
                  <a:gd name="T63" fmla="*/ 121 h 217"/>
                  <a:gd name="T64" fmla="*/ 146 w 202"/>
                  <a:gd name="T65" fmla="*/ 195 h 217"/>
                  <a:gd name="T66" fmla="*/ 55 w 202"/>
                  <a:gd name="T67" fmla="*/ 96 h 217"/>
                  <a:gd name="T68" fmla="*/ 146 w 202"/>
                  <a:gd name="T69" fmla="*/ 23 h 217"/>
                  <a:gd name="T70" fmla="*/ 146 w 202"/>
                  <a:gd name="T71" fmla="*/ 96 h 217"/>
                  <a:gd name="T72" fmla="*/ 178 w 202"/>
                  <a:gd name="T73" fmla="*/ 170 h 217"/>
                  <a:gd name="T74" fmla="*/ 164 w 202"/>
                  <a:gd name="T75" fmla="*/ 165 h 217"/>
                  <a:gd name="T76" fmla="*/ 169 w 202"/>
                  <a:gd name="T77" fmla="*/ 150 h 217"/>
                  <a:gd name="T78" fmla="*/ 183 w 202"/>
                  <a:gd name="T79" fmla="*/ 156 h 217"/>
                  <a:gd name="T80" fmla="*/ 183 w 202"/>
                  <a:gd name="T81" fmla="*/ 165 h 217"/>
                  <a:gd name="T82" fmla="*/ 178 w 202"/>
                  <a:gd name="T83" fmla="*/ 118 h 217"/>
                  <a:gd name="T84" fmla="*/ 164 w 202"/>
                  <a:gd name="T85" fmla="*/ 114 h 217"/>
                  <a:gd name="T86" fmla="*/ 169 w 202"/>
                  <a:gd name="T87" fmla="*/ 99 h 217"/>
                  <a:gd name="T88" fmla="*/ 183 w 202"/>
                  <a:gd name="T89" fmla="*/ 104 h 217"/>
                  <a:gd name="T90" fmla="*/ 183 w 202"/>
                  <a:gd name="T91" fmla="*/ 114 h 217"/>
                  <a:gd name="T92" fmla="*/ 178 w 202"/>
                  <a:gd name="T93" fmla="*/ 67 h 217"/>
                  <a:gd name="T94" fmla="*/ 164 w 202"/>
                  <a:gd name="T95" fmla="*/ 62 h 217"/>
                  <a:gd name="T96" fmla="*/ 169 w 202"/>
                  <a:gd name="T97" fmla="*/ 47 h 217"/>
                  <a:gd name="T98" fmla="*/ 183 w 202"/>
                  <a:gd name="T99" fmla="*/ 52 h 217"/>
                  <a:gd name="T100" fmla="*/ 183 w 202"/>
                  <a:gd name="T101" fmla="*/ 62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02" h="217">
                    <a:moveTo>
                      <a:pt x="183" y="0"/>
                    </a:moveTo>
                    <a:cubicBezTo>
                      <a:pt x="183" y="10"/>
                      <a:pt x="183" y="10"/>
                      <a:pt x="183" y="10"/>
                    </a:cubicBezTo>
                    <a:cubicBezTo>
                      <a:pt x="183" y="13"/>
                      <a:pt x="181" y="15"/>
                      <a:pt x="178" y="15"/>
                    </a:cubicBezTo>
                    <a:cubicBezTo>
                      <a:pt x="169" y="15"/>
                      <a:pt x="169" y="15"/>
                      <a:pt x="169" y="15"/>
                    </a:cubicBezTo>
                    <a:cubicBezTo>
                      <a:pt x="166" y="15"/>
                      <a:pt x="164" y="13"/>
                      <a:pt x="164" y="10"/>
                    </a:cubicBezTo>
                    <a:cubicBezTo>
                      <a:pt x="164" y="0"/>
                      <a:pt x="164" y="0"/>
                      <a:pt x="164" y="0"/>
                    </a:cubicBezTo>
                    <a:cubicBezTo>
                      <a:pt x="37" y="0"/>
                      <a:pt x="37" y="0"/>
                      <a:pt x="37" y="0"/>
                    </a:cubicBezTo>
                    <a:cubicBezTo>
                      <a:pt x="37" y="10"/>
                      <a:pt x="37" y="10"/>
                      <a:pt x="37" y="10"/>
                    </a:cubicBezTo>
                    <a:cubicBezTo>
                      <a:pt x="37" y="13"/>
                      <a:pt x="35" y="15"/>
                      <a:pt x="32" y="15"/>
                    </a:cubicBezTo>
                    <a:cubicBezTo>
                      <a:pt x="23" y="15"/>
                      <a:pt x="23" y="15"/>
                      <a:pt x="23" y="15"/>
                    </a:cubicBezTo>
                    <a:cubicBezTo>
                      <a:pt x="20" y="15"/>
                      <a:pt x="17" y="13"/>
                      <a:pt x="17" y="10"/>
                    </a:cubicBezTo>
                    <a:cubicBezTo>
                      <a:pt x="17" y="0"/>
                      <a:pt x="17" y="0"/>
                      <a:pt x="17" y="0"/>
                    </a:cubicBezTo>
                    <a:cubicBezTo>
                      <a:pt x="0" y="0"/>
                      <a:pt x="0" y="0"/>
                      <a:pt x="0" y="0"/>
                    </a:cubicBezTo>
                    <a:cubicBezTo>
                      <a:pt x="0" y="217"/>
                      <a:pt x="0" y="217"/>
                      <a:pt x="0" y="217"/>
                    </a:cubicBezTo>
                    <a:cubicBezTo>
                      <a:pt x="17" y="217"/>
                      <a:pt x="17" y="217"/>
                      <a:pt x="17" y="217"/>
                    </a:cubicBezTo>
                    <a:cubicBezTo>
                      <a:pt x="17" y="207"/>
                      <a:pt x="17" y="207"/>
                      <a:pt x="17" y="207"/>
                    </a:cubicBezTo>
                    <a:cubicBezTo>
                      <a:pt x="17" y="204"/>
                      <a:pt x="19" y="202"/>
                      <a:pt x="22" y="202"/>
                    </a:cubicBezTo>
                    <a:cubicBezTo>
                      <a:pt x="32" y="202"/>
                      <a:pt x="32" y="202"/>
                      <a:pt x="32" y="202"/>
                    </a:cubicBezTo>
                    <a:cubicBezTo>
                      <a:pt x="34" y="202"/>
                      <a:pt x="36" y="204"/>
                      <a:pt x="36" y="207"/>
                    </a:cubicBezTo>
                    <a:cubicBezTo>
                      <a:pt x="36" y="217"/>
                      <a:pt x="36" y="217"/>
                      <a:pt x="36" y="217"/>
                    </a:cubicBezTo>
                    <a:cubicBezTo>
                      <a:pt x="164" y="217"/>
                      <a:pt x="164" y="217"/>
                      <a:pt x="164" y="217"/>
                    </a:cubicBezTo>
                    <a:cubicBezTo>
                      <a:pt x="164" y="207"/>
                      <a:pt x="164" y="207"/>
                      <a:pt x="164" y="207"/>
                    </a:cubicBezTo>
                    <a:cubicBezTo>
                      <a:pt x="164" y="204"/>
                      <a:pt x="167" y="202"/>
                      <a:pt x="169" y="202"/>
                    </a:cubicBezTo>
                    <a:cubicBezTo>
                      <a:pt x="179" y="202"/>
                      <a:pt x="179" y="202"/>
                      <a:pt x="179" y="202"/>
                    </a:cubicBezTo>
                    <a:cubicBezTo>
                      <a:pt x="182" y="202"/>
                      <a:pt x="184" y="204"/>
                      <a:pt x="184" y="207"/>
                    </a:cubicBezTo>
                    <a:cubicBezTo>
                      <a:pt x="184" y="217"/>
                      <a:pt x="184" y="217"/>
                      <a:pt x="184" y="217"/>
                    </a:cubicBezTo>
                    <a:cubicBezTo>
                      <a:pt x="202" y="217"/>
                      <a:pt x="202" y="217"/>
                      <a:pt x="202" y="217"/>
                    </a:cubicBezTo>
                    <a:cubicBezTo>
                      <a:pt x="202" y="0"/>
                      <a:pt x="202" y="0"/>
                      <a:pt x="202" y="0"/>
                    </a:cubicBezTo>
                    <a:cubicBezTo>
                      <a:pt x="183" y="0"/>
                      <a:pt x="183" y="0"/>
                      <a:pt x="183" y="0"/>
                    </a:cubicBezTo>
                    <a:cubicBezTo>
                      <a:pt x="183" y="0"/>
                      <a:pt x="183" y="0"/>
                      <a:pt x="183" y="0"/>
                    </a:cubicBezTo>
                    <a:close/>
                    <a:moveTo>
                      <a:pt x="37" y="165"/>
                    </a:moveTo>
                    <a:cubicBezTo>
                      <a:pt x="37" y="168"/>
                      <a:pt x="35" y="170"/>
                      <a:pt x="32" y="170"/>
                    </a:cubicBezTo>
                    <a:cubicBezTo>
                      <a:pt x="23" y="170"/>
                      <a:pt x="23" y="170"/>
                      <a:pt x="23" y="170"/>
                    </a:cubicBezTo>
                    <a:cubicBezTo>
                      <a:pt x="20" y="170"/>
                      <a:pt x="17" y="168"/>
                      <a:pt x="17" y="165"/>
                    </a:cubicBezTo>
                    <a:cubicBezTo>
                      <a:pt x="17" y="156"/>
                      <a:pt x="17" y="156"/>
                      <a:pt x="17" y="156"/>
                    </a:cubicBezTo>
                    <a:cubicBezTo>
                      <a:pt x="17" y="152"/>
                      <a:pt x="20" y="150"/>
                      <a:pt x="23" y="150"/>
                    </a:cubicBezTo>
                    <a:cubicBezTo>
                      <a:pt x="32" y="150"/>
                      <a:pt x="32" y="150"/>
                      <a:pt x="32" y="150"/>
                    </a:cubicBezTo>
                    <a:cubicBezTo>
                      <a:pt x="35" y="150"/>
                      <a:pt x="37" y="152"/>
                      <a:pt x="37" y="156"/>
                    </a:cubicBezTo>
                    <a:cubicBezTo>
                      <a:pt x="37" y="165"/>
                      <a:pt x="37" y="165"/>
                      <a:pt x="37" y="165"/>
                    </a:cubicBezTo>
                    <a:cubicBezTo>
                      <a:pt x="37" y="165"/>
                      <a:pt x="37" y="165"/>
                      <a:pt x="37" y="165"/>
                    </a:cubicBezTo>
                    <a:close/>
                    <a:moveTo>
                      <a:pt x="37" y="114"/>
                    </a:moveTo>
                    <a:cubicBezTo>
                      <a:pt x="37" y="116"/>
                      <a:pt x="35" y="118"/>
                      <a:pt x="32" y="118"/>
                    </a:cubicBezTo>
                    <a:cubicBezTo>
                      <a:pt x="23" y="118"/>
                      <a:pt x="23" y="118"/>
                      <a:pt x="23" y="118"/>
                    </a:cubicBezTo>
                    <a:cubicBezTo>
                      <a:pt x="20" y="118"/>
                      <a:pt x="17" y="116"/>
                      <a:pt x="17" y="114"/>
                    </a:cubicBezTo>
                    <a:cubicBezTo>
                      <a:pt x="17" y="104"/>
                      <a:pt x="17" y="104"/>
                      <a:pt x="17" y="104"/>
                    </a:cubicBezTo>
                    <a:cubicBezTo>
                      <a:pt x="17" y="101"/>
                      <a:pt x="20" y="99"/>
                      <a:pt x="23" y="99"/>
                    </a:cubicBezTo>
                    <a:cubicBezTo>
                      <a:pt x="32" y="99"/>
                      <a:pt x="32" y="99"/>
                      <a:pt x="32" y="99"/>
                    </a:cubicBezTo>
                    <a:cubicBezTo>
                      <a:pt x="35" y="99"/>
                      <a:pt x="37" y="101"/>
                      <a:pt x="37" y="104"/>
                    </a:cubicBezTo>
                    <a:cubicBezTo>
                      <a:pt x="37" y="114"/>
                      <a:pt x="37" y="114"/>
                      <a:pt x="37" y="114"/>
                    </a:cubicBezTo>
                    <a:cubicBezTo>
                      <a:pt x="37" y="114"/>
                      <a:pt x="37" y="114"/>
                      <a:pt x="37" y="114"/>
                    </a:cubicBezTo>
                    <a:close/>
                    <a:moveTo>
                      <a:pt x="37" y="62"/>
                    </a:moveTo>
                    <a:cubicBezTo>
                      <a:pt x="37" y="64"/>
                      <a:pt x="35" y="67"/>
                      <a:pt x="32" y="67"/>
                    </a:cubicBezTo>
                    <a:cubicBezTo>
                      <a:pt x="23" y="67"/>
                      <a:pt x="23" y="67"/>
                      <a:pt x="23" y="67"/>
                    </a:cubicBezTo>
                    <a:cubicBezTo>
                      <a:pt x="20" y="67"/>
                      <a:pt x="17" y="64"/>
                      <a:pt x="17" y="62"/>
                    </a:cubicBezTo>
                    <a:cubicBezTo>
                      <a:pt x="17" y="52"/>
                      <a:pt x="17" y="52"/>
                      <a:pt x="17" y="52"/>
                    </a:cubicBezTo>
                    <a:cubicBezTo>
                      <a:pt x="17" y="49"/>
                      <a:pt x="20" y="47"/>
                      <a:pt x="23" y="47"/>
                    </a:cubicBezTo>
                    <a:cubicBezTo>
                      <a:pt x="32" y="47"/>
                      <a:pt x="32" y="47"/>
                      <a:pt x="32" y="47"/>
                    </a:cubicBezTo>
                    <a:cubicBezTo>
                      <a:pt x="35" y="47"/>
                      <a:pt x="37" y="49"/>
                      <a:pt x="37" y="52"/>
                    </a:cubicBezTo>
                    <a:cubicBezTo>
                      <a:pt x="37" y="62"/>
                      <a:pt x="37" y="62"/>
                      <a:pt x="37" y="62"/>
                    </a:cubicBezTo>
                    <a:cubicBezTo>
                      <a:pt x="37" y="62"/>
                      <a:pt x="37" y="62"/>
                      <a:pt x="37" y="62"/>
                    </a:cubicBezTo>
                    <a:close/>
                    <a:moveTo>
                      <a:pt x="146" y="195"/>
                    </a:moveTo>
                    <a:cubicBezTo>
                      <a:pt x="55" y="195"/>
                      <a:pt x="55" y="195"/>
                      <a:pt x="55" y="195"/>
                    </a:cubicBezTo>
                    <a:cubicBezTo>
                      <a:pt x="55" y="121"/>
                      <a:pt x="55" y="121"/>
                      <a:pt x="55" y="121"/>
                    </a:cubicBezTo>
                    <a:cubicBezTo>
                      <a:pt x="146" y="121"/>
                      <a:pt x="146" y="121"/>
                      <a:pt x="146" y="121"/>
                    </a:cubicBezTo>
                    <a:cubicBezTo>
                      <a:pt x="146" y="195"/>
                      <a:pt x="146" y="195"/>
                      <a:pt x="146" y="195"/>
                    </a:cubicBezTo>
                    <a:cubicBezTo>
                      <a:pt x="146" y="195"/>
                      <a:pt x="146" y="195"/>
                      <a:pt x="146" y="195"/>
                    </a:cubicBezTo>
                    <a:close/>
                    <a:moveTo>
                      <a:pt x="146" y="96"/>
                    </a:moveTo>
                    <a:cubicBezTo>
                      <a:pt x="55" y="96"/>
                      <a:pt x="55" y="96"/>
                      <a:pt x="55" y="96"/>
                    </a:cubicBezTo>
                    <a:cubicBezTo>
                      <a:pt x="55" y="23"/>
                      <a:pt x="55" y="23"/>
                      <a:pt x="55" y="23"/>
                    </a:cubicBezTo>
                    <a:cubicBezTo>
                      <a:pt x="146" y="23"/>
                      <a:pt x="146" y="23"/>
                      <a:pt x="146" y="23"/>
                    </a:cubicBezTo>
                    <a:cubicBezTo>
                      <a:pt x="146" y="96"/>
                      <a:pt x="146" y="96"/>
                      <a:pt x="146" y="96"/>
                    </a:cubicBezTo>
                    <a:cubicBezTo>
                      <a:pt x="146" y="96"/>
                      <a:pt x="146" y="96"/>
                      <a:pt x="146" y="96"/>
                    </a:cubicBezTo>
                    <a:close/>
                    <a:moveTo>
                      <a:pt x="183" y="165"/>
                    </a:moveTo>
                    <a:cubicBezTo>
                      <a:pt x="183" y="168"/>
                      <a:pt x="181" y="170"/>
                      <a:pt x="178" y="170"/>
                    </a:cubicBezTo>
                    <a:cubicBezTo>
                      <a:pt x="169" y="170"/>
                      <a:pt x="169" y="170"/>
                      <a:pt x="169" y="170"/>
                    </a:cubicBezTo>
                    <a:cubicBezTo>
                      <a:pt x="166" y="170"/>
                      <a:pt x="164" y="168"/>
                      <a:pt x="164" y="165"/>
                    </a:cubicBezTo>
                    <a:cubicBezTo>
                      <a:pt x="164" y="156"/>
                      <a:pt x="164" y="156"/>
                      <a:pt x="164" y="156"/>
                    </a:cubicBezTo>
                    <a:cubicBezTo>
                      <a:pt x="164" y="152"/>
                      <a:pt x="166" y="150"/>
                      <a:pt x="169" y="150"/>
                    </a:cubicBezTo>
                    <a:cubicBezTo>
                      <a:pt x="178" y="150"/>
                      <a:pt x="178" y="150"/>
                      <a:pt x="178" y="150"/>
                    </a:cubicBezTo>
                    <a:cubicBezTo>
                      <a:pt x="181" y="150"/>
                      <a:pt x="183" y="152"/>
                      <a:pt x="183" y="156"/>
                    </a:cubicBezTo>
                    <a:cubicBezTo>
                      <a:pt x="183" y="165"/>
                      <a:pt x="183" y="165"/>
                      <a:pt x="183" y="165"/>
                    </a:cubicBezTo>
                    <a:cubicBezTo>
                      <a:pt x="183" y="165"/>
                      <a:pt x="183" y="165"/>
                      <a:pt x="183" y="165"/>
                    </a:cubicBezTo>
                    <a:close/>
                    <a:moveTo>
                      <a:pt x="183" y="114"/>
                    </a:moveTo>
                    <a:cubicBezTo>
                      <a:pt x="183" y="116"/>
                      <a:pt x="181" y="118"/>
                      <a:pt x="178" y="118"/>
                    </a:cubicBezTo>
                    <a:cubicBezTo>
                      <a:pt x="169" y="118"/>
                      <a:pt x="169" y="118"/>
                      <a:pt x="169" y="118"/>
                    </a:cubicBezTo>
                    <a:cubicBezTo>
                      <a:pt x="166" y="118"/>
                      <a:pt x="164" y="116"/>
                      <a:pt x="164" y="114"/>
                    </a:cubicBezTo>
                    <a:cubicBezTo>
                      <a:pt x="164" y="104"/>
                      <a:pt x="164" y="104"/>
                      <a:pt x="164" y="104"/>
                    </a:cubicBezTo>
                    <a:cubicBezTo>
                      <a:pt x="164" y="101"/>
                      <a:pt x="166" y="99"/>
                      <a:pt x="169" y="99"/>
                    </a:cubicBezTo>
                    <a:cubicBezTo>
                      <a:pt x="178" y="99"/>
                      <a:pt x="178" y="99"/>
                      <a:pt x="178" y="99"/>
                    </a:cubicBezTo>
                    <a:cubicBezTo>
                      <a:pt x="181" y="99"/>
                      <a:pt x="183" y="101"/>
                      <a:pt x="183" y="104"/>
                    </a:cubicBezTo>
                    <a:cubicBezTo>
                      <a:pt x="183" y="114"/>
                      <a:pt x="183" y="114"/>
                      <a:pt x="183" y="114"/>
                    </a:cubicBezTo>
                    <a:cubicBezTo>
                      <a:pt x="183" y="114"/>
                      <a:pt x="183" y="114"/>
                      <a:pt x="183" y="114"/>
                    </a:cubicBezTo>
                    <a:close/>
                    <a:moveTo>
                      <a:pt x="183" y="62"/>
                    </a:moveTo>
                    <a:cubicBezTo>
                      <a:pt x="183" y="64"/>
                      <a:pt x="181" y="67"/>
                      <a:pt x="178" y="67"/>
                    </a:cubicBezTo>
                    <a:cubicBezTo>
                      <a:pt x="169" y="67"/>
                      <a:pt x="169" y="67"/>
                      <a:pt x="169" y="67"/>
                    </a:cubicBezTo>
                    <a:cubicBezTo>
                      <a:pt x="166" y="67"/>
                      <a:pt x="164" y="64"/>
                      <a:pt x="164" y="62"/>
                    </a:cubicBezTo>
                    <a:cubicBezTo>
                      <a:pt x="164" y="52"/>
                      <a:pt x="164" y="52"/>
                      <a:pt x="164" y="52"/>
                    </a:cubicBezTo>
                    <a:cubicBezTo>
                      <a:pt x="164" y="49"/>
                      <a:pt x="166" y="47"/>
                      <a:pt x="169" y="47"/>
                    </a:cubicBezTo>
                    <a:cubicBezTo>
                      <a:pt x="178" y="47"/>
                      <a:pt x="178" y="47"/>
                      <a:pt x="178" y="47"/>
                    </a:cubicBezTo>
                    <a:cubicBezTo>
                      <a:pt x="181" y="47"/>
                      <a:pt x="183" y="49"/>
                      <a:pt x="183" y="52"/>
                    </a:cubicBezTo>
                    <a:cubicBezTo>
                      <a:pt x="183" y="62"/>
                      <a:pt x="183" y="62"/>
                      <a:pt x="183" y="62"/>
                    </a:cubicBezTo>
                    <a:cubicBezTo>
                      <a:pt x="183" y="62"/>
                      <a:pt x="183" y="62"/>
                      <a:pt x="183" y="62"/>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7203" tIns="33601" rIns="67203" bIns="33601" numCol="1" anchor="t" anchorCtr="0" compatLnSpc="1">
                <a:prstTxWarp prst="textNoShape">
                  <a:avLst/>
                </a:prstTxWarp>
              </a:bodyPr>
              <a:lstStyle/>
              <a:p>
                <a:pPr defTabSz="685450" fontAlgn="auto">
                  <a:spcBef>
                    <a:spcPts val="0"/>
                  </a:spcBef>
                  <a:spcAft>
                    <a:spcPts val="0"/>
                  </a:spcAft>
                </a:pPr>
                <a:endParaRPr lang="en-US" sz="1324" dirty="0">
                  <a:solidFill>
                    <a:srgbClr val="505050"/>
                  </a:solidFill>
                  <a:latin typeface="Segoe UI"/>
                </a:endParaRPr>
              </a:p>
            </p:txBody>
          </p:sp>
          <p:sp>
            <p:nvSpPr>
              <p:cNvPr id="691" name="Freeform 265"/>
              <p:cNvSpPr>
                <a:spLocks noEditPoints="1"/>
              </p:cNvSpPr>
              <p:nvPr/>
            </p:nvSpPr>
            <p:spPr bwMode="auto">
              <a:xfrm>
                <a:off x="10429760" y="3642879"/>
                <a:ext cx="210140" cy="167419"/>
              </a:xfrm>
              <a:custGeom>
                <a:avLst/>
                <a:gdLst>
                  <a:gd name="T0" fmla="*/ 273 w 273"/>
                  <a:gd name="T1" fmla="*/ 72 h 216"/>
                  <a:gd name="T2" fmla="*/ 223 w 273"/>
                  <a:gd name="T3" fmla="*/ 204 h 216"/>
                  <a:gd name="T4" fmla="*/ 210 w 273"/>
                  <a:gd name="T5" fmla="*/ 200 h 216"/>
                  <a:gd name="T6" fmla="*/ 210 w 273"/>
                  <a:gd name="T7" fmla="*/ 177 h 216"/>
                  <a:gd name="T8" fmla="*/ 246 w 273"/>
                  <a:gd name="T9" fmla="*/ 84 h 216"/>
                  <a:gd name="T10" fmla="*/ 99 w 273"/>
                  <a:gd name="T11" fmla="*/ 27 h 216"/>
                  <a:gd name="T12" fmla="*/ 84 w 273"/>
                  <a:gd name="T13" fmla="*/ 64 h 216"/>
                  <a:gd name="T14" fmla="*/ 62 w 273"/>
                  <a:gd name="T15" fmla="*/ 64 h 216"/>
                  <a:gd name="T16" fmla="*/ 87 w 273"/>
                  <a:gd name="T17" fmla="*/ 0 h 216"/>
                  <a:gd name="T18" fmla="*/ 273 w 273"/>
                  <a:gd name="T19" fmla="*/ 72 h 216"/>
                  <a:gd name="T20" fmla="*/ 273 w 273"/>
                  <a:gd name="T21" fmla="*/ 72 h 216"/>
                  <a:gd name="T22" fmla="*/ 0 w 273"/>
                  <a:gd name="T23" fmla="*/ 75 h 216"/>
                  <a:gd name="T24" fmla="*/ 200 w 273"/>
                  <a:gd name="T25" fmla="*/ 75 h 216"/>
                  <a:gd name="T26" fmla="*/ 200 w 273"/>
                  <a:gd name="T27" fmla="*/ 216 h 216"/>
                  <a:gd name="T28" fmla="*/ 0 w 273"/>
                  <a:gd name="T29" fmla="*/ 216 h 216"/>
                  <a:gd name="T30" fmla="*/ 0 w 273"/>
                  <a:gd name="T31" fmla="*/ 75 h 216"/>
                  <a:gd name="T32" fmla="*/ 0 w 273"/>
                  <a:gd name="T33" fmla="*/ 75 h 216"/>
                  <a:gd name="T34" fmla="*/ 21 w 273"/>
                  <a:gd name="T35" fmla="*/ 196 h 216"/>
                  <a:gd name="T36" fmla="*/ 38 w 273"/>
                  <a:gd name="T37" fmla="*/ 196 h 216"/>
                  <a:gd name="T38" fmla="*/ 74 w 273"/>
                  <a:gd name="T39" fmla="*/ 147 h 216"/>
                  <a:gd name="T40" fmla="*/ 109 w 273"/>
                  <a:gd name="T41" fmla="*/ 196 h 216"/>
                  <a:gd name="T42" fmla="*/ 118 w 273"/>
                  <a:gd name="T43" fmla="*/ 196 h 216"/>
                  <a:gd name="T44" fmla="*/ 108 w 273"/>
                  <a:gd name="T45" fmla="*/ 157 h 216"/>
                  <a:gd name="T46" fmla="*/ 121 w 273"/>
                  <a:gd name="T47" fmla="*/ 154 h 216"/>
                  <a:gd name="T48" fmla="*/ 149 w 273"/>
                  <a:gd name="T49" fmla="*/ 196 h 216"/>
                  <a:gd name="T50" fmla="*/ 179 w 273"/>
                  <a:gd name="T51" fmla="*/ 196 h 216"/>
                  <a:gd name="T52" fmla="*/ 179 w 273"/>
                  <a:gd name="T53" fmla="*/ 96 h 216"/>
                  <a:gd name="T54" fmla="*/ 21 w 273"/>
                  <a:gd name="T55" fmla="*/ 96 h 216"/>
                  <a:gd name="T56" fmla="*/ 21 w 273"/>
                  <a:gd name="T57" fmla="*/ 196 h 216"/>
                  <a:gd name="T58" fmla="*/ 21 w 273"/>
                  <a:gd name="T59" fmla="*/ 196 h 216"/>
                  <a:gd name="T60" fmla="*/ 74 w 273"/>
                  <a:gd name="T61" fmla="*/ 144 h 216"/>
                  <a:gd name="T62" fmla="*/ 95 w 273"/>
                  <a:gd name="T63" fmla="*/ 122 h 216"/>
                  <a:gd name="T64" fmla="*/ 74 w 273"/>
                  <a:gd name="T65" fmla="*/ 100 h 216"/>
                  <a:gd name="T66" fmla="*/ 52 w 273"/>
                  <a:gd name="T67" fmla="*/ 122 h 216"/>
                  <a:gd name="T68" fmla="*/ 74 w 273"/>
                  <a:gd name="T69" fmla="*/ 144 h 216"/>
                  <a:gd name="T70" fmla="*/ 120 w 273"/>
                  <a:gd name="T71" fmla="*/ 149 h 216"/>
                  <a:gd name="T72" fmla="*/ 137 w 273"/>
                  <a:gd name="T73" fmla="*/ 133 h 216"/>
                  <a:gd name="T74" fmla="*/ 120 w 273"/>
                  <a:gd name="T75" fmla="*/ 117 h 216"/>
                  <a:gd name="T76" fmla="*/ 104 w 273"/>
                  <a:gd name="T77" fmla="*/ 133 h 216"/>
                  <a:gd name="T78" fmla="*/ 120 w 273"/>
                  <a:gd name="T79" fmla="*/ 149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3" h="216">
                    <a:moveTo>
                      <a:pt x="273" y="72"/>
                    </a:moveTo>
                    <a:cubicBezTo>
                      <a:pt x="273" y="72"/>
                      <a:pt x="273" y="72"/>
                      <a:pt x="223" y="204"/>
                    </a:cubicBezTo>
                    <a:cubicBezTo>
                      <a:pt x="223" y="204"/>
                      <a:pt x="223" y="204"/>
                      <a:pt x="210" y="200"/>
                    </a:cubicBezTo>
                    <a:cubicBezTo>
                      <a:pt x="210" y="200"/>
                      <a:pt x="210" y="200"/>
                      <a:pt x="210" y="177"/>
                    </a:cubicBezTo>
                    <a:cubicBezTo>
                      <a:pt x="210" y="177"/>
                      <a:pt x="210" y="177"/>
                      <a:pt x="246" y="84"/>
                    </a:cubicBezTo>
                    <a:cubicBezTo>
                      <a:pt x="246" y="84"/>
                      <a:pt x="246" y="84"/>
                      <a:pt x="99" y="27"/>
                    </a:cubicBezTo>
                    <a:cubicBezTo>
                      <a:pt x="99" y="27"/>
                      <a:pt x="90" y="50"/>
                      <a:pt x="84" y="64"/>
                    </a:cubicBezTo>
                    <a:cubicBezTo>
                      <a:pt x="84" y="64"/>
                      <a:pt x="84" y="64"/>
                      <a:pt x="62" y="64"/>
                    </a:cubicBezTo>
                    <a:cubicBezTo>
                      <a:pt x="62" y="64"/>
                      <a:pt x="62" y="64"/>
                      <a:pt x="87" y="0"/>
                    </a:cubicBezTo>
                    <a:cubicBezTo>
                      <a:pt x="273" y="72"/>
                      <a:pt x="273" y="72"/>
                      <a:pt x="273" y="72"/>
                    </a:cubicBezTo>
                    <a:cubicBezTo>
                      <a:pt x="273" y="72"/>
                      <a:pt x="273" y="72"/>
                      <a:pt x="273" y="72"/>
                    </a:cubicBezTo>
                    <a:close/>
                    <a:moveTo>
                      <a:pt x="0" y="75"/>
                    </a:moveTo>
                    <a:cubicBezTo>
                      <a:pt x="200" y="75"/>
                      <a:pt x="200" y="75"/>
                      <a:pt x="200" y="75"/>
                    </a:cubicBezTo>
                    <a:cubicBezTo>
                      <a:pt x="200" y="216"/>
                      <a:pt x="200" y="216"/>
                      <a:pt x="200" y="216"/>
                    </a:cubicBezTo>
                    <a:cubicBezTo>
                      <a:pt x="0" y="216"/>
                      <a:pt x="0" y="216"/>
                      <a:pt x="0" y="216"/>
                    </a:cubicBezTo>
                    <a:cubicBezTo>
                      <a:pt x="0" y="75"/>
                      <a:pt x="0" y="75"/>
                      <a:pt x="0" y="75"/>
                    </a:cubicBezTo>
                    <a:cubicBezTo>
                      <a:pt x="0" y="75"/>
                      <a:pt x="0" y="75"/>
                      <a:pt x="0" y="75"/>
                    </a:cubicBezTo>
                    <a:close/>
                    <a:moveTo>
                      <a:pt x="21" y="196"/>
                    </a:moveTo>
                    <a:cubicBezTo>
                      <a:pt x="38" y="196"/>
                      <a:pt x="38" y="196"/>
                      <a:pt x="38" y="196"/>
                    </a:cubicBezTo>
                    <a:cubicBezTo>
                      <a:pt x="39" y="168"/>
                      <a:pt x="47" y="147"/>
                      <a:pt x="74" y="147"/>
                    </a:cubicBezTo>
                    <a:cubicBezTo>
                      <a:pt x="101" y="147"/>
                      <a:pt x="108" y="168"/>
                      <a:pt x="109" y="196"/>
                    </a:cubicBezTo>
                    <a:cubicBezTo>
                      <a:pt x="118" y="196"/>
                      <a:pt x="118" y="196"/>
                      <a:pt x="118" y="196"/>
                    </a:cubicBezTo>
                    <a:cubicBezTo>
                      <a:pt x="117" y="183"/>
                      <a:pt x="115" y="168"/>
                      <a:pt x="108" y="157"/>
                    </a:cubicBezTo>
                    <a:cubicBezTo>
                      <a:pt x="112" y="155"/>
                      <a:pt x="116" y="154"/>
                      <a:pt x="121" y="154"/>
                    </a:cubicBezTo>
                    <a:cubicBezTo>
                      <a:pt x="139" y="154"/>
                      <a:pt x="148" y="166"/>
                      <a:pt x="149" y="196"/>
                    </a:cubicBezTo>
                    <a:cubicBezTo>
                      <a:pt x="179" y="196"/>
                      <a:pt x="179" y="196"/>
                      <a:pt x="179" y="196"/>
                    </a:cubicBezTo>
                    <a:cubicBezTo>
                      <a:pt x="179" y="96"/>
                      <a:pt x="179" y="96"/>
                      <a:pt x="179" y="96"/>
                    </a:cubicBezTo>
                    <a:cubicBezTo>
                      <a:pt x="21" y="96"/>
                      <a:pt x="21" y="96"/>
                      <a:pt x="21" y="96"/>
                    </a:cubicBezTo>
                    <a:cubicBezTo>
                      <a:pt x="21" y="196"/>
                      <a:pt x="21" y="196"/>
                      <a:pt x="21" y="196"/>
                    </a:cubicBezTo>
                    <a:cubicBezTo>
                      <a:pt x="21" y="196"/>
                      <a:pt x="21" y="196"/>
                      <a:pt x="21" y="196"/>
                    </a:cubicBezTo>
                    <a:close/>
                    <a:moveTo>
                      <a:pt x="74" y="144"/>
                    </a:moveTo>
                    <a:cubicBezTo>
                      <a:pt x="86" y="144"/>
                      <a:pt x="95" y="134"/>
                      <a:pt x="95" y="122"/>
                    </a:cubicBezTo>
                    <a:cubicBezTo>
                      <a:pt x="95" y="110"/>
                      <a:pt x="86" y="100"/>
                      <a:pt x="74" y="100"/>
                    </a:cubicBezTo>
                    <a:cubicBezTo>
                      <a:pt x="62" y="100"/>
                      <a:pt x="52" y="110"/>
                      <a:pt x="52" y="122"/>
                    </a:cubicBezTo>
                    <a:cubicBezTo>
                      <a:pt x="52" y="134"/>
                      <a:pt x="62" y="144"/>
                      <a:pt x="74" y="144"/>
                    </a:cubicBezTo>
                    <a:close/>
                    <a:moveTo>
                      <a:pt x="120" y="149"/>
                    </a:moveTo>
                    <a:cubicBezTo>
                      <a:pt x="129" y="149"/>
                      <a:pt x="137" y="142"/>
                      <a:pt x="137" y="133"/>
                    </a:cubicBezTo>
                    <a:cubicBezTo>
                      <a:pt x="137" y="124"/>
                      <a:pt x="129" y="117"/>
                      <a:pt x="120" y="117"/>
                    </a:cubicBezTo>
                    <a:cubicBezTo>
                      <a:pt x="111" y="117"/>
                      <a:pt x="104" y="124"/>
                      <a:pt x="104" y="133"/>
                    </a:cubicBezTo>
                    <a:cubicBezTo>
                      <a:pt x="104" y="142"/>
                      <a:pt x="111" y="149"/>
                      <a:pt x="120" y="149"/>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7203" tIns="33601" rIns="67203" bIns="33601" numCol="1" anchor="t" anchorCtr="0" compatLnSpc="1">
                <a:prstTxWarp prst="textNoShape">
                  <a:avLst/>
                </a:prstTxWarp>
              </a:bodyPr>
              <a:lstStyle/>
              <a:p>
                <a:pPr defTabSz="685450" fontAlgn="auto">
                  <a:spcBef>
                    <a:spcPts val="0"/>
                  </a:spcBef>
                  <a:spcAft>
                    <a:spcPts val="0"/>
                  </a:spcAft>
                </a:pPr>
                <a:endParaRPr lang="en-US" sz="1324" dirty="0">
                  <a:solidFill>
                    <a:srgbClr val="505050"/>
                  </a:solidFill>
                  <a:latin typeface="Segoe UI"/>
                </a:endParaRPr>
              </a:p>
            </p:txBody>
          </p:sp>
          <p:sp>
            <p:nvSpPr>
              <p:cNvPr id="692" name="Freeform 266"/>
              <p:cNvSpPr>
                <a:spLocks noEditPoints="1"/>
              </p:cNvSpPr>
              <p:nvPr/>
            </p:nvSpPr>
            <p:spPr bwMode="auto">
              <a:xfrm>
                <a:off x="9477637" y="3144869"/>
                <a:ext cx="159337" cy="155873"/>
              </a:xfrm>
              <a:custGeom>
                <a:avLst/>
                <a:gdLst>
                  <a:gd name="T0" fmla="*/ 197 w 207"/>
                  <a:gd name="T1" fmla="*/ 64 h 202"/>
                  <a:gd name="T2" fmla="*/ 196 w 207"/>
                  <a:gd name="T3" fmla="*/ 12 h 202"/>
                  <a:gd name="T4" fmla="*/ 124 w 207"/>
                  <a:gd name="T5" fmla="*/ 19 h 202"/>
                  <a:gd name="T6" fmla="*/ 120 w 207"/>
                  <a:gd name="T7" fmla="*/ 18 h 202"/>
                  <a:gd name="T8" fmla="*/ 62 w 207"/>
                  <a:gd name="T9" fmla="*/ 41 h 202"/>
                  <a:gd name="T10" fmla="*/ 34 w 207"/>
                  <a:gd name="T11" fmla="*/ 86 h 202"/>
                  <a:gd name="T12" fmla="*/ 74 w 207"/>
                  <a:gd name="T13" fmla="*/ 51 h 202"/>
                  <a:gd name="T14" fmla="*/ 79 w 207"/>
                  <a:gd name="T15" fmla="*/ 49 h 202"/>
                  <a:gd name="T16" fmla="*/ 68 w 207"/>
                  <a:gd name="T17" fmla="*/ 60 h 202"/>
                  <a:gd name="T18" fmla="*/ 19 w 207"/>
                  <a:gd name="T19" fmla="*/ 189 h 202"/>
                  <a:gd name="T20" fmla="*/ 82 w 207"/>
                  <a:gd name="T21" fmla="*/ 184 h 202"/>
                  <a:gd name="T22" fmla="*/ 120 w 207"/>
                  <a:gd name="T23" fmla="*/ 192 h 202"/>
                  <a:gd name="T24" fmla="*/ 170 w 207"/>
                  <a:gd name="T25" fmla="*/ 177 h 202"/>
                  <a:gd name="T26" fmla="*/ 203 w 207"/>
                  <a:gd name="T27" fmla="*/ 135 h 202"/>
                  <a:gd name="T28" fmla="*/ 155 w 207"/>
                  <a:gd name="T29" fmla="*/ 135 h 202"/>
                  <a:gd name="T30" fmla="*/ 121 w 207"/>
                  <a:gd name="T31" fmla="*/ 155 h 202"/>
                  <a:gd name="T32" fmla="*/ 83 w 207"/>
                  <a:gd name="T33" fmla="*/ 118 h 202"/>
                  <a:gd name="T34" fmla="*/ 83 w 207"/>
                  <a:gd name="T35" fmla="*/ 117 h 202"/>
                  <a:gd name="T36" fmla="*/ 82 w 207"/>
                  <a:gd name="T37" fmla="*/ 116 h 202"/>
                  <a:gd name="T38" fmla="*/ 84 w 207"/>
                  <a:gd name="T39" fmla="*/ 116 h 202"/>
                  <a:gd name="T40" fmla="*/ 206 w 207"/>
                  <a:gd name="T41" fmla="*/ 116 h 202"/>
                  <a:gd name="T42" fmla="*/ 206 w 207"/>
                  <a:gd name="T43" fmla="*/ 114 h 202"/>
                  <a:gd name="T44" fmla="*/ 207 w 207"/>
                  <a:gd name="T45" fmla="*/ 105 h 202"/>
                  <a:gd name="T46" fmla="*/ 197 w 207"/>
                  <a:gd name="T47" fmla="*/ 64 h 202"/>
                  <a:gd name="T48" fmla="*/ 33 w 207"/>
                  <a:gd name="T49" fmla="*/ 185 h 202"/>
                  <a:gd name="T50" fmla="*/ 38 w 207"/>
                  <a:gd name="T51" fmla="*/ 134 h 202"/>
                  <a:gd name="T52" fmla="*/ 64 w 207"/>
                  <a:gd name="T53" fmla="*/ 173 h 202"/>
                  <a:gd name="T54" fmla="*/ 76 w 207"/>
                  <a:gd name="T55" fmla="*/ 181 h 202"/>
                  <a:gd name="T56" fmla="*/ 33 w 207"/>
                  <a:gd name="T57" fmla="*/ 185 h 202"/>
                  <a:gd name="T58" fmla="*/ 79 w 207"/>
                  <a:gd name="T59" fmla="*/ 182 h 202"/>
                  <a:gd name="T60" fmla="*/ 79 w 207"/>
                  <a:gd name="T61" fmla="*/ 183 h 202"/>
                  <a:gd name="T62" fmla="*/ 79 w 207"/>
                  <a:gd name="T63" fmla="*/ 182 h 202"/>
                  <a:gd name="T64" fmla="*/ 158 w 207"/>
                  <a:gd name="T65" fmla="*/ 93 h 202"/>
                  <a:gd name="T66" fmla="*/ 84 w 207"/>
                  <a:gd name="T67" fmla="*/ 93 h 202"/>
                  <a:gd name="T68" fmla="*/ 83 w 207"/>
                  <a:gd name="T69" fmla="*/ 93 h 202"/>
                  <a:gd name="T70" fmla="*/ 83 w 207"/>
                  <a:gd name="T71" fmla="*/ 92 h 202"/>
                  <a:gd name="T72" fmla="*/ 122 w 207"/>
                  <a:gd name="T73" fmla="*/ 57 h 202"/>
                  <a:gd name="T74" fmla="*/ 158 w 207"/>
                  <a:gd name="T75" fmla="*/ 92 h 202"/>
                  <a:gd name="T76" fmla="*/ 158 w 207"/>
                  <a:gd name="T77" fmla="*/ 93 h 202"/>
                  <a:gd name="T78" fmla="*/ 158 w 207"/>
                  <a:gd name="T79" fmla="*/ 93 h 202"/>
                  <a:gd name="T80" fmla="*/ 158 w 207"/>
                  <a:gd name="T81" fmla="*/ 93 h 202"/>
                  <a:gd name="T82" fmla="*/ 180 w 207"/>
                  <a:gd name="T83" fmla="*/ 42 h 202"/>
                  <a:gd name="T84" fmla="*/ 151 w 207"/>
                  <a:gd name="T85" fmla="*/ 24 h 202"/>
                  <a:gd name="T86" fmla="*/ 195 w 207"/>
                  <a:gd name="T87" fmla="*/ 22 h 202"/>
                  <a:gd name="T88" fmla="*/ 194 w 207"/>
                  <a:gd name="T89" fmla="*/ 59 h 202"/>
                  <a:gd name="T90" fmla="*/ 194 w 207"/>
                  <a:gd name="T91" fmla="*/ 59 h 202"/>
                  <a:gd name="T92" fmla="*/ 180 w 207"/>
                  <a:gd name="T93" fmla="*/ 42 h 202"/>
                  <a:gd name="T94" fmla="*/ 196 w 207"/>
                  <a:gd name="T95" fmla="*/ 61 h 202"/>
                  <a:gd name="T96" fmla="*/ 196 w 207"/>
                  <a:gd name="T97" fmla="*/ 61 h 202"/>
                  <a:gd name="T98" fmla="*/ 196 w 207"/>
                  <a:gd name="T99" fmla="*/ 61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07" h="202">
                    <a:moveTo>
                      <a:pt x="197" y="64"/>
                    </a:moveTo>
                    <a:cubicBezTo>
                      <a:pt x="207" y="42"/>
                      <a:pt x="207" y="24"/>
                      <a:pt x="196" y="12"/>
                    </a:cubicBezTo>
                    <a:cubicBezTo>
                      <a:pt x="184" y="0"/>
                      <a:pt x="155" y="4"/>
                      <a:pt x="124" y="19"/>
                    </a:cubicBezTo>
                    <a:cubicBezTo>
                      <a:pt x="123" y="19"/>
                      <a:pt x="121" y="18"/>
                      <a:pt x="120" y="18"/>
                    </a:cubicBezTo>
                    <a:cubicBezTo>
                      <a:pt x="99" y="18"/>
                      <a:pt x="77" y="26"/>
                      <a:pt x="62" y="41"/>
                    </a:cubicBezTo>
                    <a:cubicBezTo>
                      <a:pt x="48" y="53"/>
                      <a:pt x="38" y="68"/>
                      <a:pt x="34" y="86"/>
                    </a:cubicBezTo>
                    <a:cubicBezTo>
                      <a:pt x="37" y="82"/>
                      <a:pt x="55" y="62"/>
                      <a:pt x="74" y="51"/>
                    </a:cubicBezTo>
                    <a:cubicBezTo>
                      <a:pt x="74" y="51"/>
                      <a:pt x="79" y="49"/>
                      <a:pt x="79" y="49"/>
                    </a:cubicBezTo>
                    <a:cubicBezTo>
                      <a:pt x="79" y="49"/>
                      <a:pt x="70" y="58"/>
                      <a:pt x="68" y="60"/>
                    </a:cubicBezTo>
                    <a:cubicBezTo>
                      <a:pt x="25" y="103"/>
                      <a:pt x="0" y="169"/>
                      <a:pt x="19" y="189"/>
                    </a:cubicBezTo>
                    <a:cubicBezTo>
                      <a:pt x="32" y="202"/>
                      <a:pt x="55" y="199"/>
                      <a:pt x="82" y="184"/>
                    </a:cubicBezTo>
                    <a:cubicBezTo>
                      <a:pt x="94" y="189"/>
                      <a:pt x="106" y="192"/>
                      <a:pt x="120" y="192"/>
                    </a:cubicBezTo>
                    <a:cubicBezTo>
                      <a:pt x="138" y="192"/>
                      <a:pt x="156" y="187"/>
                      <a:pt x="170" y="177"/>
                    </a:cubicBezTo>
                    <a:cubicBezTo>
                      <a:pt x="185" y="168"/>
                      <a:pt x="196" y="153"/>
                      <a:pt x="203" y="135"/>
                    </a:cubicBezTo>
                    <a:cubicBezTo>
                      <a:pt x="155" y="135"/>
                      <a:pt x="155" y="135"/>
                      <a:pt x="155" y="135"/>
                    </a:cubicBezTo>
                    <a:cubicBezTo>
                      <a:pt x="149" y="146"/>
                      <a:pt x="135" y="155"/>
                      <a:pt x="121" y="155"/>
                    </a:cubicBezTo>
                    <a:cubicBezTo>
                      <a:pt x="100" y="155"/>
                      <a:pt x="83" y="138"/>
                      <a:pt x="83" y="118"/>
                    </a:cubicBezTo>
                    <a:cubicBezTo>
                      <a:pt x="83" y="117"/>
                      <a:pt x="83" y="117"/>
                      <a:pt x="83" y="117"/>
                    </a:cubicBezTo>
                    <a:cubicBezTo>
                      <a:pt x="82" y="116"/>
                      <a:pt x="82" y="116"/>
                      <a:pt x="82" y="116"/>
                    </a:cubicBezTo>
                    <a:cubicBezTo>
                      <a:pt x="84" y="116"/>
                      <a:pt x="84" y="116"/>
                      <a:pt x="84" y="116"/>
                    </a:cubicBezTo>
                    <a:cubicBezTo>
                      <a:pt x="206" y="116"/>
                      <a:pt x="206" y="116"/>
                      <a:pt x="206" y="116"/>
                    </a:cubicBezTo>
                    <a:cubicBezTo>
                      <a:pt x="206" y="116"/>
                      <a:pt x="206" y="115"/>
                      <a:pt x="206" y="114"/>
                    </a:cubicBezTo>
                    <a:cubicBezTo>
                      <a:pt x="207" y="111"/>
                      <a:pt x="207" y="107"/>
                      <a:pt x="207" y="105"/>
                    </a:cubicBezTo>
                    <a:cubicBezTo>
                      <a:pt x="207" y="90"/>
                      <a:pt x="203" y="76"/>
                      <a:pt x="197" y="64"/>
                    </a:cubicBezTo>
                    <a:close/>
                    <a:moveTo>
                      <a:pt x="33" y="185"/>
                    </a:moveTo>
                    <a:cubicBezTo>
                      <a:pt x="23" y="176"/>
                      <a:pt x="26" y="157"/>
                      <a:pt x="38" y="134"/>
                    </a:cubicBezTo>
                    <a:cubicBezTo>
                      <a:pt x="43" y="149"/>
                      <a:pt x="52" y="163"/>
                      <a:pt x="64" y="173"/>
                    </a:cubicBezTo>
                    <a:cubicBezTo>
                      <a:pt x="68" y="176"/>
                      <a:pt x="72" y="178"/>
                      <a:pt x="76" y="181"/>
                    </a:cubicBezTo>
                    <a:cubicBezTo>
                      <a:pt x="57" y="191"/>
                      <a:pt x="41" y="194"/>
                      <a:pt x="33" y="185"/>
                    </a:cubicBezTo>
                    <a:close/>
                    <a:moveTo>
                      <a:pt x="79" y="182"/>
                    </a:moveTo>
                    <a:cubicBezTo>
                      <a:pt x="79" y="182"/>
                      <a:pt x="79" y="182"/>
                      <a:pt x="79" y="183"/>
                    </a:cubicBezTo>
                    <a:cubicBezTo>
                      <a:pt x="79" y="182"/>
                      <a:pt x="79" y="182"/>
                      <a:pt x="79" y="182"/>
                    </a:cubicBezTo>
                    <a:close/>
                    <a:moveTo>
                      <a:pt x="158" y="93"/>
                    </a:moveTo>
                    <a:cubicBezTo>
                      <a:pt x="84" y="93"/>
                      <a:pt x="84" y="93"/>
                      <a:pt x="84" y="93"/>
                    </a:cubicBezTo>
                    <a:cubicBezTo>
                      <a:pt x="83" y="93"/>
                      <a:pt x="83" y="93"/>
                      <a:pt x="83" y="93"/>
                    </a:cubicBezTo>
                    <a:cubicBezTo>
                      <a:pt x="83" y="92"/>
                      <a:pt x="83" y="92"/>
                      <a:pt x="83" y="92"/>
                    </a:cubicBezTo>
                    <a:cubicBezTo>
                      <a:pt x="84" y="73"/>
                      <a:pt x="102" y="57"/>
                      <a:pt x="122" y="57"/>
                    </a:cubicBezTo>
                    <a:cubicBezTo>
                      <a:pt x="141" y="57"/>
                      <a:pt x="157" y="72"/>
                      <a:pt x="158" y="92"/>
                    </a:cubicBezTo>
                    <a:cubicBezTo>
                      <a:pt x="158" y="93"/>
                      <a:pt x="158" y="93"/>
                      <a:pt x="158" y="93"/>
                    </a:cubicBezTo>
                    <a:cubicBezTo>
                      <a:pt x="158" y="93"/>
                      <a:pt x="158" y="93"/>
                      <a:pt x="158" y="93"/>
                    </a:cubicBezTo>
                    <a:cubicBezTo>
                      <a:pt x="158" y="93"/>
                      <a:pt x="158" y="93"/>
                      <a:pt x="158" y="93"/>
                    </a:cubicBezTo>
                    <a:close/>
                    <a:moveTo>
                      <a:pt x="180" y="42"/>
                    </a:moveTo>
                    <a:cubicBezTo>
                      <a:pt x="172" y="34"/>
                      <a:pt x="162" y="28"/>
                      <a:pt x="151" y="24"/>
                    </a:cubicBezTo>
                    <a:cubicBezTo>
                      <a:pt x="171" y="15"/>
                      <a:pt x="187" y="14"/>
                      <a:pt x="195" y="22"/>
                    </a:cubicBezTo>
                    <a:cubicBezTo>
                      <a:pt x="202" y="29"/>
                      <a:pt x="202" y="43"/>
                      <a:pt x="194" y="59"/>
                    </a:cubicBezTo>
                    <a:cubicBezTo>
                      <a:pt x="194" y="59"/>
                      <a:pt x="194" y="59"/>
                      <a:pt x="194" y="59"/>
                    </a:cubicBezTo>
                    <a:cubicBezTo>
                      <a:pt x="190" y="53"/>
                      <a:pt x="186" y="47"/>
                      <a:pt x="180" y="42"/>
                    </a:cubicBezTo>
                    <a:close/>
                    <a:moveTo>
                      <a:pt x="196" y="61"/>
                    </a:moveTo>
                    <a:cubicBezTo>
                      <a:pt x="196" y="61"/>
                      <a:pt x="196" y="61"/>
                      <a:pt x="196" y="61"/>
                    </a:cubicBezTo>
                    <a:cubicBezTo>
                      <a:pt x="196" y="61"/>
                      <a:pt x="196" y="61"/>
                      <a:pt x="196" y="6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7203" tIns="33601" rIns="67203" bIns="33601" numCol="1" anchor="t" anchorCtr="0" compatLnSpc="1">
                <a:prstTxWarp prst="textNoShape">
                  <a:avLst/>
                </a:prstTxWarp>
              </a:bodyPr>
              <a:lstStyle/>
              <a:p>
                <a:pPr defTabSz="685450" fontAlgn="auto">
                  <a:spcBef>
                    <a:spcPts val="0"/>
                  </a:spcBef>
                  <a:spcAft>
                    <a:spcPts val="0"/>
                  </a:spcAft>
                </a:pPr>
                <a:endParaRPr lang="en-US" sz="1324" dirty="0">
                  <a:solidFill>
                    <a:srgbClr val="505050"/>
                  </a:solidFill>
                  <a:latin typeface="Segoe UI"/>
                </a:endParaRPr>
              </a:p>
            </p:txBody>
          </p:sp>
          <p:sp>
            <p:nvSpPr>
              <p:cNvPr id="693" name="Freeform 267"/>
              <p:cNvSpPr>
                <a:spLocks noEditPoints="1"/>
              </p:cNvSpPr>
              <p:nvPr/>
            </p:nvSpPr>
            <p:spPr bwMode="auto">
              <a:xfrm>
                <a:off x="9747306" y="3171038"/>
                <a:ext cx="157028" cy="132781"/>
              </a:xfrm>
              <a:custGeom>
                <a:avLst/>
                <a:gdLst>
                  <a:gd name="T0" fmla="*/ 169 w 203"/>
                  <a:gd name="T1" fmla="*/ 27 h 173"/>
                  <a:gd name="T2" fmla="*/ 145 w 203"/>
                  <a:gd name="T3" fmla="*/ 4 h 173"/>
                  <a:gd name="T4" fmla="*/ 101 w 203"/>
                  <a:gd name="T5" fmla="*/ 22 h 173"/>
                  <a:gd name="T6" fmla="*/ 0 w 203"/>
                  <a:gd name="T7" fmla="*/ 85 h 173"/>
                  <a:gd name="T8" fmla="*/ 78 w 203"/>
                  <a:gd name="T9" fmla="*/ 136 h 173"/>
                  <a:gd name="T10" fmla="*/ 79 w 203"/>
                  <a:gd name="T11" fmla="*/ 136 h 173"/>
                  <a:gd name="T12" fmla="*/ 79 w 203"/>
                  <a:gd name="T13" fmla="*/ 163 h 173"/>
                  <a:gd name="T14" fmla="*/ 65 w 203"/>
                  <a:gd name="T15" fmla="*/ 165 h 173"/>
                  <a:gd name="T16" fmla="*/ 63 w 203"/>
                  <a:gd name="T17" fmla="*/ 170 h 173"/>
                  <a:gd name="T18" fmla="*/ 67 w 203"/>
                  <a:gd name="T19" fmla="*/ 173 h 173"/>
                  <a:gd name="T20" fmla="*/ 67 w 203"/>
                  <a:gd name="T21" fmla="*/ 173 h 173"/>
                  <a:gd name="T22" fmla="*/ 86 w 203"/>
                  <a:gd name="T23" fmla="*/ 170 h 173"/>
                  <a:gd name="T24" fmla="*/ 106 w 203"/>
                  <a:gd name="T25" fmla="*/ 173 h 173"/>
                  <a:gd name="T26" fmla="*/ 107 w 203"/>
                  <a:gd name="T27" fmla="*/ 173 h 173"/>
                  <a:gd name="T28" fmla="*/ 110 w 203"/>
                  <a:gd name="T29" fmla="*/ 170 h 173"/>
                  <a:gd name="T30" fmla="*/ 120 w 203"/>
                  <a:gd name="T31" fmla="*/ 173 h 173"/>
                  <a:gd name="T32" fmla="*/ 122 w 203"/>
                  <a:gd name="T33" fmla="*/ 173 h 173"/>
                  <a:gd name="T34" fmla="*/ 125 w 203"/>
                  <a:gd name="T35" fmla="*/ 170 h 173"/>
                  <a:gd name="T36" fmla="*/ 123 w 203"/>
                  <a:gd name="T37" fmla="*/ 165 h 173"/>
                  <a:gd name="T38" fmla="*/ 102 w 203"/>
                  <a:gd name="T39" fmla="*/ 162 h 173"/>
                  <a:gd name="T40" fmla="*/ 102 w 203"/>
                  <a:gd name="T41" fmla="*/ 133 h 173"/>
                  <a:gd name="T42" fmla="*/ 169 w 203"/>
                  <a:gd name="T43" fmla="*/ 55 h 173"/>
                  <a:gd name="T44" fmla="*/ 203 w 203"/>
                  <a:gd name="T45" fmla="*/ 41 h 173"/>
                  <a:gd name="T46" fmla="*/ 169 w 203"/>
                  <a:gd name="T47" fmla="*/ 27 h 173"/>
                  <a:gd name="T48" fmla="*/ 169 w 203"/>
                  <a:gd name="T49" fmla="*/ 27 h 173"/>
                  <a:gd name="T50" fmla="*/ 94 w 203"/>
                  <a:gd name="T51" fmla="*/ 163 h 173"/>
                  <a:gd name="T52" fmla="*/ 94 w 203"/>
                  <a:gd name="T53" fmla="*/ 163 h 173"/>
                  <a:gd name="T54" fmla="*/ 94 w 203"/>
                  <a:gd name="T55" fmla="*/ 163 h 173"/>
                  <a:gd name="T56" fmla="*/ 86 w 203"/>
                  <a:gd name="T57" fmla="*/ 162 h 173"/>
                  <a:gd name="T58" fmla="*/ 86 w 203"/>
                  <a:gd name="T59" fmla="*/ 162 h 173"/>
                  <a:gd name="T60" fmla="*/ 86 w 203"/>
                  <a:gd name="T61" fmla="*/ 136 h 173"/>
                  <a:gd name="T62" fmla="*/ 94 w 203"/>
                  <a:gd name="T63" fmla="*/ 135 h 173"/>
                  <a:gd name="T64" fmla="*/ 94 w 203"/>
                  <a:gd name="T65" fmla="*/ 163 h 173"/>
                  <a:gd name="T66" fmla="*/ 94 w 203"/>
                  <a:gd name="T67" fmla="*/ 163 h 173"/>
                  <a:gd name="T68" fmla="*/ 141 w 203"/>
                  <a:gd name="T69" fmla="*/ 40 h 173"/>
                  <a:gd name="T70" fmla="*/ 133 w 203"/>
                  <a:gd name="T71" fmla="*/ 33 h 173"/>
                  <a:gd name="T72" fmla="*/ 141 w 203"/>
                  <a:gd name="T73" fmla="*/ 25 h 173"/>
                  <a:gd name="T74" fmla="*/ 148 w 203"/>
                  <a:gd name="T75" fmla="*/ 33 h 173"/>
                  <a:gd name="T76" fmla="*/ 141 w 203"/>
                  <a:gd name="T77" fmla="*/ 40 h 1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03" h="173">
                    <a:moveTo>
                      <a:pt x="169" y="27"/>
                    </a:moveTo>
                    <a:cubicBezTo>
                      <a:pt x="165" y="16"/>
                      <a:pt x="157" y="8"/>
                      <a:pt x="145" y="4"/>
                    </a:cubicBezTo>
                    <a:cubicBezTo>
                      <a:pt x="129" y="0"/>
                      <a:pt x="112" y="5"/>
                      <a:pt x="101" y="22"/>
                    </a:cubicBezTo>
                    <a:cubicBezTo>
                      <a:pt x="71" y="69"/>
                      <a:pt x="35" y="98"/>
                      <a:pt x="0" y="85"/>
                    </a:cubicBezTo>
                    <a:cubicBezTo>
                      <a:pt x="0" y="85"/>
                      <a:pt x="25" y="136"/>
                      <a:pt x="78" y="136"/>
                    </a:cubicBezTo>
                    <a:cubicBezTo>
                      <a:pt x="78" y="136"/>
                      <a:pt x="79" y="136"/>
                      <a:pt x="79" y="136"/>
                    </a:cubicBezTo>
                    <a:cubicBezTo>
                      <a:pt x="79" y="163"/>
                      <a:pt x="79" y="163"/>
                      <a:pt x="79" y="163"/>
                    </a:cubicBezTo>
                    <a:cubicBezTo>
                      <a:pt x="74" y="163"/>
                      <a:pt x="69" y="164"/>
                      <a:pt x="65" y="165"/>
                    </a:cubicBezTo>
                    <a:cubicBezTo>
                      <a:pt x="63" y="166"/>
                      <a:pt x="62" y="168"/>
                      <a:pt x="63" y="170"/>
                    </a:cubicBezTo>
                    <a:cubicBezTo>
                      <a:pt x="63" y="172"/>
                      <a:pt x="66" y="173"/>
                      <a:pt x="67" y="173"/>
                    </a:cubicBezTo>
                    <a:cubicBezTo>
                      <a:pt x="67" y="173"/>
                      <a:pt x="67" y="173"/>
                      <a:pt x="67" y="173"/>
                    </a:cubicBezTo>
                    <a:cubicBezTo>
                      <a:pt x="72" y="171"/>
                      <a:pt x="79" y="170"/>
                      <a:pt x="86" y="170"/>
                    </a:cubicBezTo>
                    <a:cubicBezTo>
                      <a:pt x="94" y="170"/>
                      <a:pt x="101" y="171"/>
                      <a:pt x="106" y="173"/>
                    </a:cubicBezTo>
                    <a:cubicBezTo>
                      <a:pt x="106" y="173"/>
                      <a:pt x="107" y="173"/>
                      <a:pt x="107" y="173"/>
                    </a:cubicBezTo>
                    <a:cubicBezTo>
                      <a:pt x="109" y="173"/>
                      <a:pt x="110" y="172"/>
                      <a:pt x="110" y="170"/>
                    </a:cubicBezTo>
                    <a:cubicBezTo>
                      <a:pt x="114" y="171"/>
                      <a:pt x="118" y="172"/>
                      <a:pt x="120" y="173"/>
                    </a:cubicBezTo>
                    <a:cubicBezTo>
                      <a:pt x="121" y="173"/>
                      <a:pt x="121" y="173"/>
                      <a:pt x="122" y="173"/>
                    </a:cubicBezTo>
                    <a:cubicBezTo>
                      <a:pt x="123" y="173"/>
                      <a:pt x="125" y="172"/>
                      <a:pt x="125" y="170"/>
                    </a:cubicBezTo>
                    <a:cubicBezTo>
                      <a:pt x="126" y="168"/>
                      <a:pt x="125" y="166"/>
                      <a:pt x="123" y="165"/>
                    </a:cubicBezTo>
                    <a:cubicBezTo>
                      <a:pt x="117" y="164"/>
                      <a:pt x="110" y="162"/>
                      <a:pt x="102" y="162"/>
                    </a:cubicBezTo>
                    <a:cubicBezTo>
                      <a:pt x="102" y="133"/>
                      <a:pt x="102" y="133"/>
                      <a:pt x="102" y="133"/>
                    </a:cubicBezTo>
                    <a:cubicBezTo>
                      <a:pt x="139" y="123"/>
                      <a:pt x="159" y="91"/>
                      <a:pt x="169" y="55"/>
                    </a:cubicBezTo>
                    <a:cubicBezTo>
                      <a:pt x="203" y="41"/>
                      <a:pt x="203" y="41"/>
                      <a:pt x="203" y="41"/>
                    </a:cubicBezTo>
                    <a:cubicBezTo>
                      <a:pt x="169" y="27"/>
                      <a:pt x="169" y="27"/>
                      <a:pt x="169" y="27"/>
                    </a:cubicBezTo>
                    <a:cubicBezTo>
                      <a:pt x="169" y="27"/>
                      <a:pt x="169" y="27"/>
                      <a:pt x="169" y="27"/>
                    </a:cubicBezTo>
                    <a:close/>
                    <a:moveTo>
                      <a:pt x="94" y="163"/>
                    </a:moveTo>
                    <a:cubicBezTo>
                      <a:pt x="94" y="163"/>
                      <a:pt x="94" y="163"/>
                      <a:pt x="94" y="163"/>
                    </a:cubicBezTo>
                    <a:cubicBezTo>
                      <a:pt x="94" y="163"/>
                      <a:pt x="94" y="163"/>
                      <a:pt x="94" y="163"/>
                    </a:cubicBezTo>
                    <a:cubicBezTo>
                      <a:pt x="92" y="162"/>
                      <a:pt x="89" y="162"/>
                      <a:pt x="86" y="162"/>
                    </a:cubicBezTo>
                    <a:cubicBezTo>
                      <a:pt x="86" y="162"/>
                      <a:pt x="86" y="162"/>
                      <a:pt x="86" y="162"/>
                    </a:cubicBezTo>
                    <a:cubicBezTo>
                      <a:pt x="86" y="136"/>
                      <a:pt x="86" y="136"/>
                      <a:pt x="86" y="136"/>
                    </a:cubicBezTo>
                    <a:cubicBezTo>
                      <a:pt x="89" y="135"/>
                      <a:pt x="92" y="135"/>
                      <a:pt x="94" y="135"/>
                    </a:cubicBezTo>
                    <a:cubicBezTo>
                      <a:pt x="94" y="163"/>
                      <a:pt x="94" y="163"/>
                      <a:pt x="94" y="163"/>
                    </a:cubicBezTo>
                    <a:cubicBezTo>
                      <a:pt x="94" y="163"/>
                      <a:pt x="94" y="163"/>
                      <a:pt x="94" y="163"/>
                    </a:cubicBezTo>
                    <a:close/>
                    <a:moveTo>
                      <a:pt x="141" y="40"/>
                    </a:moveTo>
                    <a:cubicBezTo>
                      <a:pt x="137" y="40"/>
                      <a:pt x="133" y="37"/>
                      <a:pt x="133" y="33"/>
                    </a:cubicBezTo>
                    <a:cubicBezTo>
                      <a:pt x="133" y="29"/>
                      <a:pt x="137" y="25"/>
                      <a:pt x="141" y="25"/>
                    </a:cubicBezTo>
                    <a:cubicBezTo>
                      <a:pt x="145" y="25"/>
                      <a:pt x="148" y="29"/>
                      <a:pt x="148" y="33"/>
                    </a:cubicBezTo>
                    <a:cubicBezTo>
                      <a:pt x="148" y="37"/>
                      <a:pt x="145" y="40"/>
                      <a:pt x="141" y="4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7203" tIns="33601" rIns="67203" bIns="33601" numCol="1" anchor="t" anchorCtr="0" compatLnSpc="1">
                <a:prstTxWarp prst="textNoShape">
                  <a:avLst/>
                </a:prstTxWarp>
              </a:bodyPr>
              <a:lstStyle/>
              <a:p>
                <a:pPr defTabSz="685450" fontAlgn="auto">
                  <a:spcBef>
                    <a:spcPts val="0"/>
                  </a:spcBef>
                  <a:spcAft>
                    <a:spcPts val="0"/>
                  </a:spcAft>
                </a:pPr>
                <a:endParaRPr lang="en-US" sz="1324" dirty="0">
                  <a:solidFill>
                    <a:srgbClr val="505050"/>
                  </a:solidFill>
                  <a:latin typeface="Segoe UI"/>
                </a:endParaRPr>
              </a:p>
            </p:txBody>
          </p:sp>
          <p:sp>
            <p:nvSpPr>
              <p:cNvPr id="694" name="Freeform 268"/>
              <p:cNvSpPr>
                <a:spLocks noEditPoints="1"/>
              </p:cNvSpPr>
              <p:nvPr/>
            </p:nvSpPr>
            <p:spPr bwMode="auto">
              <a:xfrm>
                <a:off x="9477276" y="3906372"/>
                <a:ext cx="130472" cy="144327"/>
              </a:xfrm>
              <a:custGeom>
                <a:avLst/>
                <a:gdLst>
                  <a:gd name="T0" fmla="*/ 170 w 170"/>
                  <a:gd name="T1" fmla="*/ 35 h 187"/>
                  <a:gd name="T2" fmla="*/ 169 w 170"/>
                  <a:gd name="T3" fmla="*/ 33 h 187"/>
                  <a:gd name="T4" fmla="*/ 168 w 170"/>
                  <a:gd name="T5" fmla="*/ 32 h 187"/>
                  <a:gd name="T6" fmla="*/ 167 w 170"/>
                  <a:gd name="T7" fmla="*/ 30 h 187"/>
                  <a:gd name="T8" fmla="*/ 166 w 170"/>
                  <a:gd name="T9" fmla="*/ 29 h 187"/>
                  <a:gd name="T10" fmla="*/ 165 w 170"/>
                  <a:gd name="T11" fmla="*/ 28 h 187"/>
                  <a:gd name="T12" fmla="*/ 163 w 170"/>
                  <a:gd name="T13" fmla="*/ 28 h 187"/>
                  <a:gd name="T14" fmla="*/ 162 w 170"/>
                  <a:gd name="T15" fmla="*/ 27 h 187"/>
                  <a:gd name="T16" fmla="*/ 161 w 170"/>
                  <a:gd name="T17" fmla="*/ 27 h 187"/>
                  <a:gd name="T18" fmla="*/ 19 w 170"/>
                  <a:gd name="T19" fmla="*/ 8 h 187"/>
                  <a:gd name="T20" fmla="*/ 1 w 170"/>
                  <a:gd name="T21" fmla="*/ 13 h 187"/>
                  <a:gd name="T22" fmla="*/ 38 w 170"/>
                  <a:gd name="T23" fmla="*/ 157 h 187"/>
                  <a:gd name="T24" fmla="*/ 40 w 170"/>
                  <a:gd name="T25" fmla="*/ 158 h 187"/>
                  <a:gd name="T26" fmla="*/ 40 w 170"/>
                  <a:gd name="T27" fmla="*/ 160 h 187"/>
                  <a:gd name="T28" fmla="*/ 41 w 170"/>
                  <a:gd name="T29" fmla="*/ 161 h 187"/>
                  <a:gd name="T30" fmla="*/ 43 w 170"/>
                  <a:gd name="T31" fmla="*/ 162 h 187"/>
                  <a:gd name="T32" fmla="*/ 44 w 170"/>
                  <a:gd name="T33" fmla="*/ 162 h 187"/>
                  <a:gd name="T34" fmla="*/ 73 w 170"/>
                  <a:gd name="T35" fmla="*/ 163 h 187"/>
                  <a:gd name="T36" fmla="*/ 129 w 170"/>
                  <a:gd name="T37" fmla="*/ 155 h 187"/>
                  <a:gd name="T38" fmla="*/ 151 w 170"/>
                  <a:gd name="T39" fmla="*/ 154 h 187"/>
                  <a:gd name="T40" fmla="*/ 54 w 170"/>
                  <a:gd name="T41" fmla="*/ 144 h 187"/>
                  <a:gd name="T42" fmla="*/ 151 w 170"/>
                  <a:gd name="T43" fmla="*/ 110 h 187"/>
                  <a:gd name="T44" fmla="*/ 153 w 170"/>
                  <a:gd name="T45" fmla="*/ 110 h 187"/>
                  <a:gd name="T46" fmla="*/ 155 w 170"/>
                  <a:gd name="T47" fmla="*/ 109 h 187"/>
                  <a:gd name="T48" fmla="*/ 156 w 170"/>
                  <a:gd name="T49" fmla="*/ 108 h 187"/>
                  <a:gd name="T50" fmla="*/ 157 w 170"/>
                  <a:gd name="T51" fmla="*/ 107 h 187"/>
                  <a:gd name="T52" fmla="*/ 159 w 170"/>
                  <a:gd name="T53" fmla="*/ 106 h 187"/>
                  <a:gd name="T54" fmla="*/ 159 w 170"/>
                  <a:gd name="T55" fmla="*/ 104 h 187"/>
                  <a:gd name="T56" fmla="*/ 160 w 170"/>
                  <a:gd name="T57" fmla="*/ 103 h 187"/>
                  <a:gd name="T58" fmla="*/ 161 w 170"/>
                  <a:gd name="T59" fmla="*/ 102 h 187"/>
                  <a:gd name="T60" fmla="*/ 170 w 170"/>
                  <a:gd name="T61" fmla="*/ 37 h 187"/>
                  <a:gd name="T62" fmla="*/ 170 w 170"/>
                  <a:gd name="T63" fmla="*/ 36 h 187"/>
                  <a:gd name="T64" fmla="*/ 40 w 170"/>
                  <a:gd name="T65" fmla="*/ 91 h 187"/>
                  <a:gd name="T66" fmla="*/ 145 w 170"/>
                  <a:gd name="T67" fmla="*/ 77 h 187"/>
                  <a:gd name="T68" fmla="*/ 143 w 170"/>
                  <a:gd name="T69" fmla="*/ 91 h 187"/>
                  <a:gd name="T70" fmla="*/ 32 w 170"/>
                  <a:gd name="T71" fmla="*/ 59 h 187"/>
                  <a:gd name="T72" fmla="*/ 150 w 170"/>
                  <a:gd name="T73" fmla="*/ 46 h 187"/>
                  <a:gd name="T74" fmla="*/ 148 w 170"/>
                  <a:gd name="T75" fmla="*/ 59 h 187"/>
                  <a:gd name="T76" fmla="*/ 58 w 170"/>
                  <a:gd name="T77" fmla="*/ 187 h 187"/>
                  <a:gd name="T78" fmla="*/ 58 w 170"/>
                  <a:gd name="T79" fmla="*/ 161 h 187"/>
                  <a:gd name="T80" fmla="*/ 142 w 170"/>
                  <a:gd name="T81" fmla="*/ 174 h 187"/>
                  <a:gd name="T82" fmla="*/ 116 w 170"/>
                  <a:gd name="T83" fmla="*/ 174 h 187"/>
                  <a:gd name="T84" fmla="*/ 142 w 170"/>
                  <a:gd name="T85" fmla="*/ 174 h 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70" h="187">
                    <a:moveTo>
                      <a:pt x="170" y="36"/>
                    </a:moveTo>
                    <a:cubicBezTo>
                      <a:pt x="170" y="36"/>
                      <a:pt x="170" y="35"/>
                      <a:pt x="170" y="35"/>
                    </a:cubicBezTo>
                    <a:cubicBezTo>
                      <a:pt x="170" y="35"/>
                      <a:pt x="170" y="35"/>
                      <a:pt x="170" y="35"/>
                    </a:cubicBezTo>
                    <a:cubicBezTo>
                      <a:pt x="169" y="34"/>
                      <a:pt x="169" y="34"/>
                      <a:pt x="169" y="33"/>
                    </a:cubicBezTo>
                    <a:cubicBezTo>
                      <a:pt x="169" y="33"/>
                      <a:pt x="169" y="33"/>
                      <a:pt x="169" y="33"/>
                    </a:cubicBezTo>
                    <a:cubicBezTo>
                      <a:pt x="168" y="32"/>
                      <a:pt x="168" y="32"/>
                      <a:pt x="168" y="32"/>
                    </a:cubicBezTo>
                    <a:cubicBezTo>
                      <a:pt x="168" y="31"/>
                      <a:pt x="168" y="31"/>
                      <a:pt x="168" y="31"/>
                    </a:cubicBezTo>
                    <a:cubicBezTo>
                      <a:pt x="168" y="31"/>
                      <a:pt x="168" y="31"/>
                      <a:pt x="167" y="30"/>
                    </a:cubicBezTo>
                    <a:cubicBezTo>
                      <a:pt x="167" y="30"/>
                      <a:pt x="167" y="30"/>
                      <a:pt x="167" y="30"/>
                    </a:cubicBezTo>
                    <a:cubicBezTo>
                      <a:pt x="167" y="30"/>
                      <a:pt x="167" y="30"/>
                      <a:pt x="166" y="29"/>
                    </a:cubicBezTo>
                    <a:cubicBezTo>
                      <a:pt x="166" y="29"/>
                      <a:pt x="165" y="29"/>
                      <a:pt x="165" y="28"/>
                    </a:cubicBezTo>
                    <a:cubicBezTo>
                      <a:pt x="165" y="28"/>
                      <a:pt x="165" y="28"/>
                      <a:pt x="165" y="28"/>
                    </a:cubicBezTo>
                    <a:cubicBezTo>
                      <a:pt x="164" y="28"/>
                      <a:pt x="164" y="28"/>
                      <a:pt x="164" y="28"/>
                    </a:cubicBezTo>
                    <a:cubicBezTo>
                      <a:pt x="164" y="28"/>
                      <a:pt x="164" y="28"/>
                      <a:pt x="163" y="28"/>
                    </a:cubicBezTo>
                    <a:cubicBezTo>
                      <a:pt x="163" y="27"/>
                      <a:pt x="162" y="27"/>
                      <a:pt x="162" y="27"/>
                    </a:cubicBezTo>
                    <a:cubicBezTo>
                      <a:pt x="162" y="27"/>
                      <a:pt x="162" y="27"/>
                      <a:pt x="162" y="27"/>
                    </a:cubicBezTo>
                    <a:cubicBezTo>
                      <a:pt x="161" y="27"/>
                      <a:pt x="161" y="27"/>
                      <a:pt x="161" y="27"/>
                    </a:cubicBezTo>
                    <a:cubicBezTo>
                      <a:pt x="161" y="27"/>
                      <a:pt x="161" y="27"/>
                      <a:pt x="161" y="27"/>
                    </a:cubicBezTo>
                    <a:cubicBezTo>
                      <a:pt x="24" y="27"/>
                      <a:pt x="24" y="27"/>
                      <a:pt x="24" y="27"/>
                    </a:cubicBezTo>
                    <a:cubicBezTo>
                      <a:pt x="19" y="8"/>
                      <a:pt x="19" y="8"/>
                      <a:pt x="19" y="8"/>
                    </a:cubicBezTo>
                    <a:cubicBezTo>
                      <a:pt x="18" y="3"/>
                      <a:pt x="13" y="0"/>
                      <a:pt x="8" y="2"/>
                    </a:cubicBezTo>
                    <a:cubicBezTo>
                      <a:pt x="3" y="3"/>
                      <a:pt x="0" y="8"/>
                      <a:pt x="1" y="13"/>
                    </a:cubicBezTo>
                    <a:cubicBezTo>
                      <a:pt x="38" y="156"/>
                      <a:pt x="38" y="156"/>
                      <a:pt x="38" y="156"/>
                    </a:cubicBezTo>
                    <a:cubicBezTo>
                      <a:pt x="38" y="156"/>
                      <a:pt x="38" y="157"/>
                      <a:pt x="38" y="157"/>
                    </a:cubicBezTo>
                    <a:cubicBezTo>
                      <a:pt x="38" y="157"/>
                      <a:pt x="38" y="157"/>
                      <a:pt x="38" y="157"/>
                    </a:cubicBezTo>
                    <a:cubicBezTo>
                      <a:pt x="39" y="158"/>
                      <a:pt x="39" y="158"/>
                      <a:pt x="40" y="158"/>
                    </a:cubicBezTo>
                    <a:cubicBezTo>
                      <a:pt x="40" y="158"/>
                      <a:pt x="40" y="158"/>
                      <a:pt x="40" y="158"/>
                    </a:cubicBezTo>
                    <a:cubicBezTo>
                      <a:pt x="40" y="159"/>
                      <a:pt x="40" y="160"/>
                      <a:pt x="40" y="160"/>
                    </a:cubicBezTo>
                    <a:cubicBezTo>
                      <a:pt x="40" y="160"/>
                      <a:pt x="41" y="160"/>
                      <a:pt x="41" y="160"/>
                    </a:cubicBezTo>
                    <a:cubicBezTo>
                      <a:pt x="41" y="161"/>
                      <a:pt x="41" y="161"/>
                      <a:pt x="41" y="161"/>
                    </a:cubicBezTo>
                    <a:cubicBezTo>
                      <a:pt x="42" y="161"/>
                      <a:pt x="42" y="162"/>
                      <a:pt x="42" y="162"/>
                    </a:cubicBezTo>
                    <a:cubicBezTo>
                      <a:pt x="43" y="162"/>
                      <a:pt x="43" y="162"/>
                      <a:pt x="43" y="162"/>
                    </a:cubicBezTo>
                    <a:cubicBezTo>
                      <a:pt x="43" y="162"/>
                      <a:pt x="43" y="162"/>
                      <a:pt x="44" y="162"/>
                    </a:cubicBezTo>
                    <a:cubicBezTo>
                      <a:pt x="44" y="162"/>
                      <a:pt x="44" y="162"/>
                      <a:pt x="44" y="162"/>
                    </a:cubicBezTo>
                    <a:cubicBezTo>
                      <a:pt x="47" y="158"/>
                      <a:pt x="52" y="155"/>
                      <a:pt x="58" y="155"/>
                    </a:cubicBezTo>
                    <a:cubicBezTo>
                      <a:pt x="64" y="155"/>
                      <a:pt x="69" y="158"/>
                      <a:pt x="73" y="163"/>
                    </a:cubicBezTo>
                    <a:cubicBezTo>
                      <a:pt x="114" y="163"/>
                      <a:pt x="114" y="163"/>
                      <a:pt x="114" y="163"/>
                    </a:cubicBezTo>
                    <a:cubicBezTo>
                      <a:pt x="118" y="158"/>
                      <a:pt x="123" y="155"/>
                      <a:pt x="129" y="155"/>
                    </a:cubicBezTo>
                    <a:cubicBezTo>
                      <a:pt x="135" y="155"/>
                      <a:pt x="140" y="158"/>
                      <a:pt x="143" y="163"/>
                    </a:cubicBezTo>
                    <a:cubicBezTo>
                      <a:pt x="148" y="162"/>
                      <a:pt x="151" y="158"/>
                      <a:pt x="151" y="154"/>
                    </a:cubicBezTo>
                    <a:cubicBezTo>
                      <a:pt x="151" y="149"/>
                      <a:pt x="147" y="144"/>
                      <a:pt x="142" y="144"/>
                    </a:cubicBezTo>
                    <a:cubicBezTo>
                      <a:pt x="54" y="144"/>
                      <a:pt x="54" y="144"/>
                      <a:pt x="54" y="144"/>
                    </a:cubicBezTo>
                    <a:cubicBezTo>
                      <a:pt x="45" y="110"/>
                      <a:pt x="45" y="110"/>
                      <a:pt x="45" y="110"/>
                    </a:cubicBezTo>
                    <a:cubicBezTo>
                      <a:pt x="151" y="110"/>
                      <a:pt x="151" y="110"/>
                      <a:pt x="151" y="110"/>
                    </a:cubicBezTo>
                    <a:cubicBezTo>
                      <a:pt x="151" y="110"/>
                      <a:pt x="151" y="110"/>
                      <a:pt x="151" y="110"/>
                    </a:cubicBezTo>
                    <a:cubicBezTo>
                      <a:pt x="152" y="110"/>
                      <a:pt x="153" y="110"/>
                      <a:pt x="153" y="110"/>
                    </a:cubicBezTo>
                    <a:cubicBezTo>
                      <a:pt x="153" y="110"/>
                      <a:pt x="153" y="110"/>
                      <a:pt x="154" y="109"/>
                    </a:cubicBezTo>
                    <a:cubicBezTo>
                      <a:pt x="154" y="109"/>
                      <a:pt x="154" y="109"/>
                      <a:pt x="155" y="109"/>
                    </a:cubicBezTo>
                    <a:cubicBezTo>
                      <a:pt x="155" y="109"/>
                      <a:pt x="155" y="109"/>
                      <a:pt x="156" y="108"/>
                    </a:cubicBezTo>
                    <a:cubicBezTo>
                      <a:pt x="156" y="108"/>
                      <a:pt x="156" y="108"/>
                      <a:pt x="156" y="108"/>
                    </a:cubicBezTo>
                    <a:cubicBezTo>
                      <a:pt x="156" y="108"/>
                      <a:pt x="157" y="108"/>
                      <a:pt x="157" y="108"/>
                    </a:cubicBezTo>
                    <a:cubicBezTo>
                      <a:pt x="157" y="107"/>
                      <a:pt x="157" y="107"/>
                      <a:pt x="157" y="107"/>
                    </a:cubicBezTo>
                    <a:cubicBezTo>
                      <a:pt x="158" y="107"/>
                      <a:pt x="158" y="107"/>
                      <a:pt x="158" y="107"/>
                    </a:cubicBezTo>
                    <a:cubicBezTo>
                      <a:pt x="159" y="106"/>
                      <a:pt x="159" y="106"/>
                      <a:pt x="159" y="106"/>
                    </a:cubicBezTo>
                    <a:cubicBezTo>
                      <a:pt x="159" y="105"/>
                      <a:pt x="159" y="105"/>
                      <a:pt x="159" y="105"/>
                    </a:cubicBezTo>
                    <a:cubicBezTo>
                      <a:pt x="159" y="105"/>
                      <a:pt x="159" y="105"/>
                      <a:pt x="159" y="104"/>
                    </a:cubicBezTo>
                    <a:cubicBezTo>
                      <a:pt x="160" y="104"/>
                      <a:pt x="160" y="104"/>
                      <a:pt x="160" y="104"/>
                    </a:cubicBezTo>
                    <a:cubicBezTo>
                      <a:pt x="160" y="103"/>
                      <a:pt x="160" y="103"/>
                      <a:pt x="160" y="103"/>
                    </a:cubicBezTo>
                    <a:cubicBezTo>
                      <a:pt x="161" y="102"/>
                      <a:pt x="161" y="102"/>
                      <a:pt x="161" y="102"/>
                    </a:cubicBezTo>
                    <a:cubicBezTo>
                      <a:pt x="161" y="102"/>
                      <a:pt x="161" y="102"/>
                      <a:pt x="161" y="102"/>
                    </a:cubicBezTo>
                    <a:cubicBezTo>
                      <a:pt x="170" y="38"/>
                      <a:pt x="170" y="38"/>
                      <a:pt x="170" y="38"/>
                    </a:cubicBezTo>
                    <a:cubicBezTo>
                      <a:pt x="170" y="37"/>
                      <a:pt x="170" y="37"/>
                      <a:pt x="170" y="37"/>
                    </a:cubicBezTo>
                    <a:cubicBezTo>
                      <a:pt x="170" y="36"/>
                      <a:pt x="170" y="36"/>
                      <a:pt x="170" y="36"/>
                    </a:cubicBezTo>
                    <a:cubicBezTo>
                      <a:pt x="170" y="36"/>
                      <a:pt x="170" y="36"/>
                      <a:pt x="170" y="36"/>
                    </a:cubicBezTo>
                    <a:close/>
                    <a:moveTo>
                      <a:pt x="143" y="91"/>
                    </a:moveTo>
                    <a:cubicBezTo>
                      <a:pt x="40" y="91"/>
                      <a:pt x="40" y="91"/>
                      <a:pt x="40" y="91"/>
                    </a:cubicBezTo>
                    <a:cubicBezTo>
                      <a:pt x="37" y="77"/>
                      <a:pt x="37" y="77"/>
                      <a:pt x="37" y="77"/>
                    </a:cubicBezTo>
                    <a:cubicBezTo>
                      <a:pt x="145" y="77"/>
                      <a:pt x="145" y="77"/>
                      <a:pt x="145" y="77"/>
                    </a:cubicBezTo>
                    <a:cubicBezTo>
                      <a:pt x="143" y="91"/>
                      <a:pt x="143" y="91"/>
                      <a:pt x="143" y="91"/>
                    </a:cubicBezTo>
                    <a:cubicBezTo>
                      <a:pt x="143" y="91"/>
                      <a:pt x="143" y="91"/>
                      <a:pt x="143" y="91"/>
                    </a:cubicBezTo>
                    <a:close/>
                    <a:moveTo>
                      <a:pt x="148" y="59"/>
                    </a:moveTo>
                    <a:cubicBezTo>
                      <a:pt x="32" y="59"/>
                      <a:pt x="32" y="59"/>
                      <a:pt x="32" y="59"/>
                    </a:cubicBezTo>
                    <a:cubicBezTo>
                      <a:pt x="29" y="46"/>
                      <a:pt x="29" y="46"/>
                      <a:pt x="29" y="46"/>
                    </a:cubicBezTo>
                    <a:cubicBezTo>
                      <a:pt x="150" y="46"/>
                      <a:pt x="150" y="46"/>
                      <a:pt x="150" y="46"/>
                    </a:cubicBezTo>
                    <a:cubicBezTo>
                      <a:pt x="148" y="59"/>
                      <a:pt x="148" y="59"/>
                      <a:pt x="148" y="59"/>
                    </a:cubicBezTo>
                    <a:cubicBezTo>
                      <a:pt x="148" y="59"/>
                      <a:pt x="148" y="59"/>
                      <a:pt x="148" y="59"/>
                    </a:cubicBezTo>
                    <a:close/>
                    <a:moveTo>
                      <a:pt x="71" y="174"/>
                    </a:moveTo>
                    <a:cubicBezTo>
                      <a:pt x="71" y="181"/>
                      <a:pt x="65" y="187"/>
                      <a:pt x="58" y="187"/>
                    </a:cubicBezTo>
                    <a:cubicBezTo>
                      <a:pt x="51" y="187"/>
                      <a:pt x="45" y="181"/>
                      <a:pt x="45" y="174"/>
                    </a:cubicBezTo>
                    <a:cubicBezTo>
                      <a:pt x="45" y="166"/>
                      <a:pt x="51" y="161"/>
                      <a:pt x="58" y="161"/>
                    </a:cubicBezTo>
                    <a:cubicBezTo>
                      <a:pt x="65" y="161"/>
                      <a:pt x="71" y="166"/>
                      <a:pt x="71" y="174"/>
                    </a:cubicBezTo>
                    <a:close/>
                    <a:moveTo>
                      <a:pt x="142" y="174"/>
                    </a:moveTo>
                    <a:cubicBezTo>
                      <a:pt x="142" y="181"/>
                      <a:pt x="136" y="187"/>
                      <a:pt x="129" y="187"/>
                    </a:cubicBezTo>
                    <a:cubicBezTo>
                      <a:pt x="122" y="187"/>
                      <a:pt x="116" y="181"/>
                      <a:pt x="116" y="174"/>
                    </a:cubicBezTo>
                    <a:cubicBezTo>
                      <a:pt x="116" y="166"/>
                      <a:pt x="122" y="161"/>
                      <a:pt x="129" y="161"/>
                    </a:cubicBezTo>
                    <a:cubicBezTo>
                      <a:pt x="136" y="161"/>
                      <a:pt x="142" y="166"/>
                      <a:pt x="142" y="174"/>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7203" tIns="33601" rIns="67203" bIns="33601" numCol="1" anchor="t" anchorCtr="0" compatLnSpc="1">
                <a:prstTxWarp prst="textNoShape">
                  <a:avLst/>
                </a:prstTxWarp>
              </a:bodyPr>
              <a:lstStyle/>
              <a:p>
                <a:pPr defTabSz="685450" fontAlgn="auto">
                  <a:spcBef>
                    <a:spcPts val="0"/>
                  </a:spcBef>
                  <a:spcAft>
                    <a:spcPts val="0"/>
                  </a:spcAft>
                </a:pPr>
                <a:endParaRPr lang="en-US" sz="1324" dirty="0">
                  <a:solidFill>
                    <a:srgbClr val="505050"/>
                  </a:solidFill>
                  <a:latin typeface="Segoe UI"/>
                </a:endParaRPr>
              </a:p>
            </p:txBody>
          </p:sp>
          <p:sp>
            <p:nvSpPr>
              <p:cNvPr id="695" name="Freeform 269"/>
              <p:cNvSpPr>
                <a:spLocks noEditPoints="1"/>
              </p:cNvSpPr>
              <p:nvPr/>
            </p:nvSpPr>
            <p:spPr bwMode="auto">
              <a:xfrm>
                <a:off x="10153991" y="3865899"/>
                <a:ext cx="167419" cy="167419"/>
              </a:xfrm>
              <a:custGeom>
                <a:avLst/>
                <a:gdLst>
                  <a:gd name="T0" fmla="*/ 178 w 217"/>
                  <a:gd name="T1" fmla="*/ 0 h 217"/>
                  <a:gd name="T2" fmla="*/ 39 w 217"/>
                  <a:gd name="T3" fmla="*/ 0 h 217"/>
                  <a:gd name="T4" fmla="*/ 0 w 217"/>
                  <a:gd name="T5" fmla="*/ 39 h 217"/>
                  <a:gd name="T6" fmla="*/ 0 w 217"/>
                  <a:gd name="T7" fmla="*/ 178 h 217"/>
                  <a:gd name="T8" fmla="*/ 39 w 217"/>
                  <a:gd name="T9" fmla="*/ 217 h 217"/>
                  <a:gd name="T10" fmla="*/ 178 w 217"/>
                  <a:gd name="T11" fmla="*/ 217 h 217"/>
                  <a:gd name="T12" fmla="*/ 217 w 217"/>
                  <a:gd name="T13" fmla="*/ 178 h 217"/>
                  <a:gd name="T14" fmla="*/ 217 w 217"/>
                  <a:gd name="T15" fmla="*/ 39 h 217"/>
                  <a:gd name="T16" fmla="*/ 178 w 217"/>
                  <a:gd name="T17" fmla="*/ 0 h 217"/>
                  <a:gd name="T18" fmla="*/ 184 w 217"/>
                  <a:gd name="T19" fmla="*/ 57 h 217"/>
                  <a:gd name="T20" fmla="*/ 170 w 217"/>
                  <a:gd name="T21" fmla="*/ 57 h 217"/>
                  <a:gd name="T22" fmla="*/ 157 w 217"/>
                  <a:gd name="T23" fmla="*/ 70 h 217"/>
                  <a:gd name="T24" fmla="*/ 157 w 217"/>
                  <a:gd name="T25" fmla="*/ 79 h 217"/>
                  <a:gd name="T26" fmla="*/ 184 w 217"/>
                  <a:gd name="T27" fmla="*/ 79 h 217"/>
                  <a:gd name="T28" fmla="*/ 184 w 217"/>
                  <a:gd name="T29" fmla="*/ 109 h 217"/>
                  <a:gd name="T30" fmla="*/ 157 w 217"/>
                  <a:gd name="T31" fmla="*/ 109 h 217"/>
                  <a:gd name="T32" fmla="*/ 157 w 217"/>
                  <a:gd name="T33" fmla="*/ 200 h 217"/>
                  <a:gd name="T34" fmla="*/ 118 w 217"/>
                  <a:gd name="T35" fmla="*/ 200 h 217"/>
                  <a:gd name="T36" fmla="*/ 118 w 217"/>
                  <a:gd name="T37" fmla="*/ 109 h 217"/>
                  <a:gd name="T38" fmla="*/ 93 w 217"/>
                  <a:gd name="T39" fmla="*/ 109 h 217"/>
                  <a:gd name="T40" fmla="*/ 93 w 217"/>
                  <a:gd name="T41" fmla="*/ 79 h 217"/>
                  <a:gd name="T42" fmla="*/ 118 w 217"/>
                  <a:gd name="T43" fmla="*/ 79 h 217"/>
                  <a:gd name="T44" fmla="*/ 118 w 217"/>
                  <a:gd name="T45" fmla="*/ 62 h 217"/>
                  <a:gd name="T46" fmla="*/ 152 w 217"/>
                  <a:gd name="T47" fmla="*/ 27 h 217"/>
                  <a:gd name="T48" fmla="*/ 184 w 217"/>
                  <a:gd name="T49" fmla="*/ 27 h 217"/>
                  <a:gd name="T50" fmla="*/ 184 w 217"/>
                  <a:gd name="T51" fmla="*/ 57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17" h="217">
                    <a:moveTo>
                      <a:pt x="178" y="0"/>
                    </a:moveTo>
                    <a:cubicBezTo>
                      <a:pt x="39" y="0"/>
                      <a:pt x="39" y="0"/>
                      <a:pt x="39" y="0"/>
                    </a:cubicBezTo>
                    <a:cubicBezTo>
                      <a:pt x="18" y="0"/>
                      <a:pt x="0" y="18"/>
                      <a:pt x="0" y="39"/>
                    </a:cubicBezTo>
                    <a:cubicBezTo>
                      <a:pt x="0" y="178"/>
                      <a:pt x="0" y="178"/>
                      <a:pt x="0" y="178"/>
                    </a:cubicBezTo>
                    <a:cubicBezTo>
                      <a:pt x="0" y="200"/>
                      <a:pt x="18" y="217"/>
                      <a:pt x="39" y="217"/>
                    </a:cubicBezTo>
                    <a:cubicBezTo>
                      <a:pt x="178" y="217"/>
                      <a:pt x="178" y="217"/>
                      <a:pt x="178" y="217"/>
                    </a:cubicBezTo>
                    <a:cubicBezTo>
                      <a:pt x="199" y="217"/>
                      <a:pt x="217" y="200"/>
                      <a:pt x="217" y="178"/>
                    </a:cubicBezTo>
                    <a:cubicBezTo>
                      <a:pt x="217" y="39"/>
                      <a:pt x="217" y="39"/>
                      <a:pt x="217" y="39"/>
                    </a:cubicBezTo>
                    <a:cubicBezTo>
                      <a:pt x="217" y="18"/>
                      <a:pt x="199" y="0"/>
                      <a:pt x="178" y="0"/>
                    </a:cubicBezTo>
                    <a:close/>
                    <a:moveTo>
                      <a:pt x="184" y="57"/>
                    </a:moveTo>
                    <a:cubicBezTo>
                      <a:pt x="184" y="57"/>
                      <a:pt x="184" y="57"/>
                      <a:pt x="170" y="57"/>
                    </a:cubicBezTo>
                    <a:cubicBezTo>
                      <a:pt x="162" y="57"/>
                      <a:pt x="157" y="62"/>
                      <a:pt x="157" y="70"/>
                    </a:cubicBezTo>
                    <a:cubicBezTo>
                      <a:pt x="157" y="70"/>
                      <a:pt x="157" y="70"/>
                      <a:pt x="157" y="79"/>
                    </a:cubicBezTo>
                    <a:cubicBezTo>
                      <a:pt x="157" y="79"/>
                      <a:pt x="157" y="79"/>
                      <a:pt x="184" y="79"/>
                    </a:cubicBezTo>
                    <a:cubicBezTo>
                      <a:pt x="184" y="79"/>
                      <a:pt x="184" y="79"/>
                      <a:pt x="184" y="109"/>
                    </a:cubicBezTo>
                    <a:cubicBezTo>
                      <a:pt x="184" y="109"/>
                      <a:pt x="184" y="109"/>
                      <a:pt x="157" y="109"/>
                    </a:cubicBezTo>
                    <a:cubicBezTo>
                      <a:pt x="157" y="109"/>
                      <a:pt x="157" y="109"/>
                      <a:pt x="157" y="200"/>
                    </a:cubicBezTo>
                    <a:cubicBezTo>
                      <a:pt x="157" y="200"/>
                      <a:pt x="157" y="200"/>
                      <a:pt x="118" y="200"/>
                    </a:cubicBezTo>
                    <a:cubicBezTo>
                      <a:pt x="118" y="200"/>
                      <a:pt x="118" y="200"/>
                      <a:pt x="118" y="109"/>
                    </a:cubicBezTo>
                    <a:cubicBezTo>
                      <a:pt x="118" y="109"/>
                      <a:pt x="118" y="109"/>
                      <a:pt x="93" y="109"/>
                    </a:cubicBezTo>
                    <a:cubicBezTo>
                      <a:pt x="93" y="109"/>
                      <a:pt x="93" y="109"/>
                      <a:pt x="93" y="79"/>
                    </a:cubicBezTo>
                    <a:cubicBezTo>
                      <a:pt x="93" y="79"/>
                      <a:pt x="93" y="79"/>
                      <a:pt x="118" y="79"/>
                    </a:cubicBezTo>
                    <a:cubicBezTo>
                      <a:pt x="118" y="79"/>
                      <a:pt x="118" y="79"/>
                      <a:pt x="118" y="62"/>
                    </a:cubicBezTo>
                    <a:cubicBezTo>
                      <a:pt x="118" y="43"/>
                      <a:pt x="133" y="27"/>
                      <a:pt x="152" y="27"/>
                    </a:cubicBezTo>
                    <a:cubicBezTo>
                      <a:pt x="152" y="27"/>
                      <a:pt x="152" y="27"/>
                      <a:pt x="184" y="27"/>
                    </a:cubicBezTo>
                    <a:cubicBezTo>
                      <a:pt x="184" y="27"/>
                      <a:pt x="184" y="27"/>
                      <a:pt x="184" y="57"/>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7203" tIns="33601" rIns="67203" bIns="33601" numCol="1" anchor="t" anchorCtr="0" compatLnSpc="1">
                <a:prstTxWarp prst="textNoShape">
                  <a:avLst/>
                </a:prstTxWarp>
              </a:bodyPr>
              <a:lstStyle/>
              <a:p>
                <a:pPr defTabSz="685450" fontAlgn="auto">
                  <a:spcBef>
                    <a:spcPts val="0"/>
                  </a:spcBef>
                  <a:spcAft>
                    <a:spcPts val="0"/>
                  </a:spcAft>
                </a:pPr>
                <a:endParaRPr lang="en-US" sz="1324" dirty="0">
                  <a:solidFill>
                    <a:srgbClr val="505050"/>
                  </a:solidFill>
                  <a:latin typeface="Segoe UI"/>
                </a:endParaRPr>
              </a:p>
            </p:txBody>
          </p:sp>
          <p:sp>
            <p:nvSpPr>
              <p:cNvPr id="696" name="Freeform 270"/>
              <p:cNvSpPr>
                <a:spLocks noEditPoints="1"/>
              </p:cNvSpPr>
              <p:nvPr/>
            </p:nvSpPr>
            <p:spPr bwMode="auto">
              <a:xfrm>
                <a:off x="9494378" y="3637104"/>
                <a:ext cx="125853" cy="173193"/>
              </a:xfrm>
              <a:custGeom>
                <a:avLst/>
                <a:gdLst>
                  <a:gd name="T0" fmla="*/ 148 w 164"/>
                  <a:gd name="T1" fmla="*/ 219 h 224"/>
                  <a:gd name="T2" fmla="*/ 113 w 164"/>
                  <a:gd name="T3" fmla="*/ 212 h 224"/>
                  <a:gd name="T4" fmla="*/ 74 w 164"/>
                  <a:gd name="T5" fmla="*/ 148 h 224"/>
                  <a:gd name="T6" fmla="*/ 73 w 164"/>
                  <a:gd name="T7" fmla="*/ 144 h 224"/>
                  <a:gd name="T8" fmla="*/ 64 w 164"/>
                  <a:gd name="T9" fmla="*/ 109 h 224"/>
                  <a:gd name="T10" fmla="*/ 62 w 164"/>
                  <a:gd name="T11" fmla="*/ 67 h 224"/>
                  <a:gd name="T12" fmla="*/ 73 w 164"/>
                  <a:gd name="T13" fmla="*/ 29 h 224"/>
                  <a:gd name="T14" fmla="*/ 102 w 164"/>
                  <a:gd name="T15" fmla="*/ 4 h 224"/>
                  <a:gd name="T16" fmla="*/ 136 w 164"/>
                  <a:gd name="T17" fmla="*/ 17 h 224"/>
                  <a:gd name="T18" fmla="*/ 148 w 164"/>
                  <a:gd name="T19" fmla="*/ 54 h 224"/>
                  <a:gd name="T20" fmla="*/ 141 w 164"/>
                  <a:gd name="T21" fmla="*/ 97 h 224"/>
                  <a:gd name="T22" fmla="*/ 127 w 164"/>
                  <a:gd name="T23" fmla="*/ 136 h 224"/>
                  <a:gd name="T24" fmla="*/ 143 w 164"/>
                  <a:gd name="T25" fmla="*/ 153 h 224"/>
                  <a:gd name="T26" fmla="*/ 162 w 164"/>
                  <a:gd name="T27" fmla="*/ 188 h 224"/>
                  <a:gd name="T28" fmla="*/ 148 w 164"/>
                  <a:gd name="T29" fmla="*/ 219 h 224"/>
                  <a:gd name="T30" fmla="*/ 83 w 164"/>
                  <a:gd name="T31" fmla="*/ 198 h 224"/>
                  <a:gd name="T32" fmla="*/ 78 w 164"/>
                  <a:gd name="T33" fmla="*/ 178 h 224"/>
                  <a:gd name="T34" fmla="*/ 70 w 164"/>
                  <a:gd name="T35" fmla="*/ 158 h 224"/>
                  <a:gd name="T36" fmla="*/ 66 w 164"/>
                  <a:gd name="T37" fmla="*/ 149 h 224"/>
                  <a:gd name="T38" fmla="*/ 56 w 164"/>
                  <a:gd name="T39" fmla="*/ 123 h 224"/>
                  <a:gd name="T40" fmla="*/ 36 w 164"/>
                  <a:gd name="T41" fmla="*/ 86 h 224"/>
                  <a:gd name="T42" fmla="*/ 22 w 164"/>
                  <a:gd name="T43" fmla="*/ 71 h 224"/>
                  <a:gd name="T44" fmla="*/ 5 w 164"/>
                  <a:gd name="T45" fmla="*/ 66 h 224"/>
                  <a:gd name="T46" fmla="*/ 1 w 164"/>
                  <a:gd name="T47" fmla="*/ 82 h 224"/>
                  <a:gd name="T48" fmla="*/ 7 w 164"/>
                  <a:gd name="T49" fmla="*/ 102 h 224"/>
                  <a:gd name="T50" fmla="*/ 36 w 164"/>
                  <a:gd name="T51" fmla="*/ 147 h 224"/>
                  <a:gd name="T52" fmla="*/ 43 w 164"/>
                  <a:gd name="T53" fmla="*/ 154 h 224"/>
                  <a:gd name="T54" fmla="*/ 44 w 164"/>
                  <a:gd name="T55" fmla="*/ 167 h 224"/>
                  <a:gd name="T56" fmla="*/ 60 w 164"/>
                  <a:gd name="T57" fmla="*/ 205 h 224"/>
                  <a:gd name="T58" fmla="*/ 77 w 164"/>
                  <a:gd name="T59" fmla="*/ 215 h 224"/>
                  <a:gd name="T60" fmla="*/ 83 w 164"/>
                  <a:gd name="T61" fmla="*/ 198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64" h="224">
                    <a:moveTo>
                      <a:pt x="148" y="219"/>
                    </a:moveTo>
                    <a:cubicBezTo>
                      <a:pt x="136" y="224"/>
                      <a:pt x="123" y="219"/>
                      <a:pt x="113" y="212"/>
                    </a:cubicBezTo>
                    <a:cubicBezTo>
                      <a:pt x="92" y="198"/>
                      <a:pt x="81" y="172"/>
                      <a:pt x="74" y="148"/>
                    </a:cubicBezTo>
                    <a:cubicBezTo>
                      <a:pt x="74" y="147"/>
                      <a:pt x="74" y="146"/>
                      <a:pt x="73" y="144"/>
                    </a:cubicBezTo>
                    <a:cubicBezTo>
                      <a:pt x="69" y="133"/>
                      <a:pt x="66" y="121"/>
                      <a:pt x="64" y="109"/>
                    </a:cubicBezTo>
                    <a:cubicBezTo>
                      <a:pt x="62" y="95"/>
                      <a:pt x="60" y="81"/>
                      <a:pt x="62" y="67"/>
                    </a:cubicBezTo>
                    <a:cubicBezTo>
                      <a:pt x="63" y="54"/>
                      <a:pt x="66" y="41"/>
                      <a:pt x="73" y="29"/>
                    </a:cubicBezTo>
                    <a:cubicBezTo>
                      <a:pt x="80" y="18"/>
                      <a:pt x="89" y="8"/>
                      <a:pt x="102" y="4"/>
                    </a:cubicBezTo>
                    <a:cubicBezTo>
                      <a:pt x="115" y="0"/>
                      <a:pt x="128" y="6"/>
                      <a:pt x="136" y="17"/>
                    </a:cubicBezTo>
                    <a:cubicBezTo>
                      <a:pt x="144" y="28"/>
                      <a:pt x="147" y="41"/>
                      <a:pt x="148" y="54"/>
                    </a:cubicBezTo>
                    <a:cubicBezTo>
                      <a:pt x="148" y="69"/>
                      <a:pt x="145" y="83"/>
                      <a:pt x="141" y="97"/>
                    </a:cubicBezTo>
                    <a:cubicBezTo>
                      <a:pt x="137" y="110"/>
                      <a:pt x="133" y="123"/>
                      <a:pt x="127" y="136"/>
                    </a:cubicBezTo>
                    <a:cubicBezTo>
                      <a:pt x="133" y="141"/>
                      <a:pt x="138" y="147"/>
                      <a:pt x="143" y="153"/>
                    </a:cubicBezTo>
                    <a:cubicBezTo>
                      <a:pt x="152" y="163"/>
                      <a:pt x="160" y="175"/>
                      <a:pt x="162" y="188"/>
                    </a:cubicBezTo>
                    <a:cubicBezTo>
                      <a:pt x="164" y="201"/>
                      <a:pt x="160" y="215"/>
                      <a:pt x="148" y="219"/>
                    </a:cubicBezTo>
                    <a:close/>
                    <a:moveTo>
                      <a:pt x="83" y="198"/>
                    </a:moveTo>
                    <a:cubicBezTo>
                      <a:pt x="83" y="191"/>
                      <a:pt x="80" y="185"/>
                      <a:pt x="78" y="178"/>
                    </a:cubicBezTo>
                    <a:cubicBezTo>
                      <a:pt x="76" y="171"/>
                      <a:pt x="73" y="165"/>
                      <a:pt x="70" y="158"/>
                    </a:cubicBezTo>
                    <a:cubicBezTo>
                      <a:pt x="69" y="155"/>
                      <a:pt x="67" y="152"/>
                      <a:pt x="66" y="149"/>
                    </a:cubicBezTo>
                    <a:cubicBezTo>
                      <a:pt x="63" y="140"/>
                      <a:pt x="59" y="131"/>
                      <a:pt x="56" y="123"/>
                    </a:cubicBezTo>
                    <a:cubicBezTo>
                      <a:pt x="50" y="110"/>
                      <a:pt x="44" y="98"/>
                      <a:pt x="36" y="86"/>
                    </a:cubicBezTo>
                    <a:cubicBezTo>
                      <a:pt x="32" y="81"/>
                      <a:pt x="28" y="76"/>
                      <a:pt x="22" y="71"/>
                    </a:cubicBezTo>
                    <a:cubicBezTo>
                      <a:pt x="18" y="68"/>
                      <a:pt x="11" y="63"/>
                      <a:pt x="5" y="66"/>
                    </a:cubicBezTo>
                    <a:cubicBezTo>
                      <a:pt x="0" y="68"/>
                      <a:pt x="0" y="77"/>
                      <a:pt x="1" y="82"/>
                    </a:cubicBezTo>
                    <a:cubicBezTo>
                      <a:pt x="2" y="89"/>
                      <a:pt x="4" y="95"/>
                      <a:pt x="7" y="102"/>
                    </a:cubicBezTo>
                    <a:cubicBezTo>
                      <a:pt x="14" y="118"/>
                      <a:pt x="25" y="133"/>
                      <a:pt x="36" y="147"/>
                    </a:cubicBezTo>
                    <a:cubicBezTo>
                      <a:pt x="38" y="149"/>
                      <a:pt x="41" y="152"/>
                      <a:pt x="43" y="154"/>
                    </a:cubicBezTo>
                    <a:cubicBezTo>
                      <a:pt x="43" y="158"/>
                      <a:pt x="43" y="163"/>
                      <a:pt x="44" y="167"/>
                    </a:cubicBezTo>
                    <a:cubicBezTo>
                      <a:pt x="46" y="180"/>
                      <a:pt x="51" y="194"/>
                      <a:pt x="60" y="205"/>
                    </a:cubicBezTo>
                    <a:cubicBezTo>
                      <a:pt x="64" y="209"/>
                      <a:pt x="70" y="216"/>
                      <a:pt x="77" y="215"/>
                    </a:cubicBezTo>
                    <a:cubicBezTo>
                      <a:pt x="84" y="213"/>
                      <a:pt x="84" y="203"/>
                      <a:pt x="83" y="198"/>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7203" tIns="33601" rIns="67203" bIns="33601" numCol="1" anchor="t" anchorCtr="0" compatLnSpc="1">
                <a:prstTxWarp prst="textNoShape">
                  <a:avLst/>
                </a:prstTxWarp>
              </a:bodyPr>
              <a:lstStyle/>
              <a:p>
                <a:pPr defTabSz="685450" fontAlgn="auto">
                  <a:spcBef>
                    <a:spcPts val="0"/>
                  </a:spcBef>
                  <a:spcAft>
                    <a:spcPts val="0"/>
                  </a:spcAft>
                </a:pPr>
                <a:endParaRPr lang="en-US" sz="1324" dirty="0">
                  <a:solidFill>
                    <a:srgbClr val="505050"/>
                  </a:solidFill>
                  <a:latin typeface="Segoe UI"/>
                </a:endParaRPr>
              </a:p>
            </p:txBody>
          </p:sp>
          <p:sp>
            <p:nvSpPr>
              <p:cNvPr id="697" name="Freeform 271"/>
              <p:cNvSpPr>
                <a:spLocks noEditPoints="1"/>
              </p:cNvSpPr>
              <p:nvPr/>
            </p:nvSpPr>
            <p:spPr bwMode="auto">
              <a:xfrm>
                <a:off x="9166313" y="3275645"/>
                <a:ext cx="169729" cy="172038"/>
              </a:xfrm>
              <a:custGeom>
                <a:avLst/>
                <a:gdLst>
                  <a:gd name="T0" fmla="*/ 220 w 220"/>
                  <a:gd name="T1" fmla="*/ 112 h 222"/>
                  <a:gd name="T2" fmla="*/ 0 w 220"/>
                  <a:gd name="T3" fmla="*/ 112 h 222"/>
                  <a:gd name="T4" fmla="*/ 199 w 220"/>
                  <a:gd name="T5" fmla="*/ 71 h 222"/>
                  <a:gd name="T6" fmla="*/ 170 w 220"/>
                  <a:gd name="T7" fmla="*/ 105 h 222"/>
                  <a:gd name="T8" fmla="*/ 199 w 220"/>
                  <a:gd name="T9" fmla="*/ 71 h 222"/>
                  <a:gd name="T10" fmla="*/ 118 w 220"/>
                  <a:gd name="T11" fmla="*/ 71 h 222"/>
                  <a:gd name="T12" fmla="*/ 162 w 220"/>
                  <a:gd name="T13" fmla="*/ 105 h 222"/>
                  <a:gd name="T14" fmla="*/ 104 w 220"/>
                  <a:gd name="T15" fmla="*/ 71 h 222"/>
                  <a:gd name="T16" fmla="*/ 55 w 220"/>
                  <a:gd name="T17" fmla="*/ 105 h 222"/>
                  <a:gd name="T18" fmla="*/ 104 w 220"/>
                  <a:gd name="T19" fmla="*/ 71 h 222"/>
                  <a:gd name="T20" fmla="*/ 21 w 220"/>
                  <a:gd name="T21" fmla="*/ 71 h 222"/>
                  <a:gd name="T22" fmla="*/ 49 w 220"/>
                  <a:gd name="T23" fmla="*/ 105 h 222"/>
                  <a:gd name="T24" fmla="*/ 26 w 220"/>
                  <a:gd name="T25" fmla="*/ 55 h 222"/>
                  <a:gd name="T26" fmla="*/ 78 w 220"/>
                  <a:gd name="T27" fmla="*/ 16 h 222"/>
                  <a:gd name="T28" fmla="*/ 65 w 220"/>
                  <a:gd name="T29" fmla="*/ 55 h 222"/>
                  <a:gd name="T30" fmla="*/ 104 w 220"/>
                  <a:gd name="T31" fmla="*/ 10 h 222"/>
                  <a:gd name="T32" fmla="*/ 118 w 220"/>
                  <a:gd name="T33" fmla="*/ 55 h 222"/>
                  <a:gd name="T34" fmla="*/ 118 w 220"/>
                  <a:gd name="T35" fmla="*/ 13 h 222"/>
                  <a:gd name="T36" fmla="*/ 162 w 220"/>
                  <a:gd name="T37" fmla="*/ 55 h 222"/>
                  <a:gd name="T38" fmla="*/ 141 w 220"/>
                  <a:gd name="T39" fmla="*/ 16 h 222"/>
                  <a:gd name="T40" fmla="*/ 209 w 220"/>
                  <a:gd name="T41" fmla="*/ 118 h 222"/>
                  <a:gd name="T42" fmla="*/ 165 w 220"/>
                  <a:gd name="T43" fmla="*/ 154 h 222"/>
                  <a:gd name="T44" fmla="*/ 209 w 220"/>
                  <a:gd name="T45" fmla="*/ 118 h 222"/>
                  <a:gd name="T46" fmla="*/ 118 w 220"/>
                  <a:gd name="T47" fmla="*/ 118 h 222"/>
                  <a:gd name="T48" fmla="*/ 159 w 220"/>
                  <a:gd name="T49" fmla="*/ 154 h 222"/>
                  <a:gd name="T50" fmla="*/ 104 w 220"/>
                  <a:gd name="T51" fmla="*/ 118 h 222"/>
                  <a:gd name="T52" fmla="*/ 60 w 220"/>
                  <a:gd name="T53" fmla="*/ 154 h 222"/>
                  <a:gd name="T54" fmla="*/ 104 w 220"/>
                  <a:gd name="T55" fmla="*/ 118 h 222"/>
                  <a:gd name="T56" fmla="*/ 10 w 220"/>
                  <a:gd name="T57" fmla="*/ 118 h 222"/>
                  <a:gd name="T58" fmla="*/ 55 w 220"/>
                  <a:gd name="T59" fmla="*/ 154 h 222"/>
                  <a:gd name="T60" fmla="*/ 118 w 220"/>
                  <a:gd name="T61" fmla="*/ 167 h 222"/>
                  <a:gd name="T62" fmla="*/ 154 w 220"/>
                  <a:gd name="T63" fmla="*/ 167 h 222"/>
                  <a:gd name="T64" fmla="*/ 104 w 220"/>
                  <a:gd name="T65" fmla="*/ 212 h 222"/>
                  <a:gd name="T66" fmla="*/ 65 w 220"/>
                  <a:gd name="T67" fmla="*/ 167 h 222"/>
                  <a:gd name="T68" fmla="*/ 191 w 220"/>
                  <a:gd name="T69" fmla="*/ 167 h 222"/>
                  <a:gd name="T70" fmla="*/ 141 w 220"/>
                  <a:gd name="T71" fmla="*/ 206 h 222"/>
                  <a:gd name="T72" fmla="*/ 57 w 220"/>
                  <a:gd name="T73" fmla="*/ 167 h 222"/>
                  <a:gd name="T74" fmla="*/ 78 w 220"/>
                  <a:gd name="T75" fmla="*/ 206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20" h="222">
                    <a:moveTo>
                      <a:pt x="110" y="0"/>
                    </a:moveTo>
                    <a:cubicBezTo>
                      <a:pt x="170" y="0"/>
                      <a:pt x="220" y="50"/>
                      <a:pt x="220" y="112"/>
                    </a:cubicBezTo>
                    <a:cubicBezTo>
                      <a:pt x="220" y="173"/>
                      <a:pt x="170" y="222"/>
                      <a:pt x="110" y="222"/>
                    </a:cubicBezTo>
                    <a:cubicBezTo>
                      <a:pt x="49" y="222"/>
                      <a:pt x="0" y="173"/>
                      <a:pt x="0" y="112"/>
                    </a:cubicBezTo>
                    <a:cubicBezTo>
                      <a:pt x="0" y="50"/>
                      <a:pt x="49" y="0"/>
                      <a:pt x="110" y="0"/>
                    </a:cubicBezTo>
                    <a:close/>
                    <a:moveTo>
                      <a:pt x="199" y="71"/>
                    </a:moveTo>
                    <a:cubicBezTo>
                      <a:pt x="165" y="71"/>
                      <a:pt x="165" y="71"/>
                      <a:pt x="165" y="71"/>
                    </a:cubicBezTo>
                    <a:cubicBezTo>
                      <a:pt x="167" y="81"/>
                      <a:pt x="170" y="91"/>
                      <a:pt x="170" y="105"/>
                    </a:cubicBezTo>
                    <a:cubicBezTo>
                      <a:pt x="209" y="105"/>
                      <a:pt x="209" y="105"/>
                      <a:pt x="209" y="105"/>
                    </a:cubicBezTo>
                    <a:cubicBezTo>
                      <a:pt x="206" y="91"/>
                      <a:pt x="204" y="81"/>
                      <a:pt x="199" y="71"/>
                    </a:cubicBezTo>
                    <a:close/>
                    <a:moveTo>
                      <a:pt x="159" y="71"/>
                    </a:moveTo>
                    <a:cubicBezTo>
                      <a:pt x="118" y="71"/>
                      <a:pt x="118" y="71"/>
                      <a:pt x="118" y="71"/>
                    </a:cubicBezTo>
                    <a:cubicBezTo>
                      <a:pt x="118" y="105"/>
                      <a:pt x="118" y="105"/>
                      <a:pt x="118" y="105"/>
                    </a:cubicBezTo>
                    <a:cubicBezTo>
                      <a:pt x="162" y="105"/>
                      <a:pt x="162" y="105"/>
                      <a:pt x="162" y="105"/>
                    </a:cubicBezTo>
                    <a:cubicBezTo>
                      <a:pt x="162" y="91"/>
                      <a:pt x="162" y="81"/>
                      <a:pt x="159" y="71"/>
                    </a:cubicBezTo>
                    <a:close/>
                    <a:moveTo>
                      <a:pt x="104" y="71"/>
                    </a:moveTo>
                    <a:cubicBezTo>
                      <a:pt x="60" y="71"/>
                      <a:pt x="60" y="71"/>
                      <a:pt x="60" y="71"/>
                    </a:cubicBezTo>
                    <a:cubicBezTo>
                      <a:pt x="57" y="81"/>
                      <a:pt x="57" y="91"/>
                      <a:pt x="55" y="105"/>
                    </a:cubicBezTo>
                    <a:cubicBezTo>
                      <a:pt x="104" y="105"/>
                      <a:pt x="104" y="105"/>
                      <a:pt x="104" y="105"/>
                    </a:cubicBezTo>
                    <a:cubicBezTo>
                      <a:pt x="104" y="71"/>
                      <a:pt x="104" y="71"/>
                      <a:pt x="104" y="71"/>
                    </a:cubicBezTo>
                    <a:close/>
                    <a:moveTo>
                      <a:pt x="55" y="71"/>
                    </a:moveTo>
                    <a:cubicBezTo>
                      <a:pt x="21" y="71"/>
                      <a:pt x="21" y="71"/>
                      <a:pt x="21" y="71"/>
                    </a:cubicBezTo>
                    <a:cubicBezTo>
                      <a:pt x="15" y="81"/>
                      <a:pt x="13" y="91"/>
                      <a:pt x="10" y="105"/>
                    </a:cubicBezTo>
                    <a:cubicBezTo>
                      <a:pt x="49" y="105"/>
                      <a:pt x="49" y="105"/>
                      <a:pt x="49" y="105"/>
                    </a:cubicBezTo>
                    <a:cubicBezTo>
                      <a:pt x="49" y="91"/>
                      <a:pt x="52" y="81"/>
                      <a:pt x="55" y="71"/>
                    </a:cubicBezTo>
                    <a:close/>
                    <a:moveTo>
                      <a:pt x="26" y="55"/>
                    </a:moveTo>
                    <a:cubicBezTo>
                      <a:pt x="57" y="55"/>
                      <a:pt x="57" y="55"/>
                      <a:pt x="57" y="55"/>
                    </a:cubicBezTo>
                    <a:cubicBezTo>
                      <a:pt x="63" y="39"/>
                      <a:pt x="70" y="26"/>
                      <a:pt x="78" y="16"/>
                    </a:cubicBezTo>
                    <a:cubicBezTo>
                      <a:pt x="57" y="23"/>
                      <a:pt x="39" y="37"/>
                      <a:pt x="26" y="55"/>
                    </a:cubicBezTo>
                    <a:close/>
                    <a:moveTo>
                      <a:pt x="65" y="55"/>
                    </a:moveTo>
                    <a:cubicBezTo>
                      <a:pt x="104" y="55"/>
                      <a:pt x="104" y="55"/>
                      <a:pt x="104" y="55"/>
                    </a:cubicBezTo>
                    <a:cubicBezTo>
                      <a:pt x="104" y="10"/>
                      <a:pt x="104" y="10"/>
                      <a:pt x="104" y="10"/>
                    </a:cubicBezTo>
                    <a:cubicBezTo>
                      <a:pt x="86" y="16"/>
                      <a:pt x="73" y="31"/>
                      <a:pt x="65" y="55"/>
                    </a:cubicBezTo>
                    <a:close/>
                    <a:moveTo>
                      <a:pt x="118" y="55"/>
                    </a:moveTo>
                    <a:cubicBezTo>
                      <a:pt x="154" y="55"/>
                      <a:pt x="154" y="55"/>
                      <a:pt x="154" y="55"/>
                    </a:cubicBezTo>
                    <a:cubicBezTo>
                      <a:pt x="146" y="31"/>
                      <a:pt x="133" y="16"/>
                      <a:pt x="118" y="13"/>
                    </a:cubicBezTo>
                    <a:cubicBezTo>
                      <a:pt x="118" y="55"/>
                      <a:pt x="118" y="55"/>
                      <a:pt x="118" y="55"/>
                    </a:cubicBezTo>
                    <a:close/>
                    <a:moveTo>
                      <a:pt x="162" y="55"/>
                    </a:moveTo>
                    <a:cubicBezTo>
                      <a:pt x="191" y="55"/>
                      <a:pt x="191" y="55"/>
                      <a:pt x="191" y="55"/>
                    </a:cubicBezTo>
                    <a:cubicBezTo>
                      <a:pt x="180" y="37"/>
                      <a:pt x="162" y="23"/>
                      <a:pt x="141" y="16"/>
                    </a:cubicBezTo>
                    <a:cubicBezTo>
                      <a:pt x="149" y="26"/>
                      <a:pt x="157" y="39"/>
                      <a:pt x="162" y="55"/>
                    </a:cubicBezTo>
                    <a:close/>
                    <a:moveTo>
                      <a:pt x="209" y="118"/>
                    </a:moveTo>
                    <a:cubicBezTo>
                      <a:pt x="170" y="118"/>
                      <a:pt x="170" y="118"/>
                      <a:pt x="170" y="118"/>
                    </a:cubicBezTo>
                    <a:cubicBezTo>
                      <a:pt x="170" y="131"/>
                      <a:pt x="167" y="141"/>
                      <a:pt x="165" y="154"/>
                    </a:cubicBezTo>
                    <a:cubicBezTo>
                      <a:pt x="199" y="154"/>
                      <a:pt x="199" y="154"/>
                      <a:pt x="199" y="154"/>
                    </a:cubicBezTo>
                    <a:cubicBezTo>
                      <a:pt x="204" y="141"/>
                      <a:pt x="206" y="131"/>
                      <a:pt x="209" y="118"/>
                    </a:cubicBezTo>
                    <a:close/>
                    <a:moveTo>
                      <a:pt x="162" y="118"/>
                    </a:moveTo>
                    <a:cubicBezTo>
                      <a:pt x="118" y="118"/>
                      <a:pt x="118" y="118"/>
                      <a:pt x="118" y="118"/>
                    </a:cubicBezTo>
                    <a:cubicBezTo>
                      <a:pt x="118" y="154"/>
                      <a:pt x="118" y="154"/>
                      <a:pt x="118" y="154"/>
                    </a:cubicBezTo>
                    <a:cubicBezTo>
                      <a:pt x="159" y="154"/>
                      <a:pt x="159" y="154"/>
                      <a:pt x="159" y="154"/>
                    </a:cubicBezTo>
                    <a:cubicBezTo>
                      <a:pt x="162" y="141"/>
                      <a:pt x="162" y="131"/>
                      <a:pt x="162" y="118"/>
                    </a:cubicBezTo>
                    <a:close/>
                    <a:moveTo>
                      <a:pt x="104" y="118"/>
                    </a:moveTo>
                    <a:cubicBezTo>
                      <a:pt x="55" y="118"/>
                      <a:pt x="55" y="118"/>
                      <a:pt x="55" y="118"/>
                    </a:cubicBezTo>
                    <a:cubicBezTo>
                      <a:pt x="57" y="131"/>
                      <a:pt x="57" y="141"/>
                      <a:pt x="60" y="154"/>
                    </a:cubicBezTo>
                    <a:cubicBezTo>
                      <a:pt x="104" y="154"/>
                      <a:pt x="104" y="154"/>
                      <a:pt x="104" y="154"/>
                    </a:cubicBezTo>
                    <a:cubicBezTo>
                      <a:pt x="104" y="118"/>
                      <a:pt x="104" y="118"/>
                      <a:pt x="104" y="118"/>
                    </a:cubicBezTo>
                    <a:close/>
                    <a:moveTo>
                      <a:pt x="49" y="118"/>
                    </a:moveTo>
                    <a:cubicBezTo>
                      <a:pt x="10" y="118"/>
                      <a:pt x="10" y="118"/>
                      <a:pt x="10" y="118"/>
                    </a:cubicBezTo>
                    <a:cubicBezTo>
                      <a:pt x="13" y="131"/>
                      <a:pt x="15" y="141"/>
                      <a:pt x="21" y="154"/>
                    </a:cubicBezTo>
                    <a:cubicBezTo>
                      <a:pt x="55" y="154"/>
                      <a:pt x="55" y="154"/>
                      <a:pt x="55" y="154"/>
                    </a:cubicBezTo>
                    <a:cubicBezTo>
                      <a:pt x="52" y="141"/>
                      <a:pt x="49" y="131"/>
                      <a:pt x="49" y="118"/>
                    </a:cubicBezTo>
                    <a:close/>
                    <a:moveTo>
                      <a:pt x="118" y="167"/>
                    </a:moveTo>
                    <a:cubicBezTo>
                      <a:pt x="118" y="212"/>
                      <a:pt x="118" y="212"/>
                      <a:pt x="118" y="212"/>
                    </a:cubicBezTo>
                    <a:cubicBezTo>
                      <a:pt x="133" y="206"/>
                      <a:pt x="146" y="191"/>
                      <a:pt x="154" y="167"/>
                    </a:cubicBezTo>
                    <a:cubicBezTo>
                      <a:pt x="118" y="167"/>
                      <a:pt x="118" y="167"/>
                      <a:pt x="118" y="167"/>
                    </a:cubicBezTo>
                    <a:close/>
                    <a:moveTo>
                      <a:pt x="104" y="212"/>
                    </a:moveTo>
                    <a:cubicBezTo>
                      <a:pt x="104" y="167"/>
                      <a:pt x="104" y="167"/>
                      <a:pt x="104" y="167"/>
                    </a:cubicBezTo>
                    <a:cubicBezTo>
                      <a:pt x="65" y="167"/>
                      <a:pt x="65" y="167"/>
                      <a:pt x="65" y="167"/>
                    </a:cubicBezTo>
                    <a:cubicBezTo>
                      <a:pt x="73" y="191"/>
                      <a:pt x="86" y="206"/>
                      <a:pt x="104" y="212"/>
                    </a:cubicBezTo>
                    <a:close/>
                    <a:moveTo>
                      <a:pt x="191" y="167"/>
                    </a:moveTo>
                    <a:cubicBezTo>
                      <a:pt x="162" y="167"/>
                      <a:pt x="162" y="167"/>
                      <a:pt x="162" y="167"/>
                    </a:cubicBezTo>
                    <a:cubicBezTo>
                      <a:pt x="157" y="183"/>
                      <a:pt x="149" y="196"/>
                      <a:pt x="141" y="206"/>
                    </a:cubicBezTo>
                    <a:cubicBezTo>
                      <a:pt x="162" y="199"/>
                      <a:pt x="180" y="186"/>
                      <a:pt x="191" y="167"/>
                    </a:cubicBezTo>
                    <a:close/>
                    <a:moveTo>
                      <a:pt x="57" y="167"/>
                    </a:moveTo>
                    <a:cubicBezTo>
                      <a:pt x="29" y="167"/>
                      <a:pt x="29" y="167"/>
                      <a:pt x="29" y="167"/>
                    </a:cubicBezTo>
                    <a:cubicBezTo>
                      <a:pt x="39" y="186"/>
                      <a:pt x="57" y="199"/>
                      <a:pt x="78" y="206"/>
                    </a:cubicBezTo>
                    <a:cubicBezTo>
                      <a:pt x="70" y="196"/>
                      <a:pt x="63" y="183"/>
                      <a:pt x="57" y="167"/>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7203" tIns="33601" rIns="67203" bIns="33601" numCol="1" anchor="t" anchorCtr="0" compatLnSpc="1">
                <a:prstTxWarp prst="textNoShape">
                  <a:avLst/>
                </a:prstTxWarp>
              </a:bodyPr>
              <a:lstStyle/>
              <a:p>
                <a:pPr defTabSz="685450" fontAlgn="auto">
                  <a:spcBef>
                    <a:spcPts val="0"/>
                  </a:spcBef>
                  <a:spcAft>
                    <a:spcPts val="0"/>
                  </a:spcAft>
                </a:pPr>
                <a:endParaRPr lang="en-US" sz="1324" dirty="0">
                  <a:solidFill>
                    <a:srgbClr val="505050"/>
                  </a:solidFill>
                  <a:latin typeface="Segoe UI"/>
                </a:endParaRPr>
              </a:p>
            </p:txBody>
          </p:sp>
        </p:grpSp>
      </p:grpSp>
      <p:grpSp>
        <p:nvGrpSpPr>
          <p:cNvPr id="8" name="Group 7"/>
          <p:cNvGrpSpPr/>
          <p:nvPr/>
        </p:nvGrpSpPr>
        <p:grpSpPr>
          <a:xfrm>
            <a:off x="370372" y="1360415"/>
            <a:ext cx="1983058" cy="2809404"/>
            <a:chOff x="493034" y="1813658"/>
            <a:chExt cx="2644453" cy="3746403"/>
          </a:xfrm>
        </p:grpSpPr>
        <p:sp>
          <p:nvSpPr>
            <p:cNvPr id="475" name="Rectangle 474"/>
            <p:cNvSpPr/>
            <p:nvPr/>
          </p:nvSpPr>
          <p:spPr bwMode="auto">
            <a:xfrm>
              <a:off x="493034" y="1813658"/>
              <a:ext cx="2644453" cy="747021"/>
            </a:xfrm>
            <a:prstGeom prst="rect">
              <a:avLst/>
            </a:prstGeom>
            <a:solidFill>
              <a:schemeClr val="bg2"/>
            </a:solidFill>
            <a:ln w="3175">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34285" rIns="0" bIns="34285" numCol="1" rtlCol="0" anchor="ctr" anchorCtr="0" compatLnSpc="1">
              <a:prstTxWarp prst="textNoShape">
                <a:avLst/>
              </a:prstTxWarp>
            </a:bodyPr>
            <a:lstStyle/>
            <a:p>
              <a:pPr algn="ctr" defTabSz="685319" fontAlgn="auto">
                <a:lnSpc>
                  <a:spcPct val="90000"/>
                </a:lnSpc>
                <a:spcBef>
                  <a:spcPts val="0"/>
                </a:spcBef>
                <a:spcAft>
                  <a:spcPts val="0"/>
                </a:spcAft>
                <a:defRPr/>
              </a:pPr>
              <a:r>
                <a:rPr lang="en-US" sz="1765" kern="0" dirty="0">
                  <a:solidFill>
                    <a:srgbClr val="FFFFFF"/>
                  </a:solidFill>
                  <a:latin typeface="Segoe UI Semibold" panose="020B0702040204020203" pitchFamily="34" charset="0"/>
                  <a:cs typeface="Segoe UI Semibold" panose="020B0702040204020203" pitchFamily="34" charset="0"/>
                </a:rPr>
                <a:t>Intelligent</a:t>
              </a:r>
            </a:p>
            <a:p>
              <a:pPr algn="ctr" defTabSz="685319" fontAlgn="auto">
                <a:lnSpc>
                  <a:spcPct val="90000"/>
                </a:lnSpc>
                <a:spcBef>
                  <a:spcPts val="0"/>
                </a:spcBef>
                <a:spcAft>
                  <a:spcPts val="0"/>
                </a:spcAft>
                <a:defRPr/>
              </a:pPr>
              <a:r>
                <a:rPr lang="en-US" sz="1765" kern="0" dirty="0">
                  <a:solidFill>
                    <a:srgbClr val="FFFFFF"/>
                  </a:solidFill>
                  <a:latin typeface="Segoe UI Semibold" panose="020B0702040204020203" pitchFamily="34" charset="0"/>
                  <a:cs typeface="Segoe UI Semibold" panose="020B0702040204020203" pitchFamily="34" charset="0"/>
                </a:rPr>
                <a:t>Devices</a:t>
              </a:r>
            </a:p>
          </p:txBody>
        </p:sp>
        <p:sp>
          <p:nvSpPr>
            <p:cNvPr id="483" name="Rectangle 482"/>
            <p:cNvSpPr/>
            <p:nvPr/>
          </p:nvSpPr>
          <p:spPr bwMode="auto">
            <a:xfrm>
              <a:off x="493034" y="4845819"/>
              <a:ext cx="2644453" cy="714242"/>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67203" tIns="67203" rIns="67203" bIns="33601" numCol="1" spcCol="0" rtlCol="0" fromWordArt="0" anchor="ctr" anchorCtr="0" forceAA="0" compatLnSpc="1">
              <a:prstTxWarp prst="textNoShape">
                <a:avLst/>
              </a:prstTxWarp>
              <a:noAutofit/>
            </a:bodyPr>
            <a:lstStyle/>
            <a:p>
              <a:pPr algn="ctr" defTabSz="685319" fontAlgn="auto">
                <a:lnSpc>
                  <a:spcPct val="90000"/>
                </a:lnSpc>
                <a:spcBef>
                  <a:spcPts val="0"/>
                </a:spcBef>
                <a:spcAft>
                  <a:spcPts val="441"/>
                </a:spcAft>
                <a:defRPr/>
              </a:pPr>
              <a:r>
                <a:rPr lang="en-US" sz="1324" kern="0" dirty="0">
                  <a:gradFill>
                    <a:gsLst>
                      <a:gs pos="2917">
                        <a:srgbClr val="FFFFFF"/>
                      </a:gs>
                      <a:gs pos="100000">
                        <a:srgbClr val="FFFFFF"/>
                      </a:gs>
                    </a:gsLst>
                    <a:lin ang="5400000" scaled="0"/>
                  </a:gradFill>
                  <a:latin typeface="Segoe UI"/>
                </a:rPr>
                <a:t>Windows 10 IoT</a:t>
              </a:r>
            </a:p>
          </p:txBody>
        </p:sp>
        <p:grpSp>
          <p:nvGrpSpPr>
            <p:cNvPr id="4" name="Group 3"/>
            <p:cNvGrpSpPr/>
            <p:nvPr/>
          </p:nvGrpSpPr>
          <p:grpSpPr>
            <a:xfrm>
              <a:off x="1047007" y="3019259"/>
              <a:ext cx="1536507" cy="1243722"/>
              <a:chOff x="1073607" y="2745235"/>
              <a:chExt cx="1536507" cy="1243722"/>
            </a:xfrm>
          </p:grpSpPr>
          <p:grpSp>
            <p:nvGrpSpPr>
              <p:cNvPr id="424" name="Group 423"/>
              <p:cNvGrpSpPr/>
              <p:nvPr/>
            </p:nvGrpSpPr>
            <p:grpSpPr>
              <a:xfrm>
                <a:off x="1073607" y="2745235"/>
                <a:ext cx="1536507" cy="1014872"/>
                <a:chOff x="9627677" y="1273017"/>
                <a:chExt cx="390357" cy="257833"/>
              </a:xfrm>
            </p:grpSpPr>
            <p:sp>
              <p:nvSpPr>
                <p:cNvPr id="425" name="Rectangle 1760"/>
                <p:cNvSpPr>
                  <a:spLocks noChangeArrowheads="1"/>
                </p:cNvSpPr>
                <p:nvPr/>
              </p:nvSpPr>
              <p:spPr bwMode="auto">
                <a:xfrm>
                  <a:off x="9772821" y="1438896"/>
                  <a:ext cx="17129" cy="34258"/>
                </a:xfrm>
                <a:prstGeom prst="rect">
                  <a:avLst/>
                </a:prstGeom>
                <a:solidFill>
                  <a:schemeClr val="tx1"/>
                </a:solidFill>
                <a:ln>
                  <a:noFill/>
                </a:ln>
              </p:spPr>
              <p:txBody>
                <a:bodyPr vert="horz" wrap="square" lIns="68570" tIns="34285" rIns="68570" bIns="34285" numCol="1" anchor="t" anchorCtr="0" compatLnSpc="1">
                  <a:prstTxWarp prst="textNoShape">
                    <a:avLst/>
                  </a:prstTxWarp>
                </a:bodyPr>
                <a:lstStyle/>
                <a:p>
                  <a:pPr defTabSz="685845" fontAlgn="auto">
                    <a:spcBef>
                      <a:spcPts val="0"/>
                    </a:spcBef>
                    <a:spcAft>
                      <a:spcPts val="0"/>
                    </a:spcAft>
                  </a:pPr>
                  <a:endParaRPr lang="en-US" sz="1350">
                    <a:solidFill>
                      <a:srgbClr val="FFFFFF"/>
                    </a:solidFill>
                    <a:latin typeface="Segoe UI"/>
                  </a:endParaRPr>
                </a:p>
              </p:txBody>
            </p:sp>
            <p:sp>
              <p:nvSpPr>
                <p:cNvPr id="426" name="Rectangle 1761"/>
                <p:cNvSpPr>
                  <a:spLocks noChangeArrowheads="1"/>
                </p:cNvSpPr>
                <p:nvPr/>
              </p:nvSpPr>
              <p:spPr bwMode="auto">
                <a:xfrm>
                  <a:off x="9738564" y="1460532"/>
                  <a:ext cx="84742" cy="17129"/>
                </a:xfrm>
                <a:prstGeom prst="rect">
                  <a:avLst/>
                </a:prstGeom>
                <a:solidFill>
                  <a:schemeClr val="tx1"/>
                </a:solidFill>
                <a:ln>
                  <a:noFill/>
                </a:ln>
              </p:spPr>
              <p:txBody>
                <a:bodyPr vert="horz" wrap="square" lIns="68570" tIns="34285" rIns="68570" bIns="34285" numCol="1" anchor="t" anchorCtr="0" compatLnSpc="1">
                  <a:prstTxWarp prst="textNoShape">
                    <a:avLst/>
                  </a:prstTxWarp>
                </a:bodyPr>
                <a:lstStyle/>
                <a:p>
                  <a:pPr defTabSz="685845" fontAlgn="auto">
                    <a:spcBef>
                      <a:spcPts val="0"/>
                    </a:spcBef>
                    <a:spcAft>
                      <a:spcPts val="0"/>
                    </a:spcAft>
                  </a:pPr>
                  <a:endParaRPr lang="en-US" sz="1350">
                    <a:solidFill>
                      <a:srgbClr val="FFFFFF"/>
                    </a:solidFill>
                    <a:latin typeface="Segoe UI"/>
                  </a:endParaRPr>
                </a:p>
              </p:txBody>
            </p:sp>
            <p:sp>
              <p:nvSpPr>
                <p:cNvPr id="427" name="Freeform 1762"/>
                <p:cNvSpPr>
                  <a:spLocks/>
                </p:cNvSpPr>
                <p:nvPr/>
              </p:nvSpPr>
              <p:spPr bwMode="auto">
                <a:xfrm>
                  <a:off x="9644806" y="1273017"/>
                  <a:ext cx="272258" cy="128015"/>
                </a:xfrm>
                <a:custGeom>
                  <a:avLst/>
                  <a:gdLst>
                    <a:gd name="T0" fmla="*/ 19 w 302"/>
                    <a:gd name="T1" fmla="*/ 142 h 142"/>
                    <a:gd name="T2" fmla="*/ 0 w 302"/>
                    <a:gd name="T3" fmla="*/ 142 h 142"/>
                    <a:gd name="T4" fmla="*/ 0 w 302"/>
                    <a:gd name="T5" fmla="*/ 0 h 142"/>
                    <a:gd name="T6" fmla="*/ 302 w 302"/>
                    <a:gd name="T7" fmla="*/ 0 h 142"/>
                    <a:gd name="T8" fmla="*/ 302 w 302"/>
                    <a:gd name="T9" fmla="*/ 104 h 142"/>
                    <a:gd name="T10" fmla="*/ 284 w 302"/>
                    <a:gd name="T11" fmla="*/ 104 h 142"/>
                    <a:gd name="T12" fmla="*/ 284 w 302"/>
                    <a:gd name="T13" fmla="*/ 19 h 142"/>
                    <a:gd name="T14" fmla="*/ 19 w 302"/>
                    <a:gd name="T15" fmla="*/ 19 h 142"/>
                    <a:gd name="T16" fmla="*/ 19 w 302"/>
                    <a:gd name="T17" fmla="*/ 142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2" h="142">
                      <a:moveTo>
                        <a:pt x="19" y="142"/>
                      </a:moveTo>
                      <a:lnTo>
                        <a:pt x="0" y="142"/>
                      </a:lnTo>
                      <a:lnTo>
                        <a:pt x="0" y="0"/>
                      </a:lnTo>
                      <a:lnTo>
                        <a:pt x="302" y="0"/>
                      </a:lnTo>
                      <a:lnTo>
                        <a:pt x="302" y="104"/>
                      </a:lnTo>
                      <a:lnTo>
                        <a:pt x="284" y="104"/>
                      </a:lnTo>
                      <a:lnTo>
                        <a:pt x="284" y="19"/>
                      </a:lnTo>
                      <a:lnTo>
                        <a:pt x="19" y="19"/>
                      </a:lnTo>
                      <a:lnTo>
                        <a:pt x="19" y="142"/>
                      </a:lnTo>
                      <a:close/>
                    </a:path>
                  </a:pathLst>
                </a:custGeom>
                <a:solidFill>
                  <a:schemeClr val="tx1"/>
                </a:solidFill>
                <a:ln>
                  <a:noFill/>
                </a:ln>
              </p:spPr>
              <p:txBody>
                <a:bodyPr vert="horz" wrap="square" lIns="68570" tIns="34285" rIns="68570" bIns="34285" numCol="1" anchor="t" anchorCtr="0" compatLnSpc="1">
                  <a:prstTxWarp prst="textNoShape">
                    <a:avLst/>
                  </a:prstTxWarp>
                </a:bodyPr>
                <a:lstStyle/>
                <a:p>
                  <a:pPr defTabSz="685845" fontAlgn="auto">
                    <a:spcBef>
                      <a:spcPts val="0"/>
                    </a:spcBef>
                    <a:spcAft>
                      <a:spcPts val="0"/>
                    </a:spcAft>
                  </a:pPr>
                  <a:endParaRPr lang="en-US" sz="1350">
                    <a:solidFill>
                      <a:srgbClr val="FFFFFF"/>
                    </a:solidFill>
                    <a:latin typeface="Segoe UI"/>
                  </a:endParaRPr>
                </a:p>
              </p:txBody>
            </p:sp>
            <p:sp>
              <p:nvSpPr>
                <p:cNvPr id="428" name="Rectangle 1763"/>
                <p:cNvSpPr>
                  <a:spLocks noChangeArrowheads="1"/>
                </p:cNvSpPr>
                <p:nvPr/>
              </p:nvSpPr>
              <p:spPr bwMode="auto">
                <a:xfrm>
                  <a:off x="9706109" y="1426275"/>
                  <a:ext cx="113591" cy="17129"/>
                </a:xfrm>
                <a:prstGeom prst="rect">
                  <a:avLst/>
                </a:prstGeom>
                <a:solidFill>
                  <a:schemeClr val="tx1"/>
                </a:solidFill>
                <a:ln>
                  <a:noFill/>
                </a:ln>
              </p:spPr>
              <p:txBody>
                <a:bodyPr vert="horz" wrap="square" lIns="68570" tIns="34285" rIns="68570" bIns="34285" numCol="1" anchor="t" anchorCtr="0" compatLnSpc="1">
                  <a:prstTxWarp prst="textNoShape">
                    <a:avLst/>
                  </a:prstTxWarp>
                </a:bodyPr>
                <a:lstStyle/>
                <a:p>
                  <a:pPr defTabSz="685845" fontAlgn="auto">
                    <a:spcBef>
                      <a:spcPts val="0"/>
                    </a:spcBef>
                    <a:spcAft>
                      <a:spcPts val="0"/>
                    </a:spcAft>
                  </a:pPr>
                  <a:endParaRPr lang="en-US" sz="1350">
                    <a:solidFill>
                      <a:srgbClr val="FFFFFF"/>
                    </a:solidFill>
                    <a:latin typeface="Segoe UI"/>
                  </a:endParaRPr>
                </a:p>
              </p:txBody>
            </p:sp>
            <p:sp>
              <p:nvSpPr>
                <p:cNvPr id="429" name="Freeform 1764"/>
                <p:cNvSpPr>
                  <a:spLocks noEditPoints="1"/>
                </p:cNvSpPr>
                <p:nvPr/>
              </p:nvSpPr>
              <p:spPr bwMode="auto">
                <a:xfrm>
                  <a:off x="9627677" y="1392017"/>
                  <a:ext cx="87447" cy="138833"/>
                </a:xfrm>
                <a:custGeom>
                  <a:avLst/>
                  <a:gdLst>
                    <a:gd name="T0" fmla="*/ 36 w 41"/>
                    <a:gd name="T1" fmla="*/ 65 h 65"/>
                    <a:gd name="T2" fmla="*/ 5 w 41"/>
                    <a:gd name="T3" fmla="*/ 65 h 65"/>
                    <a:gd name="T4" fmla="*/ 0 w 41"/>
                    <a:gd name="T5" fmla="*/ 60 h 65"/>
                    <a:gd name="T6" fmla="*/ 0 w 41"/>
                    <a:gd name="T7" fmla="*/ 5 h 65"/>
                    <a:gd name="T8" fmla="*/ 5 w 41"/>
                    <a:gd name="T9" fmla="*/ 0 h 65"/>
                    <a:gd name="T10" fmla="*/ 36 w 41"/>
                    <a:gd name="T11" fmla="*/ 0 h 65"/>
                    <a:gd name="T12" fmla="*/ 41 w 41"/>
                    <a:gd name="T13" fmla="*/ 5 h 65"/>
                    <a:gd name="T14" fmla="*/ 41 w 41"/>
                    <a:gd name="T15" fmla="*/ 60 h 65"/>
                    <a:gd name="T16" fmla="*/ 36 w 41"/>
                    <a:gd name="T17" fmla="*/ 65 h 65"/>
                    <a:gd name="T18" fmla="*/ 6 w 41"/>
                    <a:gd name="T19" fmla="*/ 59 h 65"/>
                    <a:gd name="T20" fmla="*/ 35 w 41"/>
                    <a:gd name="T21" fmla="*/ 59 h 65"/>
                    <a:gd name="T22" fmla="*/ 35 w 41"/>
                    <a:gd name="T23" fmla="*/ 6 h 65"/>
                    <a:gd name="T24" fmla="*/ 6 w 41"/>
                    <a:gd name="T25" fmla="*/ 6 h 65"/>
                    <a:gd name="T26" fmla="*/ 6 w 41"/>
                    <a:gd name="T27" fmla="*/ 59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1" h="65">
                      <a:moveTo>
                        <a:pt x="36" y="65"/>
                      </a:moveTo>
                      <a:cubicBezTo>
                        <a:pt x="5" y="65"/>
                        <a:pt x="5" y="65"/>
                        <a:pt x="5" y="65"/>
                      </a:cubicBezTo>
                      <a:cubicBezTo>
                        <a:pt x="3" y="65"/>
                        <a:pt x="0" y="62"/>
                        <a:pt x="0" y="60"/>
                      </a:cubicBezTo>
                      <a:cubicBezTo>
                        <a:pt x="0" y="5"/>
                        <a:pt x="0" y="5"/>
                        <a:pt x="0" y="5"/>
                      </a:cubicBezTo>
                      <a:cubicBezTo>
                        <a:pt x="0" y="2"/>
                        <a:pt x="3" y="0"/>
                        <a:pt x="5" y="0"/>
                      </a:cubicBezTo>
                      <a:cubicBezTo>
                        <a:pt x="36" y="0"/>
                        <a:pt x="36" y="0"/>
                        <a:pt x="36" y="0"/>
                      </a:cubicBezTo>
                      <a:cubicBezTo>
                        <a:pt x="39" y="0"/>
                        <a:pt x="41" y="2"/>
                        <a:pt x="41" y="5"/>
                      </a:cubicBezTo>
                      <a:cubicBezTo>
                        <a:pt x="41" y="60"/>
                        <a:pt x="41" y="60"/>
                        <a:pt x="41" y="60"/>
                      </a:cubicBezTo>
                      <a:cubicBezTo>
                        <a:pt x="41" y="62"/>
                        <a:pt x="39" y="65"/>
                        <a:pt x="36" y="65"/>
                      </a:cubicBezTo>
                      <a:close/>
                      <a:moveTo>
                        <a:pt x="6" y="59"/>
                      </a:moveTo>
                      <a:cubicBezTo>
                        <a:pt x="35" y="59"/>
                        <a:pt x="35" y="59"/>
                        <a:pt x="35" y="59"/>
                      </a:cubicBezTo>
                      <a:cubicBezTo>
                        <a:pt x="35" y="6"/>
                        <a:pt x="35" y="6"/>
                        <a:pt x="35" y="6"/>
                      </a:cubicBezTo>
                      <a:cubicBezTo>
                        <a:pt x="6" y="6"/>
                        <a:pt x="6" y="6"/>
                        <a:pt x="6" y="6"/>
                      </a:cubicBezTo>
                      <a:lnTo>
                        <a:pt x="6" y="59"/>
                      </a:lnTo>
                      <a:close/>
                    </a:path>
                  </a:pathLst>
                </a:custGeom>
                <a:solidFill>
                  <a:schemeClr val="tx1"/>
                </a:solidFill>
                <a:ln>
                  <a:noFill/>
                </a:ln>
              </p:spPr>
              <p:txBody>
                <a:bodyPr vert="horz" wrap="square" lIns="68570" tIns="34285" rIns="68570" bIns="34285" numCol="1" anchor="t" anchorCtr="0" compatLnSpc="1">
                  <a:prstTxWarp prst="textNoShape">
                    <a:avLst/>
                  </a:prstTxWarp>
                </a:bodyPr>
                <a:lstStyle/>
                <a:p>
                  <a:pPr defTabSz="685845" fontAlgn="auto">
                    <a:spcBef>
                      <a:spcPts val="0"/>
                    </a:spcBef>
                    <a:spcAft>
                      <a:spcPts val="0"/>
                    </a:spcAft>
                  </a:pPr>
                  <a:endParaRPr lang="en-US" sz="1350">
                    <a:solidFill>
                      <a:srgbClr val="FFFFFF"/>
                    </a:solidFill>
                    <a:latin typeface="Segoe UI"/>
                  </a:endParaRPr>
                </a:p>
              </p:txBody>
            </p:sp>
            <p:sp>
              <p:nvSpPr>
                <p:cNvPr id="430" name="Rectangle 1765"/>
                <p:cNvSpPr>
                  <a:spLocks noChangeArrowheads="1"/>
                </p:cNvSpPr>
                <p:nvPr/>
              </p:nvSpPr>
              <p:spPr bwMode="auto">
                <a:xfrm>
                  <a:off x="9663738" y="1494790"/>
                  <a:ext cx="17129" cy="8114"/>
                </a:xfrm>
                <a:prstGeom prst="rect">
                  <a:avLst/>
                </a:prstGeom>
                <a:solidFill>
                  <a:schemeClr val="tx1"/>
                </a:solidFill>
                <a:ln>
                  <a:noFill/>
                </a:ln>
              </p:spPr>
              <p:txBody>
                <a:bodyPr vert="horz" wrap="square" lIns="68570" tIns="34285" rIns="68570" bIns="34285" numCol="1" anchor="t" anchorCtr="0" compatLnSpc="1">
                  <a:prstTxWarp prst="textNoShape">
                    <a:avLst/>
                  </a:prstTxWarp>
                </a:bodyPr>
                <a:lstStyle/>
                <a:p>
                  <a:pPr defTabSz="685845" fontAlgn="auto">
                    <a:spcBef>
                      <a:spcPts val="0"/>
                    </a:spcBef>
                    <a:spcAft>
                      <a:spcPts val="0"/>
                    </a:spcAft>
                  </a:pPr>
                  <a:endParaRPr lang="en-US" sz="1350">
                    <a:solidFill>
                      <a:srgbClr val="FFFFFF"/>
                    </a:solidFill>
                    <a:latin typeface="Segoe UI"/>
                  </a:endParaRPr>
                </a:p>
              </p:txBody>
            </p:sp>
            <p:sp>
              <p:nvSpPr>
                <p:cNvPr id="431" name="Freeform 1766"/>
                <p:cNvSpPr>
                  <a:spLocks noEditPoints="1"/>
                </p:cNvSpPr>
                <p:nvPr/>
              </p:nvSpPr>
              <p:spPr bwMode="auto">
                <a:xfrm>
                  <a:off x="9813390" y="1360464"/>
                  <a:ext cx="204644" cy="155061"/>
                </a:xfrm>
                <a:custGeom>
                  <a:avLst/>
                  <a:gdLst>
                    <a:gd name="T0" fmla="*/ 87 w 96"/>
                    <a:gd name="T1" fmla="*/ 73 h 73"/>
                    <a:gd name="T2" fmla="*/ 9 w 96"/>
                    <a:gd name="T3" fmla="*/ 73 h 73"/>
                    <a:gd name="T4" fmla="*/ 0 w 96"/>
                    <a:gd name="T5" fmla="*/ 64 h 73"/>
                    <a:gd name="T6" fmla="*/ 0 w 96"/>
                    <a:gd name="T7" fmla="*/ 9 h 73"/>
                    <a:gd name="T8" fmla="*/ 9 w 96"/>
                    <a:gd name="T9" fmla="*/ 0 h 73"/>
                    <a:gd name="T10" fmla="*/ 87 w 96"/>
                    <a:gd name="T11" fmla="*/ 0 h 73"/>
                    <a:gd name="T12" fmla="*/ 96 w 96"/>
                    <a:gd name="T13" fmla="*/ 9 h 73"/>
                    <a:gd name="T14" fmla="*/ 96 w 96"/>
                    <a:gd name="T15" fmla="*/ 64 h 73"/>
                    <a:gd name="T16" fmla="*/ 87 w 96"/>
                    <a:gd name="T17" fmla="*/ 73 h 73"/>
                    <a:gd name="T18" fmla="*/ 9 w 96"/>
                    <a:gd name="T19" fmla="*/ 8 h 73"/>
                    <a:gd name="T20" fmla="*/ 8 w 96"/>
                    <a:gd name="T21" fmla="*/ 9 h 73"/>
                    <a:gd name="T22" fmla="*/ 8 w 96"/>
                    <a:gd name="T23" fmla="*/ 64 h 73"/>
                    <a:gd name="T24" fmla="*/ 9 w 96"/>
                    <a:gd name="T25" fmla="*/ 65 h 73"/>
                    <a:gd name="T26" fmla="*/ 87 w 96"/>
                    <a:gd name="T27" fmla="*/ 65 h 73"/>
                    <a:gd name="T28" fmla="*/ 88 w 96"/>
                    <a:gd name="T29" fmla="*/ 64 h 73"/>
                    <a:gd name="T30" fmla="*/ 88 w 96"/>
                    <a:gd name="T31" fmla="*/ 9 h 73"/>
                    <a:gd name="T32" fmla="*/ 87 w 96"/>
                    <a:gd name="T33" fmla="*/ 8 h 73"/>
                    <a:gd name="T34" fmla="*/ 9 w 96"/>
                    <a:gd name="T35" fmla="*/ 8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6" h="73">
                      <a:moveTo>
                        <a:pt x="87" y="73"/>
                      </a:moveTo>
                      <a:cubicBezTo>
                        <a:pt x="9" y="73"/>
                        <a:pt x="9" y="73"/>
                        <a:pt x="9" y="73"/>
                      </a:cubicBezTo>
                      <a:cubicBezTo>
                        <a:pt x="4" y="73"/>
                        <a:pt x="0" y="69"/>
                        <a:pt x="0" y="64"/>
                      </a:cubicBezTo>
                      <a:cubicBezTo>
                        <a:pt x="0" y="9"/>
                        <a:pt x="0" y="9"/>
                        <a:pt x="0" y="9"/>
                      </a:cubicBezTo>
                      <a:cubicBezTo>
                        <a:pt x="0" y="4"/>
                        <a:pt x="4" y="0"/>
                        <a:pt x="9" y="0"/>
                      </a:cubicBezTo>
                      <a:cubicBezTo>
                        <a:pt x="87" y="0"/>
                        <a:pt x="87" y="0"/>
                        <a:pt x="87" y="0"/>
                      </a:cubicBezTo>
                      <a:cubicBezTo>
                        <a:pt x="92" y="0"/>
                        <a:pt x="96" y="4"/>
                        <a:pt x="96" y="9"/>
                      </a:cubicBezTo>
                      <a:cubicBezTo>
                        <a:pt x="96" y="64"/>
                        <a:pt x="96" y="64"/>
                        <a:pt x="96" y="64"/>
                      </a:cubicBezTo>
                      <a:cubicBezTo>
                        <a:pt x="96" y="69"/>
                        <a:pt x="92" y="73"/>
                        <a:pt x="87" y="73"/>
                      </a:cubicBezTo>
                      <a:close/>
                      <a:moveTo>
                        <a:pt x="9" y="8"/>
                      </a:moveTo>
                      <a:cubicBezTo>
                        <a:pt x="8" y="8"/>
                        <a:pt x="8" y="9"/>
                        <a:pt x="8" y="9"/>
                      </a:cubicBezTo>
                      <a:cubicBezTo>
                        <a:pt x="8" y="64"/>
                        <a:pt x="8" y="64"/>
                        <a:pt x="8" y="64"/>
                      </a:cubicBezTo>
                      <a:cubicBezTo>
                        <a:pt x="8" y="64"/>
                        <a:pt x="8" y="65"/>
                        <a:pt x="9" y="65"/>
                      </a:cubicBezTo>
                      <a:cubicBezTo>
                        <a:pt x="87" y="65"/>
                        <a:pt x="87" y="65"/>
                        <a:pt x="87" y="65"/>
                      </a:cubicBezTo>
                      <a:cubicBezTo>
                        <a:pt x="87" y="65"/>
                        <a:pt x="88" y="64"/>
                        <a:pt x="88" y="64"/>
                      </a:cubicBezTo>
                      <a:cubicBezTo>
                        <a:pt x="88" y="9"/>
                        <a:pt x="88" y="9"/>
                        <a:pt x="88" y="9"/>
                      </a:cubicBezTo>
                      <a:cubicBezTo>
                        <a:pt x="88" y="9"/>
                        <a:pt x="87" y="8"/>
                        <a:pt x="87" y="8"/>
                      </a:cubicBezTo>
                      <a:lnTo>
                        <a:pt x="9" y="8"/>
                      </a:lnTo>
                      <a:close/>
                    </a:path>
                  </a:pathLst>
                </a:custGeom>
                <a:solidFill>
                  <a:schemeClr val="tx1"/>
                </a:solidFill>
                <a:ln>
                  <a:noFill/>
                </a:ln>
              </p:spPr>
              <p:txBody>
                <a:bodyPr vert="horz" wrap="square" lIns="68570" tIns="34285" rIns="68570" bIns="34285" numCol="1" anchor="t" anchorCtr="0" compatLnSpc="1">
                  <a:prstTxWarp prst="textNoShape">
                    <a:avLst/>
                  </a:prstTxWarp>
                </a:bodyPr>
                <a:lstStyle/>
                <a:p>
                  <a:pPr defTabSz="685845" fontAlgn="auto">
                    <a:spcBef>
                      <a:spcPts val="0"/>
                    </a:spcBef>
                    <a:spcAft>
                      <a:spcPts val="0"/>
                    </a:spcAft>
                  </a:pPr>
                  <a:endParaRPr lang="en-US" sz="1350">
                    <a:solidFill>
                      <a:srgbClr val="FFFFFF"/>
                    </a:solidFill>
                    <a:latin typeface="Segoe UI"/>
                  </a:endParaRPr>
                </a:p>
              </p:txBody>
            </p:sp>
            <p:sp>
              <p:nvSpPr>
                <p:cNvPr id="432" name="Rectangle 1767"/>
                <p:cNvSpPr>
                  <a:spLocks noChangeArrowheads="1"/>
                </p:cNvSpPr>
                <p:nvPr/>
              </p:nvSpPr>
              <p:spPr bwMode="auto">
                <a:xfrm>
                  <a:off x="9902639" y="1473154"/>
                  <a:ext cx="25242" cy="17129"/>
                </a:xfrm>
                <a:prstGeom prst="rect">
                  <a:avLst/>
                </a:prstGeom>
                <a:solidFill>
                  <a:schemeClr val="tx1"/>
                </a:solidFill>
                <a:ln>
                  <a:noFill/>
                </a:ln>
              </p:spPr>
              <p:txBody>
                <a:bodyPr vert="horz" wrap="square" lIns="68570" tIns="34285" rIns="68570" bIns="34285" numCol="1" anchor="t" anchorCtr="0" compatLnSpc="1">
                  <a:prstTxWarp prst="textNoShape">
                    <a:avLst/>
                  </a:prstTxWarp>
                </a:bodyPr>
                <a:lstStyle/>
                <a:p>
                  <a:pPr defTabSz="685845" fontAlgn="auto">
                    <a:spcBef>
                      <a:spcPts val="0"/>
                    </a:spcBef>
                    <a:spcAft>
                      <a:spcPts val="0"/>
                    </a:spcAft>
                  </a:pPr>
                  <a:endParaRPr lang="en-US" sz="1350">
                    <a:solidFill>
                      <a:srgbClr val="FFFFFF"/>
                    </a:solidFill>
                    <a:latin typeface="Segoe UI"/>
                  </a:endParaRPr>
                </a:p>
              </p:txBody>
            </p:sp>
          </p:grpSp>
          <p:grpSp>
            <p:nvGrpSpPr>
              <p:cNvPr id="433" name="Group 432"/>
              <p:cNvGrpSpPr/>
              <p:nvPr/>
            </p:nvGrpSpPr>
            <p:grpSpPr>
              <a:xfrm>
                <a:off x="1237242" y="3655276"/>
                <a:ext cx="726762" cy="333681"/>
                <a:chOff x="9606041" y="3918964"/>
                <a:chExt cx="375030" cy="172189"/>
              </a:xfrm>
            </p:grpSpPr>
            <p:sp>
              <p:nvSpPr>
                <p:cNvPr id="434" name="Freeform 1898"/>
                <p:cNvSpPr>
                  <a:spLocks/>
                </p:cNvSpPr>
                <p:nvPr/>
              </p:nvSpPr>
              <p:spPr bwMode="auto">
                <a:xfrm>
                  <a:off x="9957632" y="3956827"/>
                  <a:ext cx="23439" cy="45076"/>
                </a:xfrm>
                <a:custGeom>
                  <a:avLst/>
                  <a:gdLst>
                    <a:gd name="T0" fmla="*/ 11 w 11"/>
                    <a:gd name="T1" fmla="*/ 21 h 21"/>
                    <a:gd name="T2" fmla="*/ 4 w 11"/>
                    <a:gd name="T3" fmla="*/ 0 h 21"/>
                    <a:gd name="T4" fmla="*/ 11 w 11"/>
                    <a:gd name="T5" fmla="*/ 5 h 21"/>
                    <a:gd name="T6" fmla="*/ 11 w 11"/>
                    <a:gd name="T7" fmla="*/ 21 h 21"/>
                  </a:gdLst>
                  <a:ahLst/>
                  <a:cxnLst>
                    <a:cxn ang="0">
                      <a:pos x="T0" y="T1"/>
                    </a:cxn>
                    <a:cxn ang="0">
                      <a:pos x="T2" y="T3"/>
                    </a:cxn>
                    <a:cxn ang="0">
                      <a:pos x="T4" y="T5"/>
                    </a:cxn>
                    <a:cxn ang="0">
                      <a:pos x="T6" y="T7"/>
                    </a:cxn>
                  </a:cxnLst>
                  <a:rect l="0" t="0" r="r" b="b"/>
                  <a:pathLst>
                    <a:path w="11" h="21">
                      <a:moveTo>
                        <a:pt x="11" y="21"/>
                      </a:moveTo>
                      <a:cubicBezTo>
                        <a:pt x="0" y="18"/>
                        <a:pt x="1" y="21"/>
                        <a:pt x="4" y="0"/>
                      </a:cubicBezTo>
                      <a:cubicBezTo>
                        <a:pt x="7" y="2"/>
                        <a:pt x="9" y="4"/>
                        <a:pt x="11" y="5"/>
                      </a:cubicBezTo>
                      <a:lnTo>
                        <a:pt x="11" y="21"/>
                      </a:lnTo>
                      <a:close/>
                    </a:path>
                  </a:pathLst>
                </a:custGeom>
                <a:solidFill>
                  <a:schemeClr val="tx1"/>
                </a:solidFill>
                <a:ln>
                  <a:noFill/>
                </a:ln>
              </p:spPr>
              <p:txBody>
                <a:bodyPr vert="horz" wrap="square" lIns="68570" tIns="34285" rIns="68570" bIns="34285" numCol="1" anchor="t" anchorCtr="0" compatLnSpc="1">
                  <a:prstTxWarp prst="textNoShape">
                    <a:avLst/>
                  </a:prstTxWarp>
                </a:bodyPr>
                <a:lstStyle/>
                <a:p>
                  <a:pPr defTabSz="685845" fontAlgn="auto">
                    <a:spcBef>
                      <a:spcPts val="0"/>
                    </a:spcBef>
                    <a:spcAft>
                      <a:spcPts val="0"/>
                    </a:spcAft>
                  </a:pPr>
                  <a:endParaRPr lang="en-US" sz="1350">
                    <a:solidFill>
                      <a:srgbClr val="FFFFFF"/>
                    </a:solidFill>
                    <a:latin typeface="Segoe UI"/>
                  </a:endParaRPr>
                </a:p>
              </p:txBody>
            </p:sp>
            <p:sp>
              <p:nvSpPr>
                <p:cNvPr id="435" name="Freeform 1899"/>
                <p:cNvSpPr>
                  <a:spLocks/>
                </p:cNvSpPr>
                <p:nvPr/>
              </p:nvSpPr>
              <p:spPr bwMode="auto">
                <a:xfrm>
                  <a:off x="9955829" y="4006411"/>
                  <a:ext cx="25242" cy="29750"/>
                </a:xfrm>
                <a:custGeom>
                  <a:avLst/>
                  <a:gdLst>
                    <a:gd name="T0" fmla="*/ 12 w 12"/>
                    <a:gd name="T1" fmla="*/ 5 h 14"/>
                    <a:gd name="T2" fmla="*/ 2 w 12"/>
                    <a:gd name="T3" fmla="*/ 14 h 14"/>
                    <a:gd name="T4" fmla="*/ 0 w 12"/>
                    <a:gd name="T5" fmla="*/ 13 h 14"/>
                    <a:gd name="T6" fmla="*/ 2 w 12"/>
                    <a:gd name="T7" fmla="*/ 0 h 14"/>
                    <a:gd name="T8" fmla="*/ 12 w 12"/>
                    <a:gd name="T9" fmla="*/ 4 h 14"/>
                    <a:gd name="T10" fmla="*/ 12 w 12"/>
                    <a:gd name="T11" fmla="*/ 5 h 14"/>
                  </a:gdLst>
                  <a:ahLst/>
                  <a:cxnLst>
                    <a:cxn ang="0">
                      <a:pos x="T0" y="T1"/>
                    </a:cxn>
                    <a:cxn ang="0">
                      <a:pos x="T2" y="T3"/>
                    </a:cxn>
                    <a:cxn ang="0">
                      <a:pos x="T4" y="T5"/>
                    </a:cxn>
                    <a:cxn ang="0">
                      <a:pos x="T6" y="T7"/>
                    </a:cxn>
                    <a:cxn ang="0">
                      <a:pos x="T8" y="T9"/>
                    </a:cxn>
                    <a:cxn ang="0">
                      <a:pos x="T10" y="T11"/>
                    </a:cxn>
                  </a:cxnLst>
                  <a:rect l="0" t="0" r="r" b="b"/>
                  <a:pathLst>
                    <a:path w="12" h="14">
                      <a:moveTo>
                        <a:pt x="12" y="5"/>
                      </a:moveTo>
                      <a:cubicBezTo>
                        <a:pt x="9" y="8"/>
                        <a:pt x="5" y="11"/>
                        <a:pt x="2" y="14"/>
                      </a:cubicBezTo>
                      <a:cubicBezTo>
                        <a:pt x="1" y="13"/>
                        <a:pt x="1" y="13"/>
                        <a:pt x="0" y="13"/>
                      </a:cubicBezTo>
                      <a:cubicBezTo>
                        <a:pt x="1" y="9"/>
                        <a:pt x="2" y="5"/>
                        <a:pt x="2" y="0"/>
                      </a:cubicBezTo>
                      <a:cubicBezTo>
                        <a:pt x="6" y="1"/>
                        <a:pt x="9" y="3"/>
                        <a:pt x="12" y="4"/>
                      </a:cubicBezTo>
                      <a:lnTo>
                        <a:pt x="12" y="5"/>
                      </a:lnTo>
                      <a:close/>
                    </a:path>
                  </a:pathLst>
                </a:custGeom>
                <a:solidFill>
                  <a:schemeClr val="tx1"/>
                </a:solidFill>
                <a:ln>
                  <a:noFill/>
                </a:ln>
              </p:spPr>
              <p:txBody>
                <a:bodyPr vert="horz" wrap="square" lIns="68570" tIns="34285" rIns="68570" bIns="34285" numCol="1" anchor="t" anchorCtr="0" compatLnSpc="1">
                  <a:prstTxWarp prst="textNoShape">
                    <a:avLst/>
                  </a:prstTxWarp>
                </a:bodyPr>
                <a:lstStyle/>
                <a:p>
                  <a:pPr defTabSz="685845" fontAlgn="auto">
                    <a:spcBef>
                      <a:spcPts val="0"/>
                    </a:spcBef>
                    <a:spcAft>
                      <a:spcPts val="0"/>
                    </a:spcAft>
                  </a:pPr>
                  <a:endParaRPr lang="en-US" sz="1350">
                    <a:solidFill>
                      <a:srgbClr val="FFFFFF"/>
                    </a:solidFill>
                    <a:latin typeface="Segoe UI"/>
                  </a:endParaRPr>
                </a:p>
              </p:txBody>
            </p:sp>
            <p:sp>
              <p:nvSpPr>
                <p:cNvPr id="436" name="Freeform 1900"/>
                <p:cNvSpPr>
                  <a:spLocks noEditPoints="1"/>
                </p:cNvSpPr>
                <p:nvPr/>
              </p:nvSpPr>
              <p:spPr bwMode="auto">
                <a:xfrm>
                  <a:off x="9638496" y="3969448"/>
                  <a:ext cx="321841" cy="121705"/>
                </a:xfrm>
                <a:custGeom>
                  <a:avLst/>
                  <a:gdLst>
                    <a:gd name="T0" fmla="*/ 56 w 151"/>
                    <a:gd name="T1" fmla="*/ 57 h 57"/>
                    <a:gd name="T2" fmla="*/ 53 w 151"/>
                    <a:gd name="T3" fmla="*/ 57 h 57"/>
                    <a:gd name="T4" fmla="*/ 47 w 151"/>
                    <a:gd name="T5" fmla="*/ 56 h 57"/>
                    <a:gd name="T6" fmla="*/ 33 w 151"/>
                    <a:gd name="T7" fmla="*/ 54 h 57"/>
                    <a:gd name="T8" fmla="*/ 0 w 151"/>
                    <a:gd name="T9" fmla="*/ 15 h 57"/>
                    <a:gd name="T10" fmla="*/ 0 w 151"/>
                    <a:gd name="T11" fmla="*/ 11 h 57"/>
                    <a:gd name="T12" fmla="*/ 4 w 151"/>
                    <a:gd name="T13" fmla="*/ 11 h 57"/>
                    <a:gd name="T14" fmla="*/ 18 w 151"/>
                    <a:gd name="T15" fmla="*/ 8 h 57"/>
                    <a:gd name="T16" fmla="*/ 51 w 151"/>
                    <a:gd name="T17" fmla="*/ 3 h 57"/>
                    <a:gd name="T18" fmla="*/ 142 w 151"/>
                    <a:gd name="T19" fmla="*/ 10 h 57"/>
                    <a:gd name="T20" fmla="*/ 149 w 151"/>
                    <a:gd name="T21" fmla="*/ 22 h 57"/>
                    <a:gd name="T22" fmla="*/ 121 w 151"/>
                    <a:gd name="T23" fmla="*/ 54 h 57"/>
                    <a:gd name="T24" fmla="*/ 92 w 151"/>
                    <a:gd name="T25" fmla="*/ 57 h 57"/>
                    <a:gd name="T26" fmla="*/ 79 w 151"/>
                    <a:gd name="T27" fmla="*/ 49 h 57"/>
                    <a:gd name="T28" fmla="*/ 75 w 151"/>
                    <a:gd name="T29" fmla="*/ 46 h 57"/>
                    <a:gd name="T30" fmla="*/ 72 w 151"/>
                    <a:gd name="T31" fmla="*/ 49 h 57"/>
                    <a:gd name="T32" fmla="*/ 56 w 151"/>
                    <a:gd name="T33" fmla="*/ 57 h 57"/>
                    <a:gd name="T34" fmla="*/ 9 w 151"/>
                    <a:gd name="T35" fmla="*/ 18 h 57"/>
                    <a:gd name="T36" fmla="*/ 35 w 151"/>
                    <a:gd name="T37" fmla="*/ 47 h 57"/>
                    <a:gd name="T38" fmla="*/ 47 w 151"/>
                    <a:gd name="T39" fmla="*/ 48 h 57"/>
                    <a:gd name="T40" fmla="*/ 55 w 151"/>
                    <a:gd name="T41" fmla="*/ 49 h 57"/>
                    <a:gd name="T42" fmla="*/ 65 w 151"/>
                    <a:gd name="T43" fmla="*/ 44 h 57"/>
                    <a:gd name="T44" fmla="*/ 75 w 151"/>
                    <a:gd name="T45" fmla="*/ 38 h 57"/>
                    <a:gd name="T46" fmla="*/ 85 w 151"/>
                    <a:gd name="T47" fmla="*/ 44 h 57"/>
                    <a:gd name="T48" fmla="*/ 92 w 151"/>
                    <a:gd name="T49" fmla="*/ 49 h 57"/>
                    <a:gd name="T50" fmla="*/ 119 w 151"/>
                    <a:gd name="T51" fmla="*/ 46 h 57"/>
                    <a:gd name="T52" fmla="*/ 142 w 151"/>
                    <a:gd name="T53" fmla="*/ 21 h 57"/>
                    <a:gd name="T54" fmla="*/ 142 w 151"/>
                    <a:gd name="T55" fmla="*/ 18 h 57"/>
                    <a:gd name="T56" fmla="*/ 140 w 151"/>
                    <a:gd name="T57" fmla="*/ 17 h 57"/>
                    <a:gd name="T58" fmla="*/ 52 w 151"/>
                    <a:gd name="T59" fmla="*/ 11 h 57"/>
                    <a:gd name="T60" fmla="*/ 20 w 151"/>
                    <a:gd name="T61" fmla="*/ 16 h 57"/>
                    <a:gd name="T62" fmla="*/ 9 w 151"/>
                    <a:gd name="T63" fmla="*/ 18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51" h="57">
                      <a:moveTo>
                        <a:pt x="56" y="57"/>
                      </a:moveTo>
                      <a:cubicBezTo>
                        <a:pt x="55" y="57"/>
                        <a:pt x="54" y="57"/>
                        <a:pt x="53" y="57"/>
                      </a:cubicBezTo>
                      <a:cubicBezTo>
                        <a:pt x="51" y="57"/>
                        <a:pt x="49" y="57"/>
                        <a:pt x="47" y="56"/>
                      </a:cubicBezTo>
                      <a:cubicBezTo>
                        <a:pt x="42" y="56"/>
                        <a:pt x="38" y="56"/>
                        <a:pt x="33" y="54"/>
                      </a:cubicBezTo>
                      <a:cubicBezTo>
                        <a:pt x="12" y="50"/>
                        <a:pt x="3" y="39"/>
                        <a:pt x="0" y="15"/>
                      </a:cubicBezTo>
                      <a:cubicBezTo>
                        <a:pt x="0" y="11"/>
                        <a:pt x="0" y="11"/>
                        <a:pt x="0" y="11"/>
                      </a:cubicBezTo>
                      <a:cubicBezTo>
                        <a:pt x="4" y="11"/>
                        <a:pt x="4" y="11"/>
                        <a:pt x="4" y="11"/>
                      </a:cubicBezTo>
                      <a:cubicBezTo>
                        <a:pt x="9" y="10"/>
                        <a:pt x="14" y="9"/>
                        <a:pt x="18" y="8"/>
                      </a:cubicBezTo>
                      <a:cubicBezTo>
                        <a:pt x="29" y="6"/>
                        <a:pt x="40" y="4"/>
                        <a:pt x="51" y="3"/>
                      </a:cubicBezTo>
                      <a:cubicBezTo>
                        <a:pt x="82" y="0"/>
                        <a:pt x="113" y="2"/>
                        <a:pt x="142" y="10"/>
                      </a:cubicBezTo>
                      <a:cubicBezTo>
                        <a:pt x="148" y="12"/>
                        <a:pt x="151" y="15"/>
                        <a:pt x="149" y="22"/>
                      </a:cubicBezTo>
                      <a:cubicBezTo>
                        <a:pt x="147" y="39"/>
                        <a:pt x="137" y="50"/>
                        <a:pt x="121" y="54"/>
                      </a:cubicBezTo>
                      <a:cubicBezTo>
                        <a:pt x="112" y="56"/>
                        <a:pt x="103" y="57"/>
                        <a:pt x="92" y="57"/>
                      </a:cubicBezTo>
                      <a:cubicBezTo>
                        <a:pt x="87" y="57"/>
                        <a:pt x="83" y="53"/>
                        <a:pt x="79" y="49"/>
                      </a:cubicBezTo>
                      <a:cubicBezTo>
                        <a:pt x="76" y="46"/>
                        <a:pt x="75" y="46"/>
                        <a:pt x="75" y="46"/>
                      </a:cubicBezTo>
                      <a:cubicBezTo>
                        <a:pt x="75" y="46"/>
                        <a:pt x="74" y="46"/>
                        <a:pt x="72" y="49"/>
                      </a:cubicBezTo>
                      <a:cubicBezTo>
                        <a:pt x="67" y="55"/>
                        <a:pt x="62" y="57"/>
                        <a:pt x="56" y="57"/>
                      </a:cubicBezTo>
                      <a:close/>
                      <a:moveTo>
                        <a:pt x="9" y="18"/>
                      </a:moveTo>
                      <a:cubicBezTo>
                        <a:pt x="11" y="36"/>
                        <a:pt x="18" y="43"/>
                        <a:pt x="35" y="47"/>
                      </a:cubicBezTo>
                      <a:cubicBezTo>
                        <a:pt x="39" y="48"/>
                        <a:pt x="43" y="48"/>
                        <a:pt x="47" y="48"/>
                      </a:cubicBezTo>
                      <a:cubicBezTo>
                        <a:pt x="50" y="49"/>
                        <a:pt x="52" y="49"/>
                        <a:pt x="55" y="49"/>
                      </a:cubicBezTo>
                      <a:cubicBezTo>
                        <a:pt x="59" y="50"/>
                        <a:pt x="62" y="48"/>
                        <a:pt x="65" y="44"/>
                      </a:cubicBezTo>
                      <a:cubicBezTo>
                        <a:pt x="68" y="41"/>
                        <a:pt x="71" y="38"/>
                        <a:pt x="75" y="38"/>
                      </a:cubicBezTo>
                      <a:cubicBezTo>
                        <a:pt x="79" y="38"/>
                        <a:pt x="82" y="40"/>
                        <a:pt x="85" y="44"/>
                      </a:cubicBezTo>
                      <a:cubicBezTo>
                        <a:pt x="90" y="48"/>
                        <a:pt x="91" y="49"/>
                        <a:pt x="92" y="49"/>
                      </a:cubicBezTo>
                      <a:cubicBezTo>
                        <a:pt x="103" y="49"/>
                        <a:pt x="111" y="48"/>
                        <a:pt x="119" y="46"/>
                      </a:cubicBezTo>
                      <a:cubicBezTo>
                        <a:pt x="132" y="43"/>
                        <a:pt x="139" y="34"/>
                        <a:pt x="142" y="21"/>
                      </a:cubicBezTo>
                      <a:cubicBezTo>
                        <a:pt x="142" y="19"/>
                        <a:pt x="142" y="18"/>
                        <a:pt x="142" y="18"/>
                      </a:cubicBezTo>
                      <a:cubicBezTo>
                        <a:pt x="142" y="18"/>
                        <a:pt x="141" y="18"/>
                        <a:pt x="140" y="17"/>
                      </a:cubicBezTo>
                      <a:cubicBezTo>
                        <a:pt x="112" y="10"/>
                        <a:pt x="82" y="8"/>
                        <a:pt x="52" y="11"/>
                      </a:cubicBezTo>
                      <a:cubicBezTo>
                        <a:pt x="41" y="12"/>
                        <a:pt x="31" y="14"/>
                        <a:pt x="20" y="16"/>
                      </a:cubicBezTo>
                      <a:cubicBezTo>
                        <a:pt x="16" y="16"/>
                        <a:pt x="13" y="17"/>
                        <a:pt x="9" y="18"/>
                      </a:cubicBezTo>
                      <a:close/>
                    </a:path>
                  </a:pathLst>
                </a:custGeom>
                <a:solidFill>
                  <a:schemeClr val="tx1"/>
                </a:solidFill>
                <a:ln>
                  <a:noFill/>
                </a:ln>
              </p:spPr>
              <p:txBody>
                <a:bodyPr vert="horz" wrap="square" lIns="68570" tIns="34285" rIns="68570" bIns="34285" numCol="1" anchor="t" anchorCtr="0" compatLnSpc="1">
                  <a:prstTxWarp prst="textNoShape">
                    <a:avLst/>
                  </a:prstTxWarp>
                </a:bodyPr>
                <a:lstStyle/>
                <a:p>
                  <a:pPr defTabSz="685845" fontAlgn="auto">
                    <a:spcBef>
                      <a:spcPts val="0"/>
                    </a:spcBef>
                    <a:spcAft>
                      <a:spcPts val="0"/>
                    </a:spcAft>
                  </a:pPr>
                  <a:endParaRPr lang="en-US" sz="1350">
                    <a:solidFill>
                      <a:srgbClr val="FFFFFF"/>
                    </a:solidFill>
                    <a:latin typeface="Segoe UI"/>
                  </a:endParaRPr>
                </a:p>
              </p:txBody>
            </p:sp>
            <p:sp>
              <p:nvSpPr>
                <p:cNvPr id="437" name="Freeform 1901"/>
                <p:cNvSpPr>
                  <a:spLocks/>
                </p:cNvSpPr>
                <p:nvPr/>
              </p:nvSpPr>
              <p:spPr bwMode="auto">
                <a:xfrm>
                  <a:off x="9643003" y="3918964"/>
                  <a:ext cx="314629" cy="73924"/>
                </a:xfrm>
                <a:custGeom>
                  <a:avLst/>
                  <a:gdLst>
                    <a:gd name="T0" fmla="*/ 144 w 148"/>
                    <a:gd name="T1" fmla="*/ 34 h 35"/>
                    <a:gd name="T2" fmla="*/ 1 w 148"/>
                    <a:gd name="T3" fmla="*/ 35 h 35"/>
                    <a:gd name="T4" fmla="*/ 1 w 148"/>
                    <a:gd name="T5" fmla="*/ 16 h 35"/>
                    <a:gd name="T6" fmla="*/ 6 w 148"/>
                    <a:gd name="T7" fmla="*/ 12 h 35"/>
                    <a:gd name="T8" fmla="*/ 50 w 148"/>
                    <a:gd name="T9" fmla="*/ 3 h 35"/>
                    <a:gd name="T10" fmla="*/ 131 w 148"/>
                    <a:gd name="T11" fmla="*/ 8 h 35"/>
                    <a:gd name="T12" fmla="*/ 145 w 148"/>
                    <a:gd name="T13" fmla="*/ 32 h 35"/>
                    <a:gd name="T14" fmla="*/ 144 w 148"/>
                    <a:gd name="T15" fmla="*/ 34 h 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8" h="35">
                      <a:moveTo>
                        <a:pt x="144" y="34"/>
                      </a:moveTo>
                      <a:cubicBezTo>
                        <a:pt x="97" y="21"/>
                        <a:pt x="50" y="21"/>
                        <a:pt x="1" y="35"/>
                      </a:cubicBezTo>
                      <a:cubicBezTo>
                        <a:pt x="1" y="28"/>
                        <a:pt x="0" y="22"/>
                        <a:pt x="1" y="16"/>
                      </a:cubicBezTo>
                      <a:cubicBezTo>
                        <a:pt x="1" y="14"/>
                        <a:pt x="4" y="12"/>
                        <a:pt x="6" y="12"/>
                      </a:cubicBezTo>
                      <a:cubicBezTo>
                        <a:pt x="21" y="8"/>
                        <a:pt x="35" y="4"/>
                        <a:pt x="50" y="3"/>
                      </a:cubicBezTo>
                      <a:cubicBezTo>
                        <a:pt x="77" y="0"/>
                        <a:pt x="104" y="1"/>
                        <a:pt x="131" y="8"/>
                      </a:cubicBezTo>
                      <a:cubicBezTo>
                        <a:pt x="147" y="13"/>
                        <a:pt x="148" y="15"/>
                        <a:pt x="145" y="32"/>
                      </a:cubicBezTo>
                      <a:cubicBezTo>
                        <a:pt x="145" y="32"/>
                        <a:pt x="145" y="33"/>
                        <a:pt x="144" y="34"/>
                      </a:cubicBezTo>
                    </a:path>
                  </a:pathLst>
                </a:custGeom>
                <a:solidFill>
                  <a:schemeClr val="tx1"/>
                </a:solidFill>
                <a:ln>
                  <a:noFill/>
                </a:ln>
              </p:spPr>
              <p:txBody>
                <a:bodyPr vert="horz" wrap="square" lIns="68570" tIns="34285" rIns="68570" bIns="34285" numCol="1" anchor="t" anchorCtr="0" compatLnSpc="1">
                  <a:prstTxWarp prst="textNoShape">
                    <a:avLst/>
                  </a:prstTxWarp>
                </a:bodyPr>
                <a:lstStyle/>
                <a:p>
                  <a:pPr defTabSz="685845" fontAlgn="auto">
                    <a:spcBef>
                      <a:spcPts val="0"/>
                    </a:spcBef>
                    <a:spcAft>
                      <a:spcPts val="0"/>
                    </a:spcAft>
                  </a:pPr>
                  <a:endParaRPr lang="en-US" sz="1350">
                    <a:solidFill>
                      <a:srgbClr val="FFFFFF"/>
                    </a:solidFill>
                    <a:latin typeface="Segoe UI"/>
                  </a:endParaRPr>
                </a:p>
              </p:txBody>
            </p:sp>
            <p:sp>
              <p:nvSpPr>
                <p:cNvPr id="438" name="Freeform 1902"/>
                <p:cNvSpPr>
                  <a:spLocks/>
                </p:cNvSpPr>
                <p:nvPr/>
              </p:nvSpPr>
              <p:spPr bwMode="auto">
                <a:xfrm>
                  <a:off x="9606041" y="3956827"/>
                  <a:ext cx="32455" cy="45076"/>
                </a:xfrm>
                <a:custGeom>
                  <a:avLst/>
                  <a:gdLst>
                    <a:gd name="T0" fmla="*/ 4 w 15"/>
                    <a:gd name="T1" fmla="*/ 21 h 21"/>
                    <a:gd name="T2" fmla="*/ 12 w 15"/>
                    <a:gd name="T3" fmla="*/ 0 h 21"/>
                    <a:gd name="T4" fmla="*/ 4 w 15"/>
                    <a:gd name="T5" fmla="*/ 21 h 21"/>
                  </a:gdLst>
                  <a:ahLst/>
                  <a:cxnLst>
                    <a:cxn ang="0">
                      <a:pos x="T0" y="T1"/>
                    </a:cxn>
                    <a:cxn ang="0">
                      <a:pos x="T2" y="T3"/>
                    </a:cxn>
                    <a:cxn ang="0">
                      <a:pos x="T4" y="T5"/>
                    </a:cxn>
                  </a:cxnLst>
                  <a:rect l="0" t="0" r="r" b="b"/>
                  <a:pathLst>
                    <a:path w="15" h="21">
                      <a:moveTo>
                        <a:pt x="4" y="21"/>
                      </a:moveTo>
                      <a:cubicBezTo>
                        <a:pt x="5" y="13"/>
                        <a:pt x="0" y="4"/>
                        <a:pt x="12" y="0"/>
                      </a:cubicBezTo>
                      <a:cubicBezTo>
                        <a:pt x="15" y="18"/>
                        <a:pt x="15" y="18"/>
                        <a:pt x="4" y="21"/>
                      </a:cubicBezTo>
                    </a:path>
                  </a:pathLst>
                </a:custGeom>
                <a:solidFill>
                  <a:schemeClr val="tx1"/>
                </a:solidFill>
                <a:ln>
                  <a:noFill/>
                </a:ln>
              </p:spPr>
              <p:txBody>
                <a:bodyPr vert="horz" wrap="square" lIns="68570" tIns="34285" rIns="68570" bIns="34285" numCol="1" anchor="t" anchorCtr="0" compatLnSpc="1">
                  <a:prstTxWarp prst="textNoShape">
                    <a:avLst/>
                  </a:prstTxWarp>
                </a:bodyPr>
                <a:lstStyle/>
                <a:p>
                  <a:pPr defTabSz="685845" fontAlgn="auto">
                    <a:spcBef>
                      <a:spcPts val="0"/>
                    </a:spcBef>
                    <a:spcAft>
                      <a:spcPts val="0"/>
                    </a:spcAft>
                  </a:pPr>
                  <a:endParaRPr lang="en-US" sz="1350">
                    <a:solidFill>
                      <a:srgbClr val="FFFFFF"/>
                    </a:solidFill>
                    <a:latin typeface="Segoe UI"/>
                  </a:endParaRPr>
                </a:p>
              </p:txBody>
            </p:sp>
            <p:sp>
              <p:nvSpPr>
                <p:cNvPr id="439" name="Freeform 1903"/>
                <p:cNvSpPr>
                  <a:spLocks/>
                </p:cNvSpPr>
                <p:nvPr/>
              </p:nvSpPr>
              <p:spPr bwMode="auto">
                <a:xfrm>
                  <a:off x="9612351" y="4008214"/>
                  <a:ext cx="30652" cy="27947"/>
                </a:xfrm>
                <a:custGeom>
                  <a:avLst/>
                  <a:gdLst>
                    <a:gd name="T0" fmla="*/ 11 w 14"/>
                    <a:gd name="T1" fmla="*/ 0 h 13"/>
                    <a:gd name="T2" fmla="*/ 14 w 14"/>
                    <a:gd name="T3" fmla="*/ 13 h 13"/>
                    <a:gd name="T4" fmla="*/ 0 w 14"/>
                    <a:gd name="T5" fmla="*/ 4 h 13"/>
                    <a:gd name="T6" fmla="*/ 11 w 14"/>
                    <a:gd name="T7" fmla="*/ 0 h 13"/>
                  </a:gdLst>
                  <a:ahLst/>
                  <a:cxnLst>
                    <a:cxn ang="0">
                      <a:pos x="T0" y="T1"/>
                    </a:cxn>
                    <a:cxn ang="0">
                      <a:pos x="T2" y="T3"/>
                    </a:cxn>
                    <a:cxn ang="0">
                      <a:pos x="T4" y="T5"/>
                    </a:cxn>
                    <a:cxn ang="0">
                      <a:pos x="T6" y="T7"/>
                    </a:cxn>
                  </a:cxnLst>
                  <a:rect l="0" t="0" r="r" b="b"/>
                  <a:pathLst>
                    <a:path w="14" h="13">
                      <a:moveTo>
                        <a:pt x="11" y="0"/>
                      </a:moveTo>
                      <a:cubicBezTo>
                        <a:pt x="12" y="5"/>
                        <a:pt x="13" y="8"/>
                        <a:pt x="14" y="13"/>
                      </a:cubicBezTo>
                      <a:cubicBezTo>
                        <a:pt x="9" y="10"/>
                        <a:pt x="5" y="8"/>
                        <a:pt x="0" y="4"/>
                      </a:cubicBezTo>
                      <a:cubicBezTo>
                        <a:pt x="5" y="2"/>
                        <a:pt x="8" y="1"/>
                        <a:pt x="11" y="0"/>
                      </a:cubicBezTo>
                    </a:path>
                  </a:pathLst>
                </a:custGeom>
                <a:solidFill>
                  <a:schemeClr val="tx1"/>
                </a:solidFill>
                <a:ln>
                  <a:noFill/>
                </a:ln>
              </p:spPr>
              <p:txBody>
                <a:bodyPr vert="horz" wrap="square" lIns="68570" tIns="34285" rIns="68570" bIns="34285" numCol="1" anchor="t" anchorCtr="0" compatLnSpc="1">
                  <a:prstTxWarp prst="textNoShape">
                    <a:avLst/>
                  </a:prstTxWarp>
                </a:bodyPr>
                <a:lstStyle/>
                <a:p>
                  <a:pPr defTabSz="685845" fontAlgn="auto">
                    <a:spcBef>
                      <a:spcPts val="0"/>
                    </a:spcBef>
                    <a:spcAft>
                      <a:spcPts val="0"/>
                    </a:spcAft>
                  </a:pPr>
                  <a:endParaRPr lang="en-US" sz="1350">
                    <a:solidFill>
                      <a:srgbClr val="FFFFFF"/>
                    </a:solidFill>
                    <a:latin typeface="Segoe UI"/>
                  </a:endParaRPr>
                </a:p>
              </p:txBody>
            </p:sp>
          </p:grpSp>
        </p:grpSp>
      </p:grpSp>
      <p:grpSp>
        <p:nvGrpSpPr>
          <p:cNvPr id="9" name="Group 8"/>
          <p:cNvGrpSpPr/>
          <p:nvPr/>
        </p:nvGrpSpPr>
        <p:grpSpPr>
          <a:xfrm>
            <a:off x="2511554" y="1360415"/>
            <a:ext cx="1983058" cy="2809404"/>
            <a:chOff x="3348348" y="1813658"/>
            <a:chExt cx="2644453" cy="3746403"/>
          </a:xfrm>
        </p:grpSpPr>
        <p:sp>
          <p:nvSpPr>
            <p:cNvPr id="476" name="Rectangle 475"/>
            <p:cNvSpPr/>
            <p:nvPr/>
          </p:nvSpPr>
          <p:spPr bwMode="auto">
            <a:xfrm>
              <a:off x="3348348" y="1813658"/>
              <a:ext cx="2644453" cy="747021"/>
            </a:xfrm>
            <a:prstGeom prst="rect">
              <a:avLst/>
            </a:prstGeom>
            <a:solidFill>
              <a:schemeClr val="bg2"/>
            </a:solidFill>
            <a:ln w="3175">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34285" rIns="0" bIns="34285" numCol="1" rtlCol="0" anchor="ctr" anchorCtr="0" compatLnSpc="1">
              <a:prstTxWarp prst="textNoShape">
                <a:avLst/>
              </a:prstTxWarp>
            </a:bodyPr>
            <a:lstStyle/>
            <a:p>
              <a:pPr algn="ctr" defTabSz="685319" fontAlgn="auto">
                <a:lnSpc>
                  <a:spcPct val="90000"/>
                </a:lnSpc>
                <a:spcBef>
                  <a:spcPts val="0"/>
                </a:spcBef>
                <a:spcAft>
                  <a:spcPts val="0"/>
                </a:spcAft>
                <a:defRPr/>
              </a:pPr>
              <a:r>
                <a:rPr lang="en-US" sz="1765" kern="0" dirty="0">
                  <a:solidFill>
                    <a:srgbClr val="FFFFFF"/>
                  </a:solidFill>
                  <a:latin typeface="Segoe UI Semibold" panose="020B0702040204020203" pitchFamily="34" charset="0"/>
                  <a:cs typeface="Segoe UI Semibold" panose="020B0702040204020203" pitchFamily="34" charset="0"/>
                </a:rPr>
                <a:t>Intelligent Connectivity</a:t>
              </a:r>
            </a:p>
          </p:txBody>
        </p:sp>
        <p:sp>
          <p:nvSpPr>
            <p:cNvPr id="484" name="Rectangle 483"/>
            <p:cNvSpPr/>
            <p:nvPr/>
          </p:nvSpPr>
          <p:spPr bwMode="auto">
            <a:xfrm>
              <a:off x="3348348" y="4845819"/>
              <a:ext cx="2644453" cy="714242"/>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67203" tIns="67203" rIns="67203" bIns="33601" numCol="1" spcCol="0" rtlCol="0" fromWordArt="0" anchor="ctr" anchorCtr="0" forceAA="0" compatLnSpc="1">
              <a:prstTxWarp prst="textNoShape">
                <a:avLst/>
              </a:prstTxWarp>
              <a:noAutofit/>
            </a:bodyPr>
            <a:lstStyle/>
            <a:p>
              <a:pPr algn="ctr" defTabSz="685319" fontAlgn="auto">
                <a:lnSpc>
                  <a:spcPct val="90000"/>
                </a:lnSpc>
                <a:spcBef>
                  <a:spcPts val="0"/>
                </a:spcBef>
                <a:spcAft>
                  <a:spcPts val="441"/>
                </a:spcAft>
                <a:defRPr/>
              </a:pPr>
              <a:r>
                <a:rPr lang="en-US" sz="1324" kern="0" dirty="0">
                  <a:gradFill>
                    <a:gsLst>
                      <a:gs pos="2917">
                        <a:srgbClr val="FFFFFF"/>
                      </a:gs>
                      <a:gs pos="100000">
                        <a:srgbClr val="FFFFFF"/>
                      </a:gs>
                    </a:gsLst>
                    <a:lin ang="5400000" scaled="0"/>
                  </a:gradFill>
                  <a:latin typeface="Segoe UI"/>
                </a:rPr>
                <a:t>Azure IoT Suite</a:t>
              </a:r>
            </a:p>
          </p:txBody>
        </p:sp>
        <p:grpSp>
          <p:nvGrpSpPr>
            <p:cNvPr id="442" name="Group 441"/>
            <p:cNvGrpSpPr/>
            <p:nvPr/>
          </p:nvGrpSpPr>
          <p:grpSpPr>
            <a:xfrm>
              <a:off x="3966378" y="2919802"/>
              <a:ext cx="1408392" cy="1442636"/>
              <a:chOff x="684286" y="2052376"/>
              <a:chExt cx="231427" cy="237054"/>
            </a:xfrm>
          </p:grpSpPr>
          <p:sp>
            <p:nvSpPr>
              <p:cNvPr id="443" name="Freeform 2065"/>
              <p:cNvSpPr>
                <a:spLocks noEditPoints="1"/>
              </p:cNvSpPr>
              <p:nvPr/>
            </p:nvSpPr>
            <p:spPr bwMode="auto">
              <a:xfrm>
                <a:off x="684286" y="2052376"/>
                <a:ext cx="153482" cy="100446"/>
              </a:xfrm>
              <a:custGeom>
                <a:avLst/>
                <a:gdLst>
                  <a:gd name="T0" fmla="*/ 43 w 81"/>
                  <a:gd name="T1" fmla="*/ 7 h 53"/>
                  <a:gd name="T2" fmla="*/ 55 w 81"/>
                  <a:gd name="T3" fmla="*/ 18 h 53"/>
                  <a:gd name="T4" fmla="*/ 60 w 81"/>
                  <a:gd name="T5" fmla="*/ 17 h 53"/>
                  <a:gd name="T6" fmla="*/ 69 w 81"/>
                  <a:gd name="T7" fmla="*/ 27 h 53"/>
                  <a:gd name="T8" fmla="*/ 69 w 81"/>
                  <a:gd name="T9" fmla="*/ 30 h 53"/>
                  <a:gd name="T10" fmla="*/ 74 w 81"/>
                  <a:gd name="T11" fmla="*/ 37 h 53"/>
                  <a:gd name="T12" fmla="*/ 66 w 81"/>
                  <a:gd name="T13" fmla="*/ 46 h 53"/>
                  <a:gd name="T14" fmla="*/ 65 w 81"/>
                  <a:gd name="T15" fmla="*/ 46 h 53"/>
                  <a:gd name="T16" fmla="*/ 65 w 81"/>
                  <a:gd name="T17" fmla="*/ 46 h 53"/>
                  <a:gd name="T18" fmla="*/ 16 w 81"/>
                  <a:gd name="T19" fmla="*/ 46 h 53"/>
                  <a:gd name="T20" fmla="*/ 7 w 81"/>
                  <a:gd name="T21" fmla="*/ 36 h 53"/>
                  <a:gd name="T22" fmla="*/ 16 w 81"/>
                  <a:gd name="T23" fmla="*/ 27 h 53"/>
                  <a:gd name="T24" fmla="*/ 18 w 81"/>
                  <a:gd name="T25" fmla="*/ 27 h 53"/>
                  <a:gd name="T26" fmla="*/ 27 w 81"/>
                  <a:gd name="T27" fmla="*/ 22 h 53"/>
                  <a:gd name="T28" fmla="*/ 32 w 81"/>
                  <a:gd name="T29" fmla="*/ 23 h 53"/>
                  <a:gd name="T30" fmla="*/ 31 w 81"/>
                  <a:gd name="T31" fmla="*/ 19 h 53"/>
                  <a:gd name="T32" fmla="*/ 43 w 81"/>
                  <a:gd name="T33" fmla="*/ 7 h 53"/>
                  <a:gd name="T34" fmla="*/ 43 w 81"/>
                  <a:gd name="T35" fmla="*/ 0 h 53"/>
                  <a:gd name="T36" fmla="*/ 24 w 81"/>
                  <a:gd name="T37" fmla="*/ 15 h 53"/>
                  <a:gd name="T38" fmla="*/ 15 w 81"/>
                  <a:gd name="T39" fmla="*/ 20 h 53"/>
                  <a:gd name="T40" fmla="*/ 0 w 81"/>
                  <a:gd name="T41" fmla="*/ 36 h 53"/>
                  <a:gd name="T42" fmla="*/ 16 w 81"/>
                  <a:gd name="T43" fmla="*/ 53 h 53"/>
                  <a:gd name="T44" fmla="*/ 65 w 81"/>
                  <a:gd name="T45" fmla="*/ 53 h 53"/>
                  <a:gd name="T46" fmla="*/ 66 w 81"/>
                  <a:gd name="T47" fmla="*/ 53 h 53"/>
                  <a:gd name="T48" fmla="*/ 81 w 81"/>
                  <a:gd name="T49" fmla="*/ 37 h 53"/>
                  <a:gd name="T50" fmla="*/ 76 w 81"/>
                  <a:gd name="T51" fmla="*/ 26 h 53"/>
                  <a:gd name="T52" fmla="*/ 60 w 81"/>
                  <a:gd name="T53" fmla="*/ 10 h 53"/>
                  <a:gd name="T54" fmla="*/ 59 w 81"/>
                  <a:gd name="T55" fmla="*/ 10 h 53"/>
                  <a:gd name="T56" fmla="*/ 43 w 81"/>
                  <a:gd name="T57" fmla="*/ 0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81" h="53">
                    <a:moveTo>
                      <a:pt x="43" y="7"/>
                    </a:moveTo>
                    <a:cubicBezTo>
                      <a:pt x="49" y="7"/>
                      <a:pt x="54" y="12"/>
                      <a:pt x="55" y="18"/>
                    </a:cubicBezTo>
                    <a:cubicBezTo>
                      <a:pt x="56" y="17"/>
                      <a:pt x="58" y="17"/>
                      <a:pt x="60" y="17"/>
                    </a:cubicBezTo>
                    <a:cubicBezTo>
                      <a:pt x="65" y="17"/>
                      <a:pt x="69" y="21"/>
                      <a:pt x="69" y="27"/>
                    </a:cubicBezTo>
                    <a:cubicBezTo>
                      <a:pt x="69" y="28"/>
                      <a:pt x="69" y="29"/>
                      <a:pt x="69" y="30"/>
                    </a:cubicBezTo>
                    <a:cubicBezTo>
                      <a:pt x="72" y="31"/>
                      <a:pt x="74" y="34"/>
                      <a:pt x="74" y="37"/>
                    </a:cubicBezTo>
                    <a:cubicBezTo>
                      <a:pt x="74" y="42"/>
                      <a:pt x="71" y="46"/>
                      <a:pt x="66" y="46"/>
                    </a:cubicBezTo>
                    <a:cubicBezTo>
                      <a:pt x="65" y="46"/>
                      <a:pt x="65" y="46"/>
                      <a:pt x="65" y="46"/>
                    </a:cubicBezTo>
                    <a:cubicBezTo>
                      <a:pt x="65" y="46"/>
                      <a:pt x="65" y="46"/>
                      <a:pt x="65" y="46"/>
                    </a:cubicBezTo>
                    <a:cubicBezTo>
                      <a:pt x="16" y="46"/>
                      <a:pt x="16" y="46"/>
                      <a:pt x="16" y="46"/>
                    </a:cubicBezTo>
                    <a:cubicBezTo>
                      <a:pt x="11" y="46"/>
                      <a:pt x="7" y="42"/>
                      <a:pt x="7" y="36"/>
                    </a:cubicBezTo>
                    <a:cubicBezTo>
                      <a:pt x="7" y="31"/>
                      <a:pt x="11" y="27"/>
                      <a:pt x="16" y="27"/>
                    </a:cubicBezTo>
                    <a:cubicBezTo>
                      <a:pt x="17" y="27"/>
                      <a:pt x="17" y="27"/>
                      <a:pt x="18" y="27"/>
                    </a:cubicBezTo>
                    <a:cubicBezTo>
                      <a:pt x="20" y="24"/>
                      <a:pt x="23" y="22"/>
                      <a:pt x="27" y="22"/>
                    </a:cubicBezTo>
                    <a:cubicBezTo>
                      <a:pt x="28" y="22"/>
                      <a:pt x="30" y="22"/>
                      <a:pt x="32" y="23"/>
                    </a:cubicBezTo>
                    <a:cubicBezTo>
                      <a:pt x="31" y="22"/>
                      <a:pt x="31" y="21"/>
                      <a:pt x="31" y="19"/>
                    </a:cubicBezTo>
                    <a:cubicBezTo>
                      <a:pt x="31" y="13"/>
                      <a:pt x="36" y="7"/>
                      <a:pt x="43" y="7"/>
                    </a:cubicBezTo>
                    <a:moveTo>
                      <a:pt x="43" y="0"/>
                    </a:moveTo>
                    <a:cubicBezTo>
                      <a:pt x="34" y="0"/>
                      <a:pt x="26" y="7"/>
                      <a:pt x="24" y="15"/>
                    </a:cubicBezTo>
                    <a:cubicBezTo>
                      <a:pt x="21" y="15"/>
                      <a:pt x="17" y="17"/>
                      <a:pt x="15" y="20"/>
                    </a:cubicBezTo>
                    <a:cubicBezTo>
                      <a:pt x="6" y="21"/>
                      <a:pt x="0" y="28"/>
                      <a:pt x="0" y="36"/>
                    </a:cubicBezTo>
                    <a:cubicBezTo>
                      <a:pt x="0" y="45"/>
                      <a:pt x="7" y="53"/>
                      <a:pt x="16" y="53"/>
                    </a:cubicBezTo>
                    <a:cubicBezTo>
                      <a:pt x="65" y="53"/>
                      <a:pt x="65" y="53"/>
                      <a:pt x="65" y="53"/>
                    </a:cubicBezTo>
                    <a:cubicBezTo>
                      <a:pt x="66" y="53"/>
                      <a:pt x="66" y="53"/>
                      <a:pt x="66" y="53"/>
                    </a:cubicBezTo>
                    <a:cubicBezTo>
                      <a:pt x="74" y="53"/>
                      <a:pt x="81" y="46"/>
                      <a:pt x="81" y="37"/>
                    </a:cubicBezTo>
                    <a:cubicBezTo>
                      <a:pt x="81" y="33"/>
                      <a:pt x="79" y="29"/>
                      <a:pt x="76" y="26"/>
                    </a:cubicBezTo>
                    <a:cubicBezTo>
                      <a:pt x="76" y="17"/>
                      <a:pt x="69" y="10"/>
                      <a:pt x="60" y="10"/>
                    </a:cubicBezTo>
                    <a:cubicBezTo>
                      <a:pt x="60" y="10"/>
                      <a:pt x="60" y="10"/>
                      <a:pt x="59" y="10"/>
                    </a:cubicBezTo>
                    <a:cubicBezTo>
                      <a:pt x="56" y="4"/>
                      <a:pt x="50" y="0"/>
                      <a:pt x="43" y="0"/>
                    </a:cubicBezTo>
                  </a:path>
                </a:pathLst>
              </a:custGeom>
              <a:solidFill>
                <a:schemeClr val="tx1"/>
              </a:solidFill>
              <a:ln>
                <a:noFill/>
              </a:ln>
            </p:spPr>
            <p:txBody>
              <a:bodyPr vert="horz" wrap="square" lIns="68570" tIns="34285" rIns="68570" bIns="34285" numCol="1" anchor="t" anchorCtr="0" compatLnSpc="1">
                <a:prstTxWarp prst="textNoShape">
                  <a:avLst/>
                </a:prstTxWarp>
              </a:bodyPr>
              <a:lstStyle/>
              <a:p>
                <a:pPr defTabSz="685845" fontAlgn="auto">
                  <a:spcBef>
                    <a:spcPts val="0"/>
                  </a:spcBef>
                  <a:spcAft>
                    <a:spcPts val="0"/>
                  </a:spcAft>
                </a:pPr>
                <a:endParaRPr lang="en-US" sz="1350">
                  <a:solidFill>
                    <a:srgbClr val="FFFFFF"/>
                  </a:solidFill>
                  <a:latin typeface="Segoe UI"/>
                </a:endParaRPr>
              </a:p>
            </p:txBody>
          </p:sp>
          <p:sp>
            <p:nvSpPr>
              <p:cNvPr id="444" name="Rectangle 2066"/>
              <p:cNvSpPr>
                <a:spLocks noChangeArrowheads="1"/>
              </p:cNvSpPr>
              <p:nvPr/>
            </p:nvSpPr>
            <p:spPr bwMode="auto">
              <a:xfrm>
                <a:off x="754196" y="2147198"/>
                <a:ext cx="13661" cy="49018"/>
              </a:xfrm>
              <a:prstGeom prst="rect">
                <a:avLst/>
              </a:prstGeom>
              <a:solidFill>
                <a:schemeClr val="tx1"/>
              </a:solidFill>
              <a:ln>
                <a:noFill/>
              </a:ln>
            </p:spPr>
            <p:txBody>
              <a:bodyPr vert="horz" wrap="square" lIns="68570" tIns="34285" rIns="68570" bIns="34285" numCol="1" anchor="t" anchorCtr="0" compatLnSpc="1">
                <a:prstTxWarp prst="textNoShape">
                  <a:avLst/>
                </a:prstTxWarp>
              </a:bodyPr>
              <a:lstStyle/>
              <a:p>
                <a:pPr defTabSz="685845" fontAlgn="auto">
                  <a:spcBef>
                    <a:spcPts val="0"/>
                  </a:spcBef>
                  <a:spcAft>
                    <a:spcPts val="0"/>
                  </a:spcAft>
                </a:pPr>
                <a:endParaRPr lang="en-US" sz="1350">
                  <a:solidFill>
                    <a:srgbClr val="FFFFFF"/>
                  </a:solidFill>
                  <a:latin typeface="Segoe UI"/>
                </a:endParaRPr>
              </a:p>
            </p:txBody>
          </p:sp>
          <p:sp>
            <p:nvSpPr>
              <p:cNvPr id="445" name="Freeform 2067"/>
              <p:cNvSpPr>
                <a:spLocks/>
              </p:cNvSpPr>
              <p:nvPr/>
            </p:nvSpPr>
            <p:spPr bwMode="auto">
              <a:xfrm>
                <a:off x="735714" y="2172108"/>
                <a:ext cx="51428" cy="33750"/>
              </a:xfrm>
              <a:custGeom>
                <a:avLst/>
                <a:gdLst>
                  <a:gd name="T0" fmla="*/ 33 w 64"/>
                  <a:gd name="T1" fmla="*/ 42 h 42"/>
                  <a:gd name="T2" fmla="*/ 0 w 64"/>
                  <a:gd name="T3" fmla="*/ 11 h 42"/>
                  <a:gd name="T4" fmla="*/ 12 w 64"/>
                  <a:gd name="T5" fmla="*/ 0 h 42"/>
                  <a:gd name="T6" fmla="*/ 33 w 64"/>
                  <a:gd name="T7" fmla="*/ 18 h 42"/>
                  <a:gd name="T8" fmla="*/ 52 w 64"/>
                  <a:gd name="T9" fmla="*/ 0 h 42"/>
                  <a:gd name="T10" fmla="*/ 64 w 64"/>
                  <a:gd name="T11" fmla="*/ 11 h 42"/>
                  <a:gd name="T12" fmla="*/ 33 w 64"/>
                  <a:gd name="T13" fmla="*/ 42 h 42"/>
                </a:gdLst>
                <a:ahLst/>
                <a:cxnLst>
                  <a:cxn ang="0">
                    <a:pos x="T0" y="T1"/>
                  </a:cxn>
                  <a:cxn ang="0">
                    <a:pos x="T2" y="T3"/>
                  </a:cxn>
                  <a:cxn ang="0">
                    <a:pos x="T4" y="T5"/>
                  </a:cxn>
                  <a:cxn ang="0">
                    <a:pos x="T6" y="T7"/>
                  </a:cxn>
                  <a:cxn ang="0">
                    <a:pos x="T8" y="T9"/>
                  </a:cxn>
                  <a:cxn ang="0">
                    <a:pos x="T10" y="T11"/>
                  </a:cxn>
                  <a:cxn ang="0">
                    <a:pos x="T12" y="T13"/>
                  </a:cxn>
                </a:cxnLst>
                <a:rect l="0" t="0" r="r" b="b"/>
                <a:pathLst>
                  <a:path w="64" h="42">
                    <a:moveTo>
                      <a:pt x="33" y="42"/>
                    </a:moveTo>
                    <a:lnTo>
                      <a:pt x="0" y="11"/>
                    </a:lnTo>
                    <a:lnTo>
                      <a:pt x="12" y="0"/>
                    </a:lnTo>
                    <a:lnTo>
                      <a:pt x="33" y="18"/>
                    </a:lnTo>
                    <a:lnTo>
                      <a:pt x="52" y="0"/>
                    </a:lnTo>
                    <a:lnTo>
                      <a:pt x="64" y="11"/>
                    </a:lnTo>
                    <a:lnTo>
                      <a:pt x="33" y="42"/>
                    </a:lnTo>
                    <a:close/>
                  </a:path>
                </a:pathLst>
              </a:custGeom>
              <a:solidFill>
                <a:schemeClr val="tx1"/>
              </a:solidFill>
              <a:ln>
                <a:noFill/>
              </a:ln>
            </p:spPr>
            <p:txBody>
              <a:bodyPr vert="horz" wrap="square" lIns="68570" tIns="34285" rIns="68570" bIns="34285" numCol="1" anchor="t" anchorCtr="0" compatLnSpc="1">
                <a:prstTxWarp prst="textNoShape">
                  <a:avLst/>
                </a:prstTxWarp>
              </a:bodyPr>
              <a:lstStyle/>
              <a:p>
                <a:pPr defTabSz="685845" fontAlgn="auto">
                  <a:spcBef>
                    <a:spcPts val="0"/>
                  </a:spcBef>
                  <a:spcAft>
                    <a:spcPts val="0"/>
                  </a:spcAft>
                </a:pPr>
                <a:endParaRPr lang="en-US" sz="1350">
                  <a:solidFill>
                    <a:srgbClr val="FFFFFF"/>
                  </a:solidFill>
                  <a:latin typeface="Segoe UI"/>
                </a:endParaRPr>
              </a:p>
            </p:txBody>
          </p:sp>
          <p:sp>
            <p:nvSpPr>
              <p:cNvPr id="446" name="Freeform 2068"/>
              <p:cNvSpPr>
                <a:spLocks noEditPoints="1"/>
              </p:cNvSpPr>
              <p:nvPr/>
            </p:nvSpPr>
            <p:spPr bwMode="auto">
              <a:xfrm>
                <a:off x="819285" y="2179341"/>
                <a:ext cx="96428" cy="73928"/>
              </a:xfrm>
              <a:custGeom>
                <a:avLst/>
                <a:gdLst>
                  <a:gd name="T0" fmla="*/ 120 w 120"/>
                  <a:gd name="T1" fmla="*/ 92 h 92"/>
                  <a:gd name="T2" fmla="*/ 0 w 120"/>
                  <a:gd name="T3" fmla="*/ 92 h 92"/>
                  <a:gd name="T4" fmla="*/ 0 w 120"/>
                  <a:gd name="T5" fmla="*/ 0 h 92"/>
                  <a:gd name="T6" fmla="*/ 120 w 120"/>
                  <a:gd name="T7" fmla="*/ 0 h 92"/>
                  <a:gd name="T8" fmla="*/ 120 w 120"/>
                  <a:gd name="T9" fmla="*/ 92 h 92"/>
                  <a:gd name="T10" fmla="*/ 16 w 120"/>
                  <a:gd name="T11" fmla="*/ 76 h 92"/>
                  <a:gd name="T12" fmla="*/ 104 w 120"/>
                  <a:gd name="T13" fmla="*/ 76 h 92"/>
                  <a:gd name="T14" fmla="*/ 104 w 120"/>
                  <a:gd name="T15" fmla="*/ 17 h 92"/>
                  <a:gd name="T16" fmla="*/ 16 w 120"/>
                  <a:gd name="T17" fmla="*/ 17 h 92"/>
                  <a:gd name="T18" fmla="*/ 16 w 120"/>
                  <a:gd name="T19" fmla="*/ 76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0" h="92">
                    <a:moveTo>
                      <a:pt x="120" y="92"/>
                    </a:moveTo>
                    <a:lnTo>
                      <a:pt x="0" y="92"/>
                    </a:lnTo>
                    <a:lnTo>
                      <a:pt x="0" y="0"/>
                    </a:lnTo>
                    <a:lnTo>
                      <a:pt x="120" y="0"/>
                    </a:lnTo>
                    <a:lnTo>
                      <a:pt x="120" y="92"/>
                    </a:lnTo>
                    <a:close/>
                    <a:moveTo>
                      <a:pt x="16" y="76"/>
                    </a:moveTo>
                    <a:lnTo>
                      <a:pt x="104" y="76"/>
                    </a:lnTo>
                    <a:lnTo>
                      <a:pt x="104" y="17"/>
                    </a:lnTo>
                    <a:lnTo>
                      <a:pt x="16" y="17"/>
                    </a:lnTo>
                    <a:lnTo>
                      <a:pt x="16" y="76"/>
                    </a:lnTo>
                    <a:close/>
                  </a:path>
                </a:pathLst>
              </a:custGeom>
              <a:solidFill>
                <a:schemeClr val="tx1"/>
              </a:solidFill>
              <a:ln>
                <a:noFill/>
              </a:ln>
            </p:spPr>
            <p:txBody>
              <a:bodyPr vert="horz" wrap="square" lIns="68570" tIns="34285" rIns="68570" bIns="34285" numCol="1" anchor="t" anchorCtr="0" compatLnSpc="1">
                <a:prstTxWarp prst="textNoShape">
                  <a:avLst/>
                </a:prstTxWarp>
              </a:bodyPr>
              <a:lstStyle/>
              <a:p>
                <a:pPr defTabSz="685845" fontAlgn="auto">
                  <a:spcBef>
                    <a:spcPts val="0"/>
                  </a:spcBef>
                  <a:spcAft>
                    <a:spcPts val="0"/>
                  </a:spcAft>
                </a:pPr>
                <a:endParaRPr lang="en-US" sz="1350">
                  <a:solidFill>
                    <a:srgbClr val="FFFFFF"/>
                  </a:solidFill>
                  <a:latin typeface="Segoe UI"/>
                </a:endParaRPr>
              </a:p>
            </p:txBody>
          </p:sp>
          <p:sp>
            <p:nvSpPr>
              <p:cNvPr id="447" name="Rectangle 2069"/>
              <p:cNvSpPr>
                <a:spLocks noChangeArrowheads="1"/>
              </p:cNvSpPr>
              <p:nvPr/>
            </p:nvSpPr>
            <p:spPr bwMode="auto">
              <a:xfrm>
                <a:off x="861071" y="2238001"/>
                <a:ext cx="12857" cy="32143"/>
              </a:xfrm>
              <a:prstGeom prst="rect">
                <a:avLst/>
              </a:prstGeom>
              <a:solidFill>
                <a:schemeClr val="tx1"/>
              </a:solidFill>
              <a:ln>
                <a:noFill/>
              </a:ln>
            </p:spPr>
            <p:txBody>
              <a:bodyPr vert="horz" wrap="square" lIns="68570" tIns="34285" rIns="68570" bIns="34285" numCol="1" anchor="t" anchorCtr="0" compatLnSpc="1">
                <a:prstTxWarp prst="textNoShape">
                  <a:avLst/>
                </a:prstTxWarp>
              </a:bodyPr>
              <a:lstStyle/>
              <a:p>
                <a:pPr defTabSz="685845" fontAlgn="auto">
                  <a:spcBef>
                    <a:spcPts val="0"/>
                  </a:spcBef>
                  <a:spcAft>
                    <a:spcPts val="0"/>
                  </a:spcAft>
                </a:pPr>
                <a:endParaRPr lang="en-US" sz="1350">
                  <a:solidFill>
                    <a:srgbClr val="FFFFFF"/>
                  </a:solidFill>
                  <a:latin typeface="Segoe UI"/>
                </a:endParaRPr>
              </a:p>
            </p:txBody>
          </p:sp>
          <p:sp>
            <p:nvSpPr>
              <p:cNvPr id="448" name="Rectangle 2070"/>
              <p:cNvSpPr>
                <a:spLocks noChangeArrowheads="1"/>
              </p:cNvSpPr>
              <p:nvPr/>
            </p:nvSpPr>
            <p:spPr bwMode="auto">
              <a:xfrm>
                <a:off x="843392" y="2264519"/>
                <a:ext cx="48214" cy="13661"/>
              </a:xfrm>
              <a:prstGeom prst="rect">
                <a:avLst/>
              </a:prstGeom>
              <a:solidFill>
                <a:schemeClr val="tx1"/>
              </a:solidFill>
              <a:ln>
                <a:noFill/>
              </a:ln>
            </p:spPr>
            <p:txBody>
              <a:bodyPr vert="horz" wrap="square" lIns="68570" tIns="34285" rIns="68570" bIns="34285" numCol="1" anchor="t" anchorCtr="0" compatLnSpc="1">
                <a:prstTxWarp prst="textNoShape">
                  <a:avLst/>
                </a:prstTxWarp>
              </a:bodyPr>
              <a:lstStyle/>
              <a:p>
                <a:pPr defTabSz="685845" fontAlgn="auto">
                  <a:spcBef>
                    <a:spcPts val="0"/>
                  </a:spcBef>
                  <a:spcAft>
                    <a:spcPts val="0"/>
                  </a:spcAft>
                </a:pPr>
                <a:endParaRPr lang="en-US" sz="1350">
                  <a:solidFill>
                    <a:srgbClr val="FFFFFF"/>
                  </a:solidFill>
                  <a:latin typeface="Segoe UI"/>
                </a:endParaRPr>
              </a:p>
            </p:txBody>
          </p:sp>
          <p:sp>
            <p:nvSpPr>
              <p:cNvPr id="449" name="Freeform 2071"/>
              <p:cNvSpPr>
                <a:spLocks/>
              </p:cNvSpPr>
              <p:nvPr/>
            </p:nvSpPr>
            <p:spPr bwMode="auto">
              <a:xfrm>
                <a:off x="837767" y="2201840"/>
                <a:ext cx="36161" cy="38571"/>
              </a:xfrm>
              <a:custGeom>
                <a:avLst/>
                <a:gdLst>
                  <a:gd name="T0" fmla="*/ 19 w 19"/>
                  <a:gd name="T1" fmla="*/ 20 h 20"/>
                  <a:gd name="T2" fmla="*/ 12 w 19"/>
                  <a:gd name="T3" fmla="*/ 20 h 20"/>
                  <a:gd name="T4" fmla="*/ 0 w 19"/>
                  <a:gd name="T5" fmla="*/ 7 h 20"/>
                  <a:gd name="T6" fmla="*/ 0 w 19"/>
                  <a:gd name="T7" fmla="*/ 0 h 20"/>
                  <a:gd name="T8" fmla="*/ 19 w 19"/>
                  <a:gd name="T9" fmla="*/ 20 h 20"/>
                </a:gdLst>
                <a:ahLst/>
                <a:cxnLst>
                  <a:cxn ang="0">
                    <a:pos x="T0" y="T1"/>
                  </a:cxn>
                  <a:cxn ang="0">
                    <a:pos x="T2" y="T3"/>
                  </a:cxn>
                  <a:cxn ang="0">
                    <a:pos x="T4" y="T5"/>
                  </a:cxn>
                  <a:cxn ang="0">
                    <a:pos x="T6" y="T7"/>
                  </a:cxn>
                  <a:cxn ang="0">
                    <a:pos x="T8" y="T9"/>
                  </a:cxn>
                </a:cxnLst>
                <a:rect l="0" t="0" r="r" b="b"/>
                <a:pathLst>
                  <a:path w="19" h="20">
                    <a:moveTo>
                      <a:pt x="19" y="20"/>
                    </a:moveTo>
                    <a:cubicBezTo>
                      <a:pt x="12" y="20"/>
                      <a:pt x="12" y="20"/>
                      <a:pt x="12" y="20"/>
                    </a:cubicBezTo>
                    <a:cubicBezTo>
                      <a:pt x="12" y="13"/>
                      <a:pt x="6" y="7"/>
                      <a:pt x="0" y="7"/>
                    </a:cubicBezTo>
                    <a:cubicBezTo>
                      <a:pt x="0" y="0"/>
                      <a:pt x="0" y="0"/>
                      <a:pt x="0" y="0"/>
                    </a:cubicBezTo>
                    <a:cubicBezTo>
                      <a:pt x="10" y="0"/>
                      <a:pt x="19" y="9"/>
                      <a:pt x="19" y="20"/>
                    </a:cubicBezTo>
                    <a:close/>
                  </a:path>
                </a:pathLst>
              </a:custGeom>
              <a:solidFill>
                <a:schemeClr val="tx1"/>
              </a:solidFill>
              <a:ln>
                <a:noFill/>
              </a:ln>
            </p:spPr>
            <p:txBody>
              <a:bodyPr vert="horz" wrap="square" lIns="68570" tIns="34285" rIns="68570" bIns="34285" numCol="1" anchor="t" anchorCtr="0" compatLnSpc="1">
                <a:prstTxWarp prst="textNoShape">
                  <a:avLst/>
                </a:prstTxWarp>
              </a:bodyPr>
              <a:lstStyle/>
              <a:p>
                <a:pPr defTabSz="685845" fontAlgn="auto">
                  <a:spcBef>
                    <a:spcPts val="0"/>
                  </a:spcBef>
                  <a:spcAft>
                    <a:spcPts val="0"/>
                  </a:spcAft>
                </a:pPr>
                <a:endParaRPr lang="en-US" sz="1350">
                  <a:solidFill>
                    <a:srgbClr val="FFFFFF"/>
                  </a:solidFill>
                  <a:latin typeface="Segoe UI"/>
                </a:endParaRPr>
              </a:p>
            </p:txBody>
          </p:sp>
          <p:sp>
            <p:nvSpPr>
              <p:cNvPr id="450" name="Rectangle 2072"/>
              <p:cNvSpPr>
                <a:spLocks noChangeArrowheads="1"/>
              </p:cNvSpPr>
              <p:nvPr/>
            </p:nvSpPr>
            <p:spPr bwMode="auto">
              <a:xfrm>
                <a:off x="788750" y="2201840"/>
                <a:ext cx="49018" cy="13661"/>
              </a:xfrm>
              <a:prstGeom prst="rect">
                <a:avLst/>
              </a:prstGeom>
              <a:solidFill>
                <a:schemeClr val="tx1"/>
              </a:solidFill>
              <a:ln>
                <a:noFill/>
              </a:ln>
            </p:spPr>
            <p:txBody>
              <a:bodyPr vert="horz" wrap="square" lIns="68570" tIns="34285" rIns="68570" bIns="34285" numCol="1" anchor="t" anchorCtr="0" compatLnSpc="1">
                <a:prstTxWarp prst="textNoShape">
                  <a:avLst/>
                </a:prstTxWarp>
              </a:bodyPr>
              <a:lstStyle/>
              <a:p>
                <a:pPr defTabSz="685845" fontAlgn="auto">
                  <a:spcBef>
                    <a:spcPts val="0"/>
                  </a:spcBef>
                  <a:spcAft>
                    <a:spcPts val="0"/>
                  </a:spcAft>
                </a:pPr>
                <a:endParaRPr lang="en-US" sz="1350">
                  <a:solidFill>
                    <a:srgbClr val="FFFFFF"/>
                  </a:solidFill>
                  <a:latin typeface="Segoe UI"/>
                </a:endParaRPr>
              </a:p>
            </p:txBody>
          </p:sp>
          <p:sp>
            <p:nvSpPr>
              <p:cNvPr id="451" name="Freeform 2073"/>
              <p:cNvSpPr>
                <a:spLocks/>
              </p:cNvSpPr>
              <p:nvPr/>
            </p:nvSpPr>
            <p:spPr bwMode="auto">
              <a:xfrm>
                <a:off x="771875" y="2184966"/>
                <a:ext cx="33750" cy="49821"/>
              </a:xfrm>
              <a:custGeom>
                <a:avLst/>
                <a:gdLst>
                  <a:gd name="T0" fmla="*/ 30 w 42"/>
                  <a:gd name="T1" fmla="*/ 62 h 62"/>
                  <a:gd name="T2" fmla="*/ 0 w 42"/>
                  <a:gd name="T3" fmla="*/ 31 h 62"/>
                  <a:gd name="T4" fmla="*/ 30 w 42"/>
                  <a:gd name="T5" fmla="*/ 0 h 62"/>
                  <a:gd name="T6" fmla="*/ 42 w 42"/>
                  <a:gd name="T7" fmla="*/ 10 h 62"/>
                  <a:gd name="T8" fmla="*/ 23 w 42"/>
                  <a:gd name="T9" fmla="*/ 31 h 62"/>
                  <a:gd name="T10" fmla="*/ 42 w 42"/>
                  <a:gd name="T11" fmla="*/ 50 h 62"/>
                  <a:gd name="T12" fmla="*/ 30 w 42"/>
                  <a:gd name="T13" fmla="*/ 62 h 62"/>
                </a:gdLst>
                <a:ahLst/>
                <a:cxnLst>
                  <a:cxn ang="0">
                    <a:pos x="T0" y="T1"/>
                  </a:cxn>
                  <a:cxn ang="0">
                    <a:pos x="T2" y="T3"/>
                  </a:cxn>
                  <a:cxn ang="0">
                    <a:pos x="T4" y="T5"/>
                  </a:cxn>
                  <a:cxn ang="0">
                    <a:pos x="T6" y="T7"/>
                  </a:cxn>
                  <a:cxn ang="0">
                    <a:pos x="T8" y="T9"/>
                  </a:cxn>
                  <a:cxn ang="0">
                    <a:pos x="T10" y="T11"/>
                  </a:cxn>
                  <a:cxn ang="0">
                    <a:pos x="T12" y="T13"/>
                  </a:cxn>
                </a:cxnLst>
                <a:rect l="0" t="0" r="r" b="b"/>
                <a:pathLst>
                  <a:path w="42" h="62">
                    <a:moveTo>
                      <a:pt x="30" y="62"/>
                    </a:moveTo>
                    <a:lnTo>
                      <a:pt x="0" y="31"/>
                    </a:lnTo>
                    <a:lnTo>
                      <a:pt x="30" y="0"/>
                    </a:lnTo>
                    <a:lnTo>
                      <a:pt x="42" y="10"/>
                    </a:lnTo>
                    <a:lnTo>
                      <a:pt x="23" y="31"/>
                    </a:lnTo>
                    <a:lnTo>
                      <a:pt x="42" y="50"/>
                    </a:lnTo>
                    <a:lnTo>
                      <a:pt x="30" y="62"/>
                    </a:lnTo>
                    <a:close/>
                  </a:path>
                </a:pathLst>
              </a:custGeom>
              <a:solidFill>
                <a:schemeClr val="tx1"/>
              </a:solidFill>
              <a:ln>
                <a:noFill/>
              </a:ln>
            </p:spPr>
            <p:txBody>
              <a:bodyPr vert="horz" wrap="square" lIns="68570" tIns="34285" rIns="68570" bIns="34285" numCol="1" anchor="t" anchorCtr="0" compatLnSpc="1">
                <a:prstTxWarp prst="textNoShape">
                  <a:avLst/>
                </a:prstTxWarp>
              </a:bodyPr>
              <a:lstStyle/>
              <a:p>
                <a:pPr defTabSz="685845" fontAlgn="auto">
                  <a:spcBef>
                    <a:spcPts val="0"/>
                  </a:spcBef>
                  <a:spcAft>
                    <a:spcPts val="0"/>
                  </a:spcAft>
                </a:pPr>
                <a:endParaRPr lang="en-US" sz="1350">
                  <a:solidFill>
                    <a:srgbClr val="FFFFFF"/>
                  </a:solidFill>
                  <a:latin typeface="Segoe UI"/>
                </a:endParaRPr>
              </a:p>
            </p:txBody>
          </p:sp>
          <p:sp>
            <p:nvSpPr>
              <p:cNvPr id="452" name="Freeform 2074"/>
              <p:cNvSpPr>
                <a:spLocks noEditPoints="1"/>
              </p:cNvSpPr>
              <p:nvPr/>
            </p:nvSpPr>
            <p:spPr bwMode="auto">
              <a:xfrm>
                <a:off x="697143" y="2213894"/>
                <a:ext cx="66696" cy="54643"/>
              </a:xfrm>
              <a:custGeom>
                <a:avLst/>
                <a:gdLst>
                  <a:gd name="T0" fmla="*/ 83 w 83"/>
                  <a:gd name="T1" fmla="*/ 68 h 68"/>
                  <a:gd name="T2" fmla="*/ 0 w 83"/>
                  <a:gd name="T3" fmla="*/ 68 h 68"/>
                  <a:gd name="T4" fmla="*/ 0 w 83"/>
                  <a:gd name="T5" fmla="*/ 0 h 68"/>
                  <a:gd name="T6" fmla="*/ 83 w 83"/>
                  <a:gd name="T7" fmla="*/ 0 h 68"/>
                  <a:gd name="T8" fmla="*/ 83 w 83"/>
                  <a:gd name="T9" fmla="*/ 68 h 68"/>
                  <a:gd name="T10" fmla="*/ 17 w 83"/>
                  <a:gd name="T11" fmla="*/ 52 h 68"/>
                  <a:gd name="T12" fmla="*/ 67 w 83"/>
                  <a:gd name="T13" fmla="*/ 52 h 68"/>
                  <a:gd name="T14" fmla="*/ 67 w 83"/>
                  <a:gd name="T15" fmla="*/ 16 h 68"/>
                  <a:gd name="T16" fmla="*/ 17 w 83"/>
                  <a:gd name="T17" fmla="*/ 16 h 68"/>
                  <a:gd name="T18" fmla="*/ 17 w 83"/>
                  <a:gd name="T19" fmla="*/ 52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3" h="68">
                    <a:moveTo>
                      <a:pt x="83" y="68"/>
                    </a:moveTo>
                    <a:lnTo>
                      <a:pt x="0" y="68"/>
                    </a:lnTo>
                    <a:lnTo>
                      <a:pt x="0" y="0"/>
                    </a:lnTo>
                    <a:lnTo>
                      <a:pt x="83" y="0"/>
                    </a:lnTo>
                    <a:lnTo>
                      <a:pt x="83" y="68"/>
                    </a:lnTo>
                    <a:close/>
                    <a:moveTo>
                      <a:pt x="17" y="52"/>
                    </a:moveTo>
                    <a:lnTo>
                      <a:pt x="67" y="52"/>
                    </a:lnTo>
                    <a:lnTo>
                      <a:pt x="67" y="16"/>
                    </a:lnTo>
                    <a:lnTo>
                      <a:pt x="17" y="16"/>
                    </a:lnTo>
                    <a:lnTo>
                      <a:pt x="17" y="52"/>
                    </a:lnTo>
                    <a:close/>
                  </a:path>
                </a:pathLst>
              </a:custGeom>
              <a:solidFill>
                <a:schemeClr val="tx1"/>
              </a:solidFill>
              <a:ln>
                <a:noFill/>
              </a:ln>
            </p:spPr>
            <p:txBody>
              <a:bodyPr vert="horz" wrap="square" lIns="68570" tIns="34285" rIns="68570" bIns="34285" numCol="1" anchor="t" anchorCtr="0" compatLnSpc="1">
                <a:prstTxWarp prst="textNoShape">
                  <a:avLst/>
                </a:prstTxWarp>
              </a:bodyPr>
              <a:lstStyle/>
              <a:p>
                <a:pPr defTabSz="685845" fontAlgn="auto">
                  <a:spcBef>
                    <a:spcPts val="0"/>
                  </a:spcBef>
                  <a:spcAft>
                    <a:spcPts val="0"/>
                  </a:spcAft>
                </a:pPr>
                <a:endParaRPr lang="en-US" sz="1350">
                  <a:solidFill>
                    <a:srgbClr val="FFFFFF"/>
                  </a:solidFill>
                  <a:latin typeface="Segoe UI"/>
                </a:endParaRPr>
              </a:p>
            </p:txBody>
          </p:sp>
          <p:sp>
            <p:nvSpPr>
              <p:cNvPr id="453" name="Freeform 2075"/>
              <p:cNvSpPr>
                <a:spLocks/>
              </p:cNvSpPr>
              <p:nvPr/>
            </p:nvSpPr>
            <p:spPr bwMode="auto">
              <a:xfrm>
                <a:off x="685893" y="2257287"/>
                <a:ext cx="89196" cy="32143"/>
              </a:xfrm>
              <a:custGeom>
                <a:avLst/>
                <a:gdLst>
                  <a:gd name="T0" fmla="*/ 111 w 111"/>
                  <a:gd name="T1" fmla="*/ 40 h 40"/>
                  <a:gd name="T2" fmla="*/ 0 w 111"/>
                  <a:gd name="T3" fmla="*/ 40 h 40"/>
                  <a:gd name="T4" fmla="*/ 0 w 111"/>
                  <a:gd name="T5" fmla="*/ 16 h 40"/>
                  <a:gd name="T6" fmla="*/ 17 w 111"/>
                  <a:gd name="T7" fmla="*/ 0 h 40"/>
                  <a:gd name="T8" fmla="*/ 29 w 111"/>
                  <a:gd name="T9" fmla="*/ 12 h 40"/>
                  <a:gd name="T10" fmla="*/ 17 w 111"/>
                  <a:gd name="T11" fmla="*/ 24 h 40"/>
                  <a:gd name="T12" fmla="*/ 17 w 111"/>
                  <a:gd name="T13" fmla="*/ 24 h 40"/>
                  <a:gd name="T14" fmla="*/ 95 w 111"/>
                  <a:gd name="T15" fmla="*/ 24 h 40"/>
                  <a:gd name="T16" fmla="*/ 95 w 111"/>
                  <a:gd name="T17" fmla="*/ 24 h 40"/>
                  <a:gd name="T18" fmla="*/ 83 w 111"/>
                  <a:gd name="T19" fmla="*/ 12 h 40"/>
                  <a:gd name="T20" fmla="*/ 95 w 111"/>
                  <a:gd name="T21" fmla="*/ 0 h 40"/>
                  <a:gd name="T22" fmla="*/ 111 w 111"/>
                  <a:gd name="T23" fmla="*/ 16 h 40"/>
                  <a:gd name="T24" fmla="*/ 111 w 111"/>
                  <a:gd name="T25" fmla="*/ 4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1" h="40">
                    <a:moveTo>
                      <a:pt x="111" y="40"/>
                    </a:moveTo>
                    <a:lnTo>
                      <a:pt x="0" y="40"/>
                    </a:lnTo>
                    <a:lnTo>
                      <a:pt x="0" y="16"/>
                    </a:lnTo>
                    <a:lnTo>
                      <a:pt x="17" y="0"/>
                    </a:lnTo>
                    <a:lnTo>
                      <a:pt x="29" y="12"/>
                    </a:lnTo>
                    <a:lnTo>
                      <a:pt x="17" y="24"/>
                    </a:lnTo>
                    <a:lnTo>
                      <a:pt x="17" y="24"/>
                    </a:lnTo>
                    <a:lnTo>
                      <a:pt x="95" y="24"/>
                    </a:lnTo>
                    <a:lnTo>
                      <a:pt x="95" y="24"/>
                    </a:lnTo>
                    <a:lnTo>
                      <a:pt x="83" y="12"/>
                    </a:lnTo>
                    <a:lnTo>
                      <a:pt x="95" y="0"/>
                    </a:lnTo>
                    <a:lnTo>
                      <a:pt x="111" y="16"/>
                    </a:lnTo>
                    <a:lnTo>
                      <a:pt x="111" y="40"/>
                    </a:lnTo>
                    <a:close/>
                  </a:path>
                </a:pathLst>
              </a:custGeom>
              <a:solidFill>
                <a:schemeClr val="tx1"/>
              </a:solidFill>
              <a:ln>
                <a:noFill/>
              </a:ln>
            </p:spPr>
            <p:txBody>
              <a:bodyPr vert="horz" wrap="square" lIns="68570" tIns="34285" rIns="68570" bIns="34285" numCol="1" anchor="t" anchorCtr="0" compatLnSpc="1">
                <a:prstTxWarp prst="textNoShape">
                  <a:avLst/>
                </a:prstTxWarp>
              </a:bodyPr>
              <a:lstStyle/>
              <a:p>
                <a:pPr defTabSz="685845" fontAlgn="auto">
                  <a:spcBef>
                    <a:spcPts val="0"/>
                  </a:spcBef>
                  <a:spcAft>
                    <a:spcPts val="0"/>
                  </a:spcAft>
                </a:pPr>
                <a:endParaRPr lang="en-US" sz="1350">
                  <a:solidFill>
                    <a:srgbClr val="FFFFFF"/>
                  </a:solidFill>
                  <a:latin typeface="Segoe UI"/>
                </a:endParaRPr>
              </a:p>
            </p:txBody>
          </p:sp>
        </p:grpSp>
      </p:grpSp>
      <p:grpSp>
        <p:nvGrpSpPr>
          <p:cNvPr id="10" name="Group 9"/>
          <p:cNvGrpSpPr/>
          <p:nvPr/>
        </p:nvGrpSpPr>
        <p:grpSpPr>
          <a:xfrm>
            <a:off x="4652736" y="1360415"/>
            <a:ext cx="1983058" cy="2809404"/>
            <a:chOff x="6203662" y="1813658"/>
            <a:chExt cx="2644453" cy="3746403"/>
          </a:xfrm>
        </p:grpSpPr>
        <p:sp>
          <p:nvSpPr>
            <p:cNvPr id="477" name="Rectangle 476"/>
            <p:cNvSpPr/>
            <p:nvPr/>
          </p:nvSpPr>
          <p:spPr bwMode="auto">
            <a:xfrm>
              <a:off x="6203662" y="1813658"/>
              <a:ext cx="2644453" cy="747021"/>
            </a:xfrm>
            <a:prstGeom prst="rect">
              <a:avLst/>
            </a:prstGeom>
            <a:solidFill>
              <a:schemeClr val="bg2"/>
            </a:solidFill>
            <a:ln w="3175">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34285" rIns="0" bIns="34285" numCol="1" rtlCol="0" anchor="ctr" anchorCtr="0" compatLnSpc="1">
              <a:prstTxWarp prst="textNoShape">
                <a:avLst/>
              </a:prstTxWarp>
            </a:bodyPr>
            <a:lstStyle/>
            <a:p>
              <a:pPr algn="ctr" defTabSz="685319" fontAlgn="auto">
                <a:lnSpc>
                  <a:spcPct val="90000"/>
                </a:lnSpc>
                <a:spcBef>
                  <a:spcPts val="0"/>
                </a:spcBef>
                <a:spcAft>
                  <a:spcPts val="0"/>
                </a:spcAft>
                <a:defRPr/>
              </a:pPr>
              <a:r>
                <a:rPr lang="en-US" sz="1765" kern="0" dirty="0">
                  <a:solidFill>
                    <a:srgbClr val="FFFFFF"/>
                  </a:solidFill>
                  <a:latin typeface="Segoe UI Semibold" panose="020B0702040204020203" pitchFamily="34" charset="0"/>
                  <a:cs typeface="Segoe UI Semibold" panose="020B0702040204020203" pitchFamily="34" charset="0"/>
                </a:rPr>
                <a:t>Intelligent</a:t>
              </a:r>
            </a:p>
            <a:p>
              <a:pPr algn="ctr" defTabSz="685319" fontAlgn="auto">
                <a:lnSpc>
                  <a:spcPct val="90000"/>
                </a:lnSpc>
                <a:spcBef>
                  <a:spcPts val="0"/>
                </a:spcBef>
                <a:spcAft>
                  <a:spcPts val="0"/>
                </a:spcAft>
                <a:defRPr/>
              </a:pPr>
              <a:r>
                <a:rPr lang="en-US" sz="1765" kern="0" dirty="0">
                  <a:solidFill>
                    <a:srgbClr val="FFFFFF"/>
                  </a:solidFill>
                  <a:latin typeface="Segoe UI Semibold" panose="020B0702040204020203" pitchFamily="34" charset="0"/>
                  <a:cs typeface="Segoe UI Semibold" panose="020B0702040204020203" pitchFamily="34" charset="0"/>
                </a:rPr>
                <a:t>Insights</a:t>
              </a:r>
            </a:p>
          </p:txBody>
        </p:sp>
        <p:sp>
          <p:nvSpPr>
            <p:cNvPr id="485" name="Rectangle 484"/>
            <p:cNvSpPr/>
            <p:nvPr/>
          </p:nvSpPr>
          <p:spPr bwMode="auto">
            <a:xfrm>
              <a:off x="6203662" y="4845819"/>
              <a:ext cx="2644453" cy="714242"/>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67203" tIns="67203" rIns="67203" bIns="33601" numCol="1" spcCol="0" rtlCol="0" fromWordArt="0" anchor="ctr" anchorCtr="0" forceAA="0" compatLnSpc="1">
              <a:prstTxWarp prst="textNoShape">
                <a:avLst/>
              </a:prstTxWarp>
              <a:noAutofit/>
            </a:bodyPr>
            <a:lstStyle/>
            <a:p>
              <a:pPr algn="ctr" defTabSz="685319" fontAlgn="auto">
                <a:lnSpc>
                  <a:spcPct val="90000"/>
                </a:lnSpc>
                <a:spcBef>
                  <a:spcPts val="0"/>
                </a:spcBef>
                <a:spcAft>
                  <a:spcPts val="441"/>
                </a:spcAft>
                <a:defRPr/>
              </a:pPr>
              <a:r>
                <a:rPr lang="en-US" sz="1324" kern="0" dirty="0">
                  <a:gradFill>
                    <a:gsLst>
                      <a:gs pos="2917">
                        <a:srgbClr val="FFFFFF"/>
                      </a:gs>
                      <a:gs pos="100000">
                        <a:srgbClr val="FFFFFF"/>
                      </a:gs>
                    </a:gsLst>
                    <a:lin ang="5400000" scaled="0"/>
                  </a:gradFill>
                  <a:latin typeface="Segoe UI"/>
                </a:rPr>
                <a:t>Cortana Intelligence Suite</a:t>
              </a:r>
            </a:p>
          </p:txBody>
        </p:sp>
        <p:grpSp>
          <p:nvGrpSpPr>
            <p:cNvPr id="7" name="Group 6"/>
            <p:cNvGrpSpPr/>
            <p:nvPr/>
          </p:nvGrpSpPr>
          <p:grpSpPr>
            <a:xfrm>
              <a:off x="7099150" y="3024722"/>
              <a:ext cx="853476" cy="1232797"/>
              <a:chOff x="7177176" y="2938840"/>
              <a:chExt cx="853476" cy="1232797"/>
            </a:xfrm>
          </p:grpSpPr>
          <p:sp>
            <p:nvSpPr>
              <p:cNvPr id="461" name="Freeform 460"/>
              <p:cNvSpPr>
                <a:spLocks noEditPoints="1"/>
              </p:cNvSpPr>
              <p:nvPr/>
            </p:nvSpPr>
            <p:spPr bwMode="auto">
              <a:xfrm>
                <a:off x="7177176" y="2938840"/>
                <a:ext cx="853476" cy="1232797"/>
              </a:xfrm>
              <a:custGeom>
                <a:avLst/>
                <a:gdLst>
                  <a:gd name="T0" fmla="*/ 76 w 152"/>
                  <a:gd name="T1" fmla="*/ 0 h 221"/>
                  <a:gd name="T2" fmla="*/ 96 w 152"/>
                  <a:gd name="T3" fmla="*/ 2 h 221"/>
                  <a:gd name="T4" fmla="*/ 115 w 152"/>
                  <a:gd name="T5" fmla="*/ 10 h 221"/>
                  <a:gd name="T6" fmla="*/ 130 w 152"/>
                  <a:gd name="T7" fmla="*/ 22 h 221"/>
                  <a:gd name="T8" fmla="*/ 142 w 152"/>
                  <a:gd name="T9" fmla="*/ 37 h 221"/>
                  <a:gd name="T10" fmla="*/ 150 w 152"/>
                  <a:gd name="T11" fmla="*/ 56 h 221"/>
                  <a:gd name="T12" fmla="*/ 152 w 152"/>
                  <a:gd name="T13" fmla="*/ 76 h 221"/>
                  <a:gd name="T14" fmla="*/ 146 w 152"/>
                  <a:gd name="T15" fmla="*/ 105 h 221"/>
                  <a:gd name="T16" fmla="*/ 129 w 152"/>
                  <a:gd name="T17" fmla="*/ 129 h 221"/>
                  <a:gd name="T18" fmla="*/ 115 w 152"/>
                  <a:gd name="T19" fmla="*/ 149 h 221"/>
                  <a:gd name="T20" fmla="*/ 111 w 152"/>
                  <a:gd name="T21" fmla="*/ 173 h 221"/>
                  <a:gd name="T22" fmla="*/ 111 w 152"/>
                  <a:gd name="T23" fmla="*/ 200 h 221"/>
                  <a:gd name="T24" fmla="*/ 109 w 152"/>
                  <a:gd name="T25" fmla="*/ 209 h 221"/>
                  <a:gd name="T26" fmla="*/ 105 w 152"/>
                  <a:gd name="T27" fmla="*/ 215 h 221"/>
                  <a:gd name="T28" fmla="*/ 98 w 152"/>
                  <a:gd name="T29" fmla="*/ 220 h 221"/>
                  <a:gd name="T30" fmla="*/ 90 w 152"/>
                  <a:gd name="T31" fmla="*/ 221 h 221"/>
                  <a:gd name="T32" fmla="*/ 62 w 152"/>
                  <a:gd name="T33" fmla="*/ 221 h 221"/>
                  <a:gd name="T34" fmla="*/ 54 w 152"/>
                  <a:gd name="T35" fmla="*/ 220 h 221"/>
                  <a:gd name="T36" fmla="*/ 48 w 152"/>
                  <a:gd name="T37" fmla="*/ 215 h 221"/>
                  <a:gd name="T38" fmla="*/ 43 w 152"/>
                  <a:gd name="T39" fmla="*/ 209 h 221"/>
                  <a:gd name="T40" fmla="*/ 41 w 152"/>
                  <a:gd name="T41" fmla="*/ 200 h 221"/>
                  <a:gd name="T42" fmla="*/ 41 w 152"/>
                  <a:gd name="T43" fmla="*/ 173 h 221"/>
                  <a:gd name="T44" fmla="*/ 37 w 152"/>
                  <a:gd name="T45" fmla="*/ 149 h 221"/>
                  <a:gd name="T46" fmla="*/ 23 w 152"/>
                  <a:gd name="T47" fmla="*/ 129 h 221"/>
                  <a:gd name="T48" fmla="*/ 6 w 152"/>
                  <a:gd name="T49" fmla="*/ 105 h 221"/>
                  <a:gd name="T50" fmla="*/ 0 w 152"/>
                  <a:gd name="T51" fmla="*/ 76 h 221"/>
                  <a:gd name="T52" fmla="*/ 3 w 152"/>
                  <a:gd name="T53" fmla="*/ 56 h 221"/>
                  <a:gd name="T54" fmla="*/ 10 w 152"/>
                  <a:gd name="T55" fmla="*/ 37 h 221"/>
                  <a:gd name="T56" fmla="*/ 22 w 152"/>
                  <a:gd name="T57" fmla="*/ 22 h 221"/>
                  <a:gd name="T58" fmla="*/ 38 w 152"/>
                  <a:gd name="T59" fmla="*/ 10 h 221"/>
                  <a:gd name="T60" fmla="*/ 56 w 152"/>
                  <a:gd name="T61" fmla="*/ 2 h 221"/>
                  <a:gd name="T62" fmla="*/ 76 w 152"/>
                  <a:gd name="T63" fmla="*/ 0 h 221"/>
                  <a:gd name="T64" fmla="*/ 90 w 152"/>
                  <a:gd name="T65" fmla="*/ 207 h 221"/>
                  <a:gd name="T66" fmla="*/ 95 w 152"/>
                  <a:gd name="T67" fmla="*/ 205 h 221"/>
                  <a:gd name="T68" fmla="*/ 97 w 152"/>
                  <a:gd name="T69" fmla="*/ 200 h 221"/>
                  <a:gd name="T70" fmla="*/ 97 w 152"/>
                  <a:gd name="T71" fmla="*/ 180 h 221"/>
                  <a:gd name="T72" fmla="*/ 55 w 152"/>
                  <a:gd name="T73" fmla="*/ 180 h 221"/>
                  <a:gd name="T74" fmla="*/ 55 w 152"/>
                  <a:gd name="T75" fmla="*/ 200 h 221"/>
                  <a:gd name="T76" fmla="*/ 57 w 152"/>
                  <a:gd name="T77" fmla="*/ 205 h 221"/>
                  <a:gd name="T78" fmla="*/ 62 w 152"/>
                  <a:gd name="T79" fmla="*/ 207 h 221"/>
                  <a:gd name="T80" fmla="*/ 90 w 152"/>
                  <a:gd name="T81" fmla="*/ 207 h 221"/>
                  <a:gd name="T82" fmla="*/ 97 w 152"/>
                  <a:gd name="T83" fmla="*/ 166 h 221"/>
                  <a:gd name="T84" fmla="*/ 104 w 152"/>
                  <a:gd name="T85" fmla="*/ 140 h 221"/>
                  <a:gd name="T86" fmla="*/ 120 w 152"/>
                  <a:gd name="T87" fmla="*/ 119 h 221"/>
                  <a:gd name="T88" fmla="*/ 134 w 152"/>
                  <a:gd name="T89" fmla="*/ 99 h 221"/>
                  <a:gd name="T90" fmla="*/ 138 w 152"/>
                  <a:gd name="T91" fmla="*/ 76 h 221"/>
                  <a:gd name="T92" fmla="*/ 133 w 152"/>
                  <a:gd name="T93" fmla="*/ 52 h 221"/>
                  <a:gd name="T94" fmla="*/ 120 w 152"/>
                  <a:gd name="T95" fmla="*/ 32 h 221"/>
                  <a:gd name="T96" fmla="*/ 100 w 152"/>
                  <a:gd name="T97" fmla="*/ 18 h 221"/>
                  <a:gd name="T98" fmla="*/ 76 w 152"/>
                  <a:gd name="T99" fmla="*/ 13 h 221"/>
                  <a:gd name="T100" fmla="*/ 52 w 152"/>
                  <a:gd name="T101" fmla="*/ 18 h 221"/>
                  <a:gd name="T102" fmla="*/ 32 w 152"/>
                  <a:gd name="T103" fmla="*/ 32 h 221"/>
                  <a:gd name="T104" fmla="*/ 19 w 152"/>
                  <a:gd name="T105" fmla="*/ 52 h 221"/>
                  <a:gd name="T106" fmla="*/ 14 w 152"/>
                  <a:gd name="T107" fmla="*/ 76 h 221"/>
                  <a:gd name="T108" fmla="*/ 19 w 152"/>
                  <a:gd name="T109" fmla="*/ 99 h 221"/>
                  <a:gd name="T110" fmla="*/ 32 w 152"/>
                  <a:gd name="T111" fmla="*/ 119 h 221"/>
                  <a:gd name="T112" fmla="*/ 48 w 152"/>
                  <a:gd name="T113" fmla="*/ 140 h 221"/>
                  <a:gd name="T114" fmla="*/ 55 w 152"/>
                  <a:gd name="T115" fmla="*/ 166 h 221"/>
                  <a:gd name="T116" fmla="*/ 97 w 152"/>
                  <a:gd name="T117" fmla="*/ 166 h 2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52" h="221">
                    <a:moveTo>
                      <a:pt x="76" y="0"/>
                    </a:moveTo>
                    <a:cubicBezTo>
                      <a:pt x="83" y="0"/>
                      <a:pt x="90" y="1"/>
                      <a:pt x="96" y="2"/>
                    </a:cubicBezTo>
                    <a:cubicBezTo>
                      <a:pt x="103" y="4"/>
                      <a:pt x="109" y="7"/>
                      <a:pt x="115" y="10"/>
                    </a:cubicBezTo>
                    <a:cubicBezTo>
                      <a:pt x="120" y="13"/>
                      <a:pt x="125" y="17"/>
                      <a:pt x="130" y="22"/>
                    </a:cubicBezTo>
                    <a:cubicBezTo>
                      <a:pt x="135" y="27"/>
                      <a:pt x="139" y="32"/>
                      <a:pt x="142" y="37"/>
                    </a:cubicBezTo>
                    <a:cubicBezTo>
                      <a:pt x="145" y="43"/>
                      <a:pt x="148" y="49"/>
                      <a:pt x="150" y="56"/>
                    </a:cubicBezTo>
                    <a:cubicBezTo>
                      <a:pt x="151" y="62"/>
                      <a:pt x="152" y="69"/>
                      <a:pt x="152" y="76"/>
                    </a:cubicBezTo>
                    <a:cubicBezTo>
                      <a:pt x="152" y="86"/>
                      <a:pt x="150" y="96"/>
                      <a:pt x="146" y="105"/>
                    </a:cubicBezTo>
                    <a:cubicBezTo>
                      <a:pt x="142" y="114"/>
                      <a:pt x="137" y="122"/>
                      <a:pt x="129" y="129"/>
                    </a:cubicBezTo>
                    <a:cubicBezTo>
                      <a:pt x="123" y="135"/>
                      <a:pt x="119" y="142"/>
                      <a:pt x="115" y="149"/>
                    </a:cubicBezTo>
                    <a:cubicBezTo>
                      <a:pt x="112" y="156"/>
                      <a:pt x="111" y="164"/>
                      <a:pt x="111" y="173"/>
                    </a:cubicBezTo>
                    <a:cubicBezTo>
                      <a:pt x="111" y="200"/>
                      <a:pt x="111" y="200"/>
                      <a:pt x="111" y="200"/>
                    </a:cubicBezTo>
                    <a:cubicBezTo>
                      <a:pt x="111" y="203"/>
                      <a:pt x="110" y="206"/>
                      <a:pt x="109" y="209"/>
                    </a:cubicBezTo>
                    <a:cubicBezTo>
                      <a:pt x="108" y="211"/>
                      <a:pt x="106" y="213"/>
                      <a:pt x="105" y="215"/>
                    </a:cubicBezTo>
                    <a:cubicBezTo>
                      <a:pt x="103" y="217"/>
                      <a:pt x="101" y="218"/>
                      <a:pt x="98" y="220"/>
                    </a:cubicBezTo>
                    <a:cubicBezTo>
                      <a:pt x="95" y="221"/>
                      <a:pt x="93" y="221"/>
                      <a:pt x="90" y="221"/>
                    </a:cubicBezTo>
                    <a:cubicBezTo>
                      <a:pt x="62" y="221"/>
                      <a:pt x="62" y="221"/>
                      <a:pt x="62" y="221"/>
                    </a:cubicBezTo>
                    <a:cubicBezTo>
                      <a:pt x="59" y="221"/>
                      <a:pt x="57" y="221"/>
                      <a:pt x="54" y="220"/>
                    </a:cubicBezTo>
                    <a:cubicBezTo>
                      <a:pt x="52" y="218"/>
                      <a:pt x="49" y="217"/>
                      <a:pt x="48" y="215"/>
                    </a:cubicBezTo>
                    <a:cubicBezTo>
                      <a:pt x="46" y="213"/>
                      <a:pt x="44" y="211"/>
                      <a:pt x="43" y="209"/>
                    </a:cubicBezTo>
                    <a:cubicBezTo>
                      <a:pt x="42" y="206"/>
                      <a:pt x="41" y="203"/>
                      <a:pt x="41" y="200"/>
                    </a:cubicBezTo>
                    <a:cubicBezTo>
                      <a:pt x="41" y="173"/>
                      <a:pt x="41" y="173"/>
                      <a:pt x="41" y="173"/>
                    </a:cubicBezTo>
                    <a:cubicBezTo>
                      <a:pt x="41" y="164"/>
                      <a:pt x="40" y="156"/>
                      <a:pt x="37" y="149"/>
                    </a:cubicBezTo>
                    <a:cubicBezTo>
                      <a:pt x="33" y="142"/>
                      <a:pt x="29" y="135"/>
                      <a:pt x="23" y="129"/>
                    </a:cubicBezTo>
                    <a:cubicBezTo>
                      <a:pt x="15" y="122"/>
                      <a:pt x="10" y="114"/>
                      <a:pt x="6" y="105"/>
                    </a:cubicBezTo>
                    <a:cubicBezTo>
                      <a:pt x="2" y="96"/>
                      <a:pt x="0" y="86"/>
                      <a:pt x="0" y="76"/>
                    </a:cubicBezTo>
                    <a:cubicBezTo>
                      <a:pt x="0" y="69"/>
                      <a:pt x="1" y="62"/>
                      <a:pt x="3" y="56"/>
                    </a:cubicBezTo>
                    <a:cubicBezTo>
                      <a:pt x="4" y="49"/>
                      <a:pt x="7" y="43"/>
                      <a:pt x="10" y="37"/>
                    </a:cubicBezTo>
                    <a:cubicBezTo>
                      <a:pt x="14" y="32"/>
                      <a:pt x="18" y="27"/>
                      <a:pt x="22" y="22"/>
                    </a:cubicBezTo>
                    <a:cubicBezTo>
                      <a:pt x="27" y="17"/>
                      <a:pt x="32" y="13"/>
                      <a:pt x="38" y="10"/>
                    </a:cubicBezTo>
                    <a:cubicBezTo>
                      <a:pt x="43" y="7"/>
                      <a:pt x="49" y="4"/>
                      <a:pt x="56" y="2"/>
                    </a:cubicBezTo>
                    <a:cubicBezTo>
                      <a:pt x="62" y="1"/>
                      <a:pt x="69" y="0"/>
                      <a:pt x="76" y="0"/>
                    </a:cubicBezTo>
                    <a:close/>
                    <a:moveTo>
                      <a:pt x="90" y="207"/>
                    </a:moveTo>
                    <a:cubicBezTo>
                      <a:pt x="92" y="207"/>
                      <a:pt x="93" y="207"/>
                      <a:pt x="95" y="205"/>
                    </a:cubicBezTo>
                    <a:cubicBezTo>
                      <a:pt x="96" y="204"/>
                      <a:pt x="97" y="202"/>
                      <a:pt x="97" y="200"/>
                    </a:cubicBezTo>
                    <a:cubicBezTo>
                      <a:pt x="97" y="180"/>
                      <a:pt x="97" y="180"/>
                      <a:pt x="97" y="180"/>
                    </a:cubicBezTo>
                    <a:cubicBezTo>
                      <a:pt x="55" y="180"/>
                      <a:pt x="55" y="180"/>
                      <a:pt x="55" y="180"/>
                    </a:cubicBezTo>
                    <a:cubicBezTo>
                      <a:pt x="55" y="200"/>
                      <a:pt x="55" y="200"/>
                      <a:pt x="55" y="200"/>
                    </a:cubicBezTo>
                    <a:cubicBezTo>
                      <a:pt x="55" y="202"/>
                      <a:pt x="56" y="204"/>
                      <a:pt x="57" y="205"/>
                    </a:cubicBezTo>
                    <a:cubicBezTo>
                      <a:pt x="59" y="207"/>
                      <a:pt x="60" y="207"/>
                      <a:pt x="62" y="207"/>
                    </a:cubicBezTo>
                    <a:cubicBezTo>
                      <a:pt x="90" y="207"/>
                      <a:pt x="90" y="207"/>
                      <a:pt x="90" y="207"/>
                    </a:cubicBezTo>
                    <a:close/>
                    <a:moveTo>
                      <a:pt x="97" y="166"/>
                    </a:moveTo>
                    <a:cubicBezTo>
                      <a:pt x="98" y="156"/>
                      <a:pt x="100" y="148"/>
                      <a:pt x="104" y="140"/>
                    </a:cubicBezTo>
                    <a:cubicBezTo>
                      <a:pt x="108" y="133"/>
                      <a:pt x="113" y="126"/>
                      <a:pt x="120" y="119"/>
                    </a:cubicBezTo>
                    <a:cubicBezTo>
                      <a:pt x="126" y="113"/>
                      <a:pt x="130" y="107"/>
                      <a:pt x="134" y="99"/>
                    </a:cubicBezTo>
                    <a:cubicBezTo>
                      <a:pt x="137" y="92"/>
                      <a:pt x="138" y="84"/>
                      <a:pt x="138" y="76"/>
                    </a:cubicBezTo>
                    <a:cubicBezTo>
                      <a:pt x="138" y="67"/>
                      <a:pt x="137" y="59"/>
                      <a:pt x="133" y="52"/>
                    </a:cubicBezTo>
                    <a:cubicBezTo>
                      <a:pt x="130" y="44"/>
                      <a:pt x="126" y="37"/>
                      <a:pt x="120" y="32"/>
                    </a:cubicBezTo>
                    <a:cubicBezTo>
                      <a:pt x="114" y="26"/>
                      <a:pt x="108" y="22"/>
                      <a:pt x="100" y="18"/>
                    </a:cubicBezTo>
                    <a:cubicBezTo>
                      <a:pt x="93" y="15"/>
                      <a:pt x="85" y="13"/>
                      <a:pt x="76" y="13"/>
                    </a:cubicBezTo>
                    <a:cubicBezTo>
                      <a:pt x="67" y="13"/>
                      <a:pt x="59" y="15"/>
                      <a:pt x="52" y="18"/>
                    </a:cubicBezTo>
                    <a:cubicBezTo>
                      <a:pt x="44" y="22"/>
                      <a:pt x="38" y="26"/>
                      <a:pt x="32" y="32"/>
                    </a:cubicBezTo>
                    <a:cubicBezTo>
                      <a:pt x="26" y="37"/>
                      <a:pt x="22" y="44"/>
                      <a:pt x="19" y="52"/>
                    </a:cubicBezTo>
                    <a:cubicBezTo>
                      <a:pt x="15" y="59"/>
                      <a:pt x="14" y="67"/>
                      <a:pt x="14" y="76"/>
                    </a:cubicBezTo>
                    <a:cubicBezTo>
                      <a:pt x="14" y="84"/>
                      <a:pt x="15" y="92"/>
                      <a:pt x="19" y="99"/>
                    </a:cubicBezTo>
                    <a:cubicBezTo>
                      <a:pt x="22" y="107"/>
                      <a:pt x="26" y="113"/>
                      <a:pt x="32" y="119"/>
                    </a:cubicBezTo>
                    <a:cubicBezTo>
                      <a:pt x="39" y="126"/>
                      <a:pt x="44" y="133"/>
                      <a:pt x="48" y="140"/>
                    </a:cubicBezTo>
                    <a:cubicBezTo>
                      <a:pt x="52" y="148"/>
                      <a:pt x="54" y="156"/>
                      <a:pt x="55" y="166"/>
                    </a:cubicBezTo>
                    <a:cubicBezTo>
                      <a:pt x="97" y="166"/>
                      <a:pt x="97" y="166"/>
                      <a:pt x="97" y="166"/>
                    </a:cubicBezTo>
                    <a:close/>
                  </a:path>
                </a:pathLst>
              </a:custGeom>
              <a:solidFill>
                <a:schemeClr val="tx1"/>
              </a:solidFill>
              <a:ln>
                <a:noFill/>
              </a:ln>
              <a:extLst/>
            </p:spPr>
            <p:txBody>
              <a:bodyPr vert="horz" wrap="square" lIns="67205" tIns="33603" rIns="67205" bIns="33603" numCol="1" anchor="t" anchorCtr="0" compatLnSpc="1">
                <a:prstTxWarp prst="textNoShape">
                  <a:avLst/>
                </a:prstTxWarp>
              </a:bodyPr>
              <a:lstStyle/>
              <a:p>
                <a:pPr defTabSz="685845" fontAlgn="auto">
                  <a:spcBef>
                    <a:spcPts val="0"/>
                  </a:spcBef>
                  <a:spcAft>
                    <a:spcPts val="0"/>
                  </a:spcAft>
                </a:pPr>
                <a:endParaRPr lang="en-US" sz="1323">
                  <a:solidFill>
                    <a:srgbClr val="FFFFFF"/>
                  </a:solidFill>
                  <a:latin typeface="Segoe UI"/>
                </a:endParaRPr>
              </a:p>
            </p:txBody>
          </p:sp>
          <p:sp>
            <p:nvSpPr>
              <p:cNvPr id="462" name="Freeform 1693"/>
              <p:cNvSpPr>
                <a:spLocks/>
              </p:cNvSpPr>
              <p:nvPr/>
            </p:nvSpPr>
            <p:spPr bwMode="auto">
              <a:xfrm>
                <a:off x="7308344" y="3303654"/>
                <a:ext cx="494465" cy="334009"/>
              </a:xfrm>
              <a:custGeom>
                <a:avLst/>
                <a:gdLst>
                  <a:gd name="T0" fmla="*/ 226 w 302"/>
                  <a:gd name="T1" fmla="*/ 0 h 204"/>
                  <a:gd name="T2" fmla="*/ 226 w 302"/>
                  <a:gd name="T3" fmla="*/ 19 h 204"/>
                  <a:gd name="T4" fmla="*/ 269 w 302"/>
                  <a:gd name="T5" fmla="*/ 19 h 204"/>
                  <a:gd name="T6" fmla="*/ 198 w 302"/>
                  <a:gd name="T7" fmla="*/ 93 h 204"/>
                  <a:gd name="T8" fmla="*/ 141 w 302"/>
                  <a:gd name="T9" fmla="*/ 36 h 204"/>
                  <a:gd name="T10" fmla="*/ 0 w 302"/>
                  <a:gd name="T11" fmla="*/ 178 h 204"/>
                  <a:gd name="T12" fmla="*/ 0 w 302"/>
                  <a:gd name="T13" fmla="*/ 204 h 204"/>
                  <a:gd name="T14" fmla="*/ 141 w 302"/>
                  <a:gd name="T15" fmla="*/ 62 h 204"/>
                  <a:gd name="T16" fmla="*/ 198 w 302"/>
                  <a:gd name="T17" fmla="*/ 119 h 204"/>
                  <a:gd name="T18" fmla="*/ 283 w 302"/>
                  <a:gd name="T19" fmla="*/ 34 h 204"/>
                  <a:gd name="T20" fmla="*/ 283 w 302"/>
                  <a:gd name="T21" fmla="*/ 76 h 204"/>
                  <a:gd name="T22" fmla="*/ 302 w 302"/>
                  <a:gd name="T23" fmla="*/ 76 h 204"/>
                  <a:gd name="T24" fmla="*/ 302 w 302"/>
                  <a:gd name="T25" fmla="*/ 0 h 204"/>
                  <a:gd name="T26" fmla="*/ 226 w 302"/>
                  <a:gd name="T27" fmla="*/ 0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02" h="204">
                    <a:moveTo>
                      <a:pt x="226" y="0"/>
                    </a:moveTo>
                    <a:lnTo>
                      <a:pt x="226" y="19"/>
                    </a:lnTo>
                    <a:lnTo>
                      <a:pt x="269" y="19"/>
                    </a:lnTo>
                    <a:lnTo>
                      <a:pt x="198" y="93"/>
                    </a:lnTo>
                    <a:lnTo>
                      <a:pt x="141" y="36"/>
                    </a:lnTo>
                    <a:lnTo>
                      <a:pt x="0" y="178"/>
                    </a:lnTo>
                    <a:lnTo>
                      <a:pt x="0" y="204"/>
                    </a:lnTo>
                    <a:lnTo>
                      <a:pt x="141" y="62"/>
                    </a:lnTo>
                    <a:lnTo>
                      <a:pt x="198" y="119"/>
                    </a:lnTo>
                    <a:lnTo>
                      <a:pt x="283" y="34"/>
                    </a:lnTo>
                    <a:lnTo>
                      <a:pt x="283" y="76"/>
                    </a:lnTo>
                    <a:lnTo>
                      <a:pt x="302" y="76"/>
                    </a:lnTo>
                    <a:lnTo>
                      <a:pt x="302" y="0"/>
                    </a:lnTo>
                    <a:lnTo>
                      <a:pt x="226" y="0"/>
                    </a:lnTo>
                    <a:close/>
                  </a:path>
                </a:pathLst>
              </a:custGeom>
              <a:solidFill>
                <a:schemeClr val="tx1"/>
              </a:solidFill>
              <a:ln>
                <a:noFill/>
              </a:ln>
            </p:spPr>
            <p:txBody>
              <a:bodyPr vert="horz" wrap="square" lIns="68570" tIns="34285" rIns="68570" bIns="34285" numCol="1" anchor="t" anchorCtr="0" compatLnSpc="1">
                <a:prstTxWarp prst="textNoShape">
                  <a:avLst/>
                </a:prstTxWarp>
              </a:bodyPr>
              <a:lstStyle/>
              <a:p>
                <a:pPr defTabSz="685845" fontAlgn="auto">
                  <a:spcBef>
                    <a:spcPts val="0"/>
                  </a:spcBef>
                  <a:spcAft>
                    <a:spcPts val="0"/>
                  </a:spcAft>
                </a:pPr>
                <a:endParaRPr lang="en-US" sz="1350">
                  <a:solidFill>
                    <a:srgbClr val="FFFFFF"/>
                  </a:solidFill>
                  <a:latin typeface="Segoe UI"/>
                </a:endParaRPr>
              </a:p>
            </p:txBody>
          </p:sp>
        </p:grpSp>
      </p:grpSp>
    </p:spTree>
    <p:extLst>
      <p:ext uri="{BB962C8B-B14F-4D97-AF65-F5344CB8AC3E}">
        <p14:creationId xmlns:p14="http://schemas.microsoft.com/office/powerpoint/2010/main" val="9369654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End-to-End Microsoft IoT Solution </a:t>
            </a:r>
          </a:p>
        </p:txBody>
      </p:sp>
      <p:sp>
        <p:nvSpPr>
          <p:cNvPr id="77" name="Rectangle 76"/>
          <p:cNvSpPr/>
          <p:nvPr/>
        </p:nvSpPr>
        <p:spPr bwMode="auto">
          <a:xfrm>
            <a:off x="314352" y="3554739"/>
            <a:ext cx="1654435" cy="479917"/>
          </a:xfrm>
          <a:prstGeom prst="rect">
            <a:avLst/>
          </a:prstGeom>
          <a:solidFill>
            <a:schemeClr val="accent1">
              <a:lumMod val="75000"/>
            </a:schemeClr>
          </a:solidFill>
          <a:ln w="3175">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34285" rIns="0" bIns="34285" numCol="1" rtlCol="0" anchor="ctr" anchorCtr="0" compatLnSpc="1">
            <a:prstTxWarp prst="textNoShape">
              <a:avLst/>
            </a:prstTxWarp>
          </a:bodyPr>
          <a:lstStyle/>
          <a:p>
            <a:pPr algn="ctr" defTabSz="699157">
              <a:lnSpc>
                <a:spcPct val="90000"/>
              </a:lnSpc>
            </a:pPr>
            <a:r>
              <a:rPr lang="en-US" sz="1324" b="1" kern="0" dirty="0">
                <a:solidFill>
                  <a:srgbClr val="FFFFFF"/>
                </a:solidFill>
                <a:latin typeface="Segoe UI"/>
                <a:ea typeface="Segoe UI" pitchFamily="34" charset="0"/>
                <a:cs typeface="Segoe UI" pitchFamily="34" charset="0"/>
              </a:rPr>
              <a:t>Works With Windows</a:t>
            </a:r>
            <a:endParaRPr lang="en-US" sz="1765" b="1" kern="0" dirty="0">
              <a:solidFill>
                <a:srgbClr val="FFFFFF"/>
              </a:solidFill>
              <a:latin typeface="Segoe UI"/>
              <a:ea typeface="Segoe UI" pitchFamily="34" charset="0"/>
              <a:cs typeface="Segoe UI" pitchFamily="34" charset="0"/>
            </a:endParaRPr>
          </a:p>
        </p:txBody>
      </p:sp>
      <p:sp>
        <p:nvSpPr>
          <p:cNvPr id="78" name="Rectangle 77"/>
          <p:cNvSpPr/>
          <p:nvPr/>
        </p:nvSpPr>
        <p:spPr bwMode="auto">
          <a:xfrm>
            <a:off x="2021048" y="3554739"/>
            <a:ext cx="5067825" cy="479917"/>
          </a:xfrm>
          <a:prstGeom prst="rect">
            <a:avLst/>
          </a:prstGeom>
          <a:solidFill>
            <a:schemeClr val="accent1">
              <a:lumMod val="75000"/>
            </a:schemeClr>
          </a:solidFill>
          <a:ln w="3175">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34285" rIns="0" bIns="34285" numCol="1" rtlCol="0" anchor="ctr" anchorCtr="0" compatLnSpc="1">
            <a:prstTxWarp prst="textNoShape">
              <a:avLst/>
            </a:prstTxWarp>
          </a:bodyPr>
          <a:lstStyle/>
          <a:p>
            <a:pPr algn="ctr" defTabSz="699157">
              <a:lnSpc>
                <a:spcPct val="90000"/>
              </a:lnSpc>
            </a:pPr>
            <a:r>
              <a:rPr lang="en-US" sz="1324" b="1" kern="0" dirty="0">
                <a:solidFill>
                  <a:srgbClr val="FFFFFF"/>
                </a:solidFill>
                <a:latin typeface="Segoe UI"/>
                <a:ea typeface="Segoe UI" pitchFamily="34" charset="0"/>
                <a:cs typeface="Segoe UI" pitchFamily="34" charset="0"/>
              </a:rPr>
              <a:t>Works On Windows</a:t>
            </a:r>
            <a:endParaRPr lang="en-US" sz="1765" b="1" kern="0" dirty="0">
              <a:solidFill>
                <a:srgbClr val="FFFFFF"/>
              </a:solidFill>
              <a:latin typeface="Segoe UI"/>
              <a:ea typeface="Segoe UI" pitchFamily="34" charset="0"/>
              <a:cs typeface="Segoe UI" pitchFamily="34" charset="0"/>
            </a:endParaRPr>
          </a:p>
        </p:txBody>
      </p:sp>
      <p:sp>
        <p:nvSpPr>
          <p:cNvPr id="83" name="Rectangle 82"/>
          <p:cNvSpPr/>
          <p:nvPr/>
        </p:nvSpPr>
        <p:spPr bwMode="auto">
          <a:xfrm>
            <a:off x="7141135" y="3554739"/>
            <a:ext cx="1654435" cy="479917"/>
          </a:xfrm>
          <a:prstGeom prst="rect">
            <a:avLst/>
          </a:prstGeom>
          <a:solidFill>
            <a:schemeClr val="accent1">
              <a:lumMod val="75000"/>
            </a:schemeClr>
          </a:solidFill>
          <a:ln w="3175">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34285" rIns="0" bIns="34285" numCol="1" rtlCol="0" anchor="ctr" anchorCtr="0" compatLnSpc="1">
            <a:prstTxWarp prst="textNoShape">
              <a:avLst/>
            </a:prstTxWarp>
          </a:bodyPr>
          <a:lstStyle/>
          <a:p>
            <a:pPr algn="ctr" defTabSz="699157">
              <a:lnSpc>
                <a:spcPct val="90000"/>
              </a:lnSpc>
            </a:pPr>
            <a:r>
              <a:rPr lang="en-US" sz="1324" b="1" kern="0">
                <a:solidFill>
                  <a:srgbClr val="FFFFFF"/>
                </a:solidFill>
                <a:latin typeface="Segoe UI"/>
                <a:ea typeface="Segoe UI" pitchFamily="34" charset="0"/>
                <a:cs typeface="Segoe UI" pitchFamily="34" charset="0"/>
              </a:rPr>
              <a:t>Works With Windows</a:t>
            </a:r>
            <a:endParaRPr lang="en-US" sz="1765" b="1" kern="0" dirty="0">
              <a:solidFill>
                <a:srgbClr val="FFFFFF"/>
              </a:solidFill>
              <a:latin typeface="Segoe UI"/>
              <a:ea typeface="Segoe UI" pitchFamily="34" charset="0"/>
              <a:cs typeface="Segoe UI" pitchFamily="34" charset="0"/>
            </a:endParaRPr>
          </a:p>
        </p:txBody>
      </p:sp>
      <p:grpSp>
        <p:nvGrpSpPr>
          <p:cNvPr id="16" name="Group 15"/>
          <p:cNvGrpSpPr/>
          <p:nvPr/>
        </p:nvGrpSpPr>
        <p:grpSpPr>
          <a:xfrm>
            <a:off x="314353" y="1470377"/>
            <a:ext cx="1654435" cy="2037602"/>
            <a:chOff x="426720" y="1999106"/>
            <a:chExt cx="2250465" cy="2771673"/>
          </a:xfrm>
        </p:grpSpPr>
        <p:sp>
          <p:nvSpPr>
            <p:cNvPr id="5" name="Rectangle 4"/>
            <p:cNvSpPr/>
            <p:nvPr/>
          </p:nvSpPr>
          <p:spPr bwMode="auto">
            <a:xfrm>
              <a:off x="426720" y="2642515"/>
              <a:ext cx="2250465" cy="2128264"/>
            </a:xfrm>
            <a:prstGeom prst="rect">
              <a:avLst/>
            </a:prstGeom>
            <a:noFill/>
            <a:ln w="3175">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134445" tIns="134445" rIns="134445" bIns="34285" numCol="1" rtlCol="0" anchor="t" anchorCtr="0" compatLnSpc="1">
              <a:prstTxWarp prst="textNoShape">
                <a:avLst/>
              </a:prstTxWarp>
            </a:bodyPr>
            <a:lstStyle/>
            <a:p>
              <a:pPr defTabSz="672229" fontAlgn="auto">
                <a:lnSpc>
                  <a:spcPct val="90000"/>
                </a:lnSpc>
                <a:spcBef>
                  <a:spcPts val="0"/>
                </a:spcBef>
                <a:spcAft>
                  <a:spcPts val="450"/>
                </a:spcAft>
                <a:defRPr/>
              </a:pPr>
              <a:r>
                <a:rPr lang="en-US" sz="1324" b="1" kern="0" dirty="0">
                  <a:gradFill>
                    <a:gsLst>
                      <a:gs pos="2917">
                        <a:srgbClr val="FFFFFF"/>
                      </a:gs>
                      <a:gs pos="30000">
                        <a:srgbClr val="FFFFFF"/>
                      </a:gs>
                    </a:gsLst>
                    <a:lin ang="5400000" scaled="0"/>
                  </a:gradFill>
                  <a:latin typeface="Segoe UI"/>
                </a:rPr>
                <a:t>Sensors and Things</a:t>
              </a:r>
              <a:endParaRPr lang="en-US" sz="1324" kern="0" dirty="0">
                <a:gradFill>
                  <a:gsLst>
                    <a:gs pos="2917">
                      <a:srgbClr val="FFFFFF"/>
                    </a:gs>
                    <a:gs pos="30000">
                      <a:srgbClr val="FFFFFF"/>
                    </a:gs>
                  </a:gsLst>
                  <a:lin ang="5400000" scaled="0"/>
                </a:gradFill>
                <a:latin typeface="Segoe UI"/>
              </a:endParaRPr>
            </a:p>
            <a:p>
              <a:pPr defTabSz="685607" fontAlgn="auto">
                <a:lnSpc>
                  <a:spcPct val="90000"/>
                </a:lnSpc>
                <a:spcBef>
                  <a:spcPts val="0"/>
                </a:spcBef>
                <a:spcAft>
                  <a:spcPts val="450"/>
                </a:spcAft>
                <a:defRPr/>
              </a:pPr>
              <a:r>
                <a:rPr lang="en-US" sz="1176" kern="0" dirty="0">
                  <a:gradFill>
                    <a:gsLst>
                      <a:gs pos="2917">
                        <a:srgbClr val="FFFFFF"/>
                      </a:gs>
                      <a:gs pos="30000">
                        <a:srgbClr val="FFFFFF"/>
                      </a:gs>
                    </a:gsLst>
                    <a:lin ang="5400000" scaled="0"/>
                  </a:gradFill>
                  <a:latin typeface="Segoe UI"/>
                </a:rPr>
                <a:t>Data generation</a:t>
              </a:r>
            </a:p>
            <a:p>
              <a:pPr defTabSz="672229" fontAlgn="auto">
                <a:lnSpc>
                  <a:spcPct val="90000"/>
                </a:lnSpc>
                <a:spcBef>
                  <a:spcPts val="0"/>
                </a:spcBef>
                <a:spcAft>
                  <a:spcPts val="450"/>
                </a:spcAft>
                <a:defRPr/>
              </a:pPr>
              <a:r>
                <a:rPr lang="en-US" sz="1176" kern="0" dirty="0">
                  <a:gradFill>
                    <a:gsLst>
                      <a:gs pos="2917">
                        <a:srgbClr val="FFFFFF"/>
                      </a:gs>
                      <a:gs pos="30000">
                        <a:srgbClr val="FFFFFF"/>
                      </a:gs>
                    </a:gsLst>
                    <a:lin ang="5400000" scaled="0"/>
                  </a:gradFill>
                  <a:latin typeface="Segoe UI"/>
                </a:rPr>
                <a:t>Basic security/</a:t>
              </a:r>
              <a:r>
                <a:rPr lang="en-US" sz="1176" kern="0" dirty="0" err="1">
                  <a:gradFill>
                    <a:gsLst>
                      <a:gs pos="2917">
                        <a:srgbClr val="FFFFFF"/>
                      </a:gs>
                      <a:gs pos="30000">
                        <a:srgbClr val="FFFFFF"/>
                      </a:gs>
                    </a:gsLst>
                    <a:lin ang="5400000" scaled="0"/>
                  </a:gradFill>
                  <a:latin typeface="Segoe UI"/>
                </a:rPr>
                <a:t>mgmt</a:t>
              </a:r>
              <a:endParaRPr lang="en-US" sz="1176" kern="0" dirty="0">
                <a:gradFill>
                  <a:gsLst>
                    <a:gs pos="2917">
                      <a:srgbClr val="FFFFFF"/>
                    </a:gs>
                    <a:gs pos="30000">
                      <a:srgbClr val="FFFFFF"/>
                    </a:gs>
                  </a:gsLst>
                  <a:lin ang="5400000" scaled="0"/>
                </a:gradFill>
                <a:latin typeface="Segoe UI"/>
              </a:endParaRPr>
            </a:p>
            <a:p>
              <a:pPr defTabSz="672229" fontAlgn="auto">
                <a:lnSpc>
                  <a:spcPct val="90000"/>
                </a:lnSpc>
                <a:spcBef>
                  <a:spcPts val="0"/>
                </a:spcBef>
                <a:spcAft>
                  <a:spcPts val="450"/>
                </a:spcAft>
                <a:defRPr/>
              </a:pPr>
              <a:r>
                <a:rPr lang="en-US" sz="1176" kern="0" dirty="0">
                  <a:gradFill>
                    <a:gsLst>
                      <a:gs pos="2917">
                        <a:srgbClr val="FFFFFF"/>
                      </a:gs>
                      <a:gs pos="30000">
                        <a:srgbClr val="FFFFFF"/>
                      </a:gs>
                    </a:gsLst>
                    <a:lin ang="5400000" scaled="0"/>
                  </a:gradFill>
                  <a:latin typeface="Segoe UI"/>
                </a:rPr>
                <a:t>Very low cost/high volume</a:t>
              </a:r>
            </a:p>
          </p:txBody>
        </p:sp>
        <p:grpSp>
          <p:nvGrpSpPr>
            <p:cNvPr id="91" name="Group 90"/>
            <p:cNvGrpSpPr/>
            <p:nvPr/>
          </p:nvGrpSpPr>
          <p:grpSpPr>
            <a:xfrm>
              <a:off x="696115" y="1999106"/>
              <a:ext cx="1455172" cy="578676"/>
              <a:chOff x="858569" y="2245437"/>
              <a:chExt cx="1455172" cy="578676"/>
            </a:xfrm>
          </p:grpSpPr>
          <p:sp>
            <p:nvSpPr>
              <p:cNvPr id="92" name="Freeform 5"/>
              <p:cNvSpPr>
                <a:spLocks noEditPoints="1"/>
              </p:cNvSpPr>
              <p:nvPr/>
            </p:nvSpPr>
            <p:spPr bwMode="auto">
              <a:xfrm>
                <a:off x="858569" y="2245437"/>
                <a:ext cx="347445" cy="227783"/>
              </a:xfrm>
              <a:custGeom>
                <a:avLst/>
                <a:gdLst>
                  <a:gd name="T0" fmla="*/ 312 w 594"/>
                  <a:gd name="T1" fmla="*/ 375 h 378"/>
                  <a:gd name="T2" fmla="*/ 321 w 594"/>
                  <a:gd name="T3" fmla="*/ 295 h 378"/>
                  <a:gd name="T4" fmla="*/ 294 w 594"/>
                  <a:gd name="T5" fmla="*/ 355 h 378"/>
                  <a:gd name="T6" fmla="*/ 222 w 594"/>
                  <a:gd name="T7" fmla="*/ 378 h 378"/>
                  <a:gd name="T8" fmla="*/ 245 w 594"/>
                  <a:gd name="T9" fmla="*/ 306 h 378"/>
                  <a:gd name="T10" fmla="*/ 192 w 594"/>
                  <a:gd name="T11" fmla="*/ 340 h 378"/>
                  <a:gd name="T12" fmla="*/ 198 w 594"/>
                  <a:gd name="T13" fmla="*/ 378 h 378"/>
                  <a:gd name="T14" fmla="*/ 101 w 594"/>
                  <a:gd name="T15" fmla="*/ 322 h 378"/>
                  <a:gd name="T16" fmla="*/ 225 w 594"/>
                  <a:gd name="T17" fmla="*/ 133 h 378"/>
                  <a:gd name="T18" fmla="*/ 188 w 594"/>
                  <a:gd name="T19" fmla="*/ 63 h 378"/>
                  <a:gd name="T20" fmla="*/ 208 w 594"/>
                  <a:gd name="T21" fmla="*/ 157 h 378"/>
                  <a:gd name="T22" fmla="*/ 84 w 594"/>
                  <a:gd name="T23" fmla="*/ 310 h 378"/>
                  <a:gd name="T24" fmla="*/ 60 w 594"/>
                  <a:gd name="T25" fmla="*/ 378 h 378"/>
                  <a:gd name="T26" fmla="*/ 90 w 594"/>
                  <a:gd name="T27" fmla="*/ 266 h 378"/>
                  <a:gd name="T28" fmla="*/ 137 w 594"/>
                  <a:gd name="T29" fmla="*/ 106 h 378"/>
                  <a:gd name="T30" fmla="*/ 106 w 594"/>
                  <a:gd name="T31" fmla="*/ 188 h 378"/>
                  <a:gd name="T32" fmla="*/ 47 w 594"/>
                  <a:gd name="T33" fmla="*/ 286 h 378"/>
                  <a:gd name="T34" fmla="*/ 36 w 594"/>
                  <a:gd name="T35" fmla="*/ 378 h 378"/>
                  <a:gd name="T36" fmla="*/ 0 w 594"/>
                  <a:gd name="T37" fmla="*/ 138 h 378"/>
                  <a:gd name="T38" fmla="*/ 151 w 594"/>
                  <a:gd name="T39" fmla="*/ 0 h 378"/>
                  <a:gd name="T40" fmla="*/ 284 w 594"/>
                  <a:gd name="T41" fmla="*/ 54 h 378"/>
                  <a:gd name="T42" fmla="*/ 325 w 594"/>
                  <a:gd name="T43" fmla="*/ 55 h 378"/>
                  <a:gd name="T44" fmla="*/ 366 w 594"/>
                  <a:gd name="T45" fmla="*/ 0 h 378"/>
                  <a:gd name="T46" fmla="*/ 343 w 594"/>
                  <a:gd name="T47" fmla="*/ 203 h 378"/>
                  <a:gd name="T48" fmla="*/ 392 w 594"/>
                  <a:gd name="T49" fmla="*/ 168 h 378"/>
                  <a:gd name="T50" fmla="*/ 594 w 594"/>
                  <a:gd name="T51" fmla="*/ 0 h 378"/>
                  <a:gd name="T52" fmla="*/ 531 w 594"/>
                  <a:gd name="T53" fmla="*/ 378 h 378"/>
                  <a:gd name="T54" fmla="*/ 471 w 594"/>
                  <a:gd name="T55" fmla="*/ 378 h 378"/>
                  <a:gd name="T56" fmla="*/ 384 w 594"/>
                  <a:gd name="T57" fmla="*/ 349 h 378"/>
                  <a:gd name="T58" fmla="*/ 360 w 594"/>
                  <a:gd name="T59" fmla="*/ 294 h 378"/>
                  <a:gd name="T60" fmla="*/ 366 w 594"/>
                  <a:gd name="T61" fmla="*/ 375 h 378"/>
                  <a:gd name="T62" fmla="*/ 426 w 594"/>
                  <a:gd name="T63" fmla="*/ 157 h 378"/>
                  <a:gd name="T64" fmla="*/ 549 w 594"/>
                  <a:gd name="T65" fmla="*/ 158 h 378"/>
                  <a:gd name="T66" fmla="*/ 437 w 594"/>
                  <a:gd name="T67" fmla="*/ 45 h 378"/>
                  <a:gd name="T68" fmla="*/ 429 w 594"/>
                  <a:gd name="T69" fmla="*/ 277 h 378"/>
                  <a:gd name="T70" fmla="*/ 429 w 594"/>
                  <a:gd name="T71" fmla="*/ 315 h 378"/>
                  <a:gd name="T72" fmla="*/ 477 w 594"/>
                  <a:gd name="T73" fmla="*/ 242 h 378"/>
                  <a:gd name="T74" fmla="*/ 429 w 594"/>
                  <a:gd name="T75" fmla="*/ 277 h 378"/>
                  <a:gd name="T76" fmla="*/ 523 w 594"/>
                  <a:gd name="T77" fmla="*/ 219 h 378"/>
                  <a:gd name="T78" fmla="*/ 523 w 594"/>
                  <a:gd name="T79" fmla="*/ 336 h 378"/>
                  <a:gd name="T80" fmla="*/ 261 w 594"/>
                  <a:gd name="T81" fmla="*/ 238 h 378"/>
                  <a:gd name="T82" fmla="*/ 235 w 594"/>
                  <a:gd name="T83" fmla="*/ 264 h 378"/>
                  <a:gd name="T84" fmla="*/ 330 w 594"/>
                  <a:gd name="T85" fmla="*/ 238 h 378"/>
                  <a:gd name="T86" fmla="*/ 305 w 594"/>
                  <a:gd name="T87" fmla="*/ 264 h 378"/>
                  <a:gd name="T88" fmla="*/ 279 w 594"/>
                  <a:gd name="T89" fmla="*/ 161 h 3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94" h="378">
                    <a:moveTo>
                      <a:pt x="363" y="378"/>
                    </a:moveTo>
                    <a:cubicBezTo>
                      <a:pt x="347" y="378"/>
                      <a:pt x="331" y="378"/>
                      <a:pt x="315" y="378"/>
                    </a:cubicBezTo>
                    <a:cubicBezTo>
                      <a:pt x="314" y="377"/>
                      <a:pt x="313" y="376"/>
                      <a:pt x="312" y="375"/>
                    </a:cubicBezTo>
                    <a:cubicBezTo>
                      <a:pt x="312" y="372"/>
                      <a:pt x="312" y="370"/>
                      <a:pt x="312" y="367"/>
                    </a:cubicBezTo>
                    <a:cubicBezTo>
                      <a:pt x="312" y="353"/>
                      <a:pt x="309" y="339"/>
                      <a:pt x="324" y="328"/>
                    </a:cubicBezTo>
                    <a:cubicBezTo>
                      <a:pt x="335" y="320"/>
                      <a:pt x="331" y="303"/>
                      <a:pt x="321" y="295"/>
                    </a:cubicBezTo>
                    <a:cubicBezTo>
                      <a:pt x="311" y="286"/>
                      <a:pt x="297" y="286"/>
                      <a:pt x="287" y="295"/>
                    </a:cubicBezTo>
                    <a:cubicBezTo>
                      <a:pt x="278" y="304"/>
                      <a:pt x="275" y="320"/>
                      <a:pt x="285" y="329"/>
                    </a:cubicBezTo>
                    <a:cubicBezTo>
                      <a:pt x="294" y="337"/>
                      <a:pt x="294" y="346"/>
                      <a:pt x="294" y="355"/>
                    </a:cubicBezTo>
                    <a:cubicBezTo>
                      <a:pt x="294" y="362"/>
                      <a:pt x="294" y="368"/>
                      <a:pt x="294" y="375"/>
                    </a:cubicBezTo>
                    <a:cubicBezTo>
                      <a:pt x="293" y="376"/>
                      <a:pt x="292" y="377"/>
                      <a:pt x="291" y="378"/>
                    </a:cubicBezTo>
                    <a:cubicBezTo>
                      <a:pt x="268" y="378"/>
                      <a:pt x="245" y="378"/>
                      <a:pt x="222" y="378"/>
                    </a:cubicBezTo>
                    <a:cubicBezTo>
                      <a:pt x="221" y="377"/>
                      <a:pt x="220" y="376"/>
                      <a:pt x="219" y="375"/>
                    </a:cubicBezTo>
                    <a:cubicBezTo>
                      <a:pt x="223" y="365"/>
                      <a:pt x="211" y="351"/>
                      <a:pt x="228" y="344"/>
                    </a:cubicBezTo>
                    <a:cubicBezTo>
                      <a:pt x="242" y="337"/>
                      <a:pt x="249" y="320"/>
                      <a:pt x="245" y="306"/>
                    </a:cubicBezTo>
                    <a:cubicBezTo>
                      <a:pt x="242" y="291"/>
                      <a:pt x="229" y="280"/>
                      <a:pt x="215" y="279"/>
                    </a:cubicBezTo>
                    <a:cubicBezTo>
                      <a:pt x="201" y="278"/>
                      <a:pt x="186" y="288"/>
                      <a:pt x="180" y="302"/>
                    </a:cubicBezTo>
                    <a:cubicBezTo>
                      <a:pt x="174" y="316"/>
                      <a:pt x="178" y="330"/>
                      <a:pt x="192" y="340"/>
                    </a:cubicBezTo>
                    <a:cubicBezTo>
                      <a:pt x="200" y="346"/>
                      <a:pt x="202" y="351"/>
                      <a:pt x="201" y="360"/>
                    </a:cubicBezTo>
                    <a:cubicBezTo>
                      <a:pt x="201" y="365"/>
                      <a:pt x="201" y="370"/>
                      <a:pt x="201" y="375"/>
                    </a:cubicBezTo>
                    <a:cubicBezTo>
                      <a:pt x="200" y="376"/>
                      <a:pt x="199" y="377"/>
                      <a:pt x="198" y="378"/>
                    </a:cubicBezTo>
                    <a:cubicBezTo>
                      <a:pt x="167" y="378"/>
                      <a:pt x="136" y="378"/>
                      <a:pt x="105" y="378"/>
                    </a:cubicBezTo>
                    <a:cubicBezTo>
                      <a:pt x="104" y="377"/>
                      <a:pt x="103" y="376"/>
                      <a:pt x="101" y="375"/>
                    </a:cubicBezTo>
                    <a:cubicBezTo>
                      <a:pt x="101" y="357"/>
                      <a:pt x="102" y="340"/>
                      <a:pt x="101" y="322"/>
                    </a:cubicBezTo>
                    <a:cubicBezTo>
                      <a:pt x="101" y="311"/>
                      <a:pt x="104" y="303"/>
                      <a:pt x="112" y="295"/>
                    </a:cubicBezTo>
                    <a:cubicBezTo>
                      <a:pt x="139" y="269"/>
                      <a:pt x="163" y="240"/>
                      <a:pt x="191" y="217"/>
                    </a:cubicBezTo>
                    <a:cubicBezTo>
                      <a:pt x="218" y="194"/>
                      <a:pt x="231" y="168"/>
                      <a:pt x="225" y="133"/>
                    </a:cubicBezTo>
                    <a:cubicBezTo>
                      <a:pt x="224" y="124"/>
                      <a:pt x="225" y="116"/>
                      <a:pt x="235" y="109"/>
                    </a:cubicBezTo>
                    <a:cubicBezTo>
                      <a:pt x="252" y="99"/>
                      <a:pt x="253" y="75"/>
                      <a:pt x="240" y="61"/>
                    </a:cubicBezTo>
                    <a:cubicBezTo>
                      <a:pt x="227" y="47"/>
                      <a:pt x="201" y="48"/>
                      <a:pt x="188" y="63"/>
                    </a:cubicBezTo>
                    <a:cubicBezTo>
                      <a:pt x="176" y="77"/>
                      <a:pt x="177" y="98"/>
                      <a:pt x="194" y="108"/>
                    </a:cubicBezTo>
                    <a:cubicBezTo>
                      <a:pt x="207" y="116"/>
                      <a:pt x="209" y="125"/>
                      <a:pt x="208" y="138"/>
                    </a:cubicBezTo>
                    <a:cubicBezTo>
                      <a:pt x="207" y="144"/>
                      <a:pt x="207" y="151"/>
                      <a:pt x="208" y="157"/>
                    </a:cubicBezTo>
                    <a:cubicBezTo>
                      <a:pt x="209" y="169"/>
                      <a:pt x="205" y="177"/>
                      <a:pt x="197" y="185"/>
                    </a:cubicBezTo>
                    <a:cubicBezTo>
                      <a:pt x="161" y="221"/>
                      <a:pt x="127" y="257"/>
                      <a:pt x="92" y="294"/>
                    </a:cubicBezTo>
                    <a:cubicBezTo>
                      <a:pt x="87" y="299"/>
                      <a:pt x="84" y="303"/>
                      <a:pt x="84" y="310"/>
                    </a:cubicBezTo>
                    <a:cubicBezTo>
                      <a:pt x="84" y="332"/>
                      <a:pt x="84" y="353"/>
                      <a:pt x="84" y="375"/>
                    </a:cubicBezTo>
                    <a:cubicBezTo>
                      <a:pt x="83" y="376"/>
                      <a:pt x="82" y="377"/>
                      <a:pt x="81" y="378"/>
                    </a:cubicBezTo>
                    <a:cubicBezTo>
                      <a:pt x="74" y="378"/>
                      <a:pt x="67" y="378"/>
                      <a:pt x="60" y="378"/>
                    </a:cubicBezTo>
                    <a:cubicBezTo>
                      <a:pt x="59" y="377"/>
                      <a:pt x="58" y="376"/>
                      <a:pt x="56" y="374"/>
                    </a:cubicBezTo>
                    <a:cubicBezTo>
                      <a:pt x="56" y="367"/>
                      <a:pt x="57" y="359"/>
                      <a:pt x="56" y="352"/>
                    </a:cubicBezTo>
                    <a:cubicBezTo>
                      <a:pt x="50" y="316"/>
                      <a:pt x="61" y="288"/>
                      <a:pt x="90" y="266"/>
                    </a:cubicBezTo>
                    <a:cubicBezTo>
                      <a:pt x="119" y="244"/>
                      <a:pt x="128" y="216"/>
                      <a:pt x="123" y="181"/>
                    </a:cubicBezTo>
                    <a:cubicBezTo>
                      <a:pt x="122" y="172"/>
                      <a:pt x="123" y="164"/>
                      <a:pt x="134" y="158"/>
                    </a:cubicBezTo>
                    <a:cubicBezTo>
                      <a:pt x="151" y="147"/>
                      <a:pt x="152" y="122"/>
                      <a:pt x="137" y="106"/>
                    </a:cubicBezTo>
                    <a:cubicBezTo>
                      <a:pt x="126" y="93"/>
                      <a:pt x="107" y="93"/>
                      <a:pt x="93" y="106"/>
                    </a:cubicBezTo>
                    <a:cubicBezTo>
                      <a:pt x="78" y="120"/>
                      <a:pt x="76" y="142"/>
                      <a:pt x="92" y="154"/>
                    </a:cubicBezTo>
                    <a:cubicBezTo>
                      <a:pt x="106" y="164"/>
                      <a:pt x="107" y="175"/>
                      <a:pt x="106" y="188"/>
                    </a:cubicBezTo>
                    <a:cubicBezTo>
                      <a:pt x="105" y="197"/>
                      <a:pt x="105" y="205"/>
                      <a:pt x="106" y="214"/>
                    </a:cubicBezTo>
                    <a:cubicBezTo>
                      <a:pt x="107" y="223"/>
                      <a:pt x="104" y="229"/>
                      <a:pt x="97" y="235"/>
                    </a:cubicBezTo>
                    <a:cubicBezTo>
                      <a:pt x="80" y="252"/>
                      <a:pt x="64" y="269"/>
                      <a:pt x="47" y="286"/>
                    </a:cubicBezTo>
                    <a:cubicBezTo>
                      <a:pt x="42" y="291"/>
                      <a:pt x="39" y="295"/>
                      <a:pt x="39" y="303"/>
                    </a:cubicBezTo>
                    <a:cubicBezTo>
                      <a:pt x="39" y="327"/>
                      <a:pt x="39" y="351"/>
                      <a:pt x="39" y="375"/>
                    </a:cubicBezTo>
                    <a:cubicBezTo>
                      <a:pt x="38" y="376"/>
                      <a:pt x="37" y="377"/>
                      <a:pt x="36" y="378"/>
                    </a:cubicBezTo>
                    <a:cubicBezTo>
                      <a:pt x="25" y="378"/>
                      <a:pt x="14" y="378"/>
                      <a:pt x="3" y="378"/>
                    </a:cubicBezTo>
                    <a:cubicBezTo>
                      <a:pt x="2" y="377"/>
                      <a:pt x="1" y="376"/>
                      <a:pt x="0" y="375"/>
                    </a:cubicBezTo>
                    <a:cubicBezTo>
                      <a:pt x="0" y="296"/>
                      <a:pt x="0" y="217"/>
                      <a:pt x="0" y="138"/>
                    </a:cubicBezTo>
                    <a:cubicBezTo>
                      <a:pt x="7" y="138"/>
                      <a:pt x="10" y="132"/>
                      <a:pt x="14" y="128"/>
                    </a:cubicBezTo>
                    <a:cubicBezTo>
                      <a:pt x="53" y="89"/>
                      <a:pt x="92" y="49"/>
                      <a:pt x="130" y="9"/>
                    </a:cubicBezTo>
                    <a:cubicBezTo>
                      <a:pt x="136" y="3"/>
                      <a:pt x="142" y="0"/>
                      <a:pt x="151" y="0"/>
                    </a:cubicBezTo>
                    <a:cubicBezTo>
                      <a:pt x="199" y="0"/>
                      <a:pt x="246" y="0"/>
                      <a:pt x="294" y="0"/>
                    </a:cubicBezTo>
                    <a:cubicBezTo>
                      <a:pt x="294" y="11"/>
                      <a:pt x="294" y="21"/>
                      <a:pt x="294" y="32"/>
                    </a:cubicBezTo>
                    <a:cubicBezTo>
                      <a:pt x="295" y="41"/>
                      <a:pt x="292" y="48"/>
                      <a:pt x="284" y="54"/>
                    </a:cubicBezTo>
                    <a:cubicBezTo>
                      <a:pt x="267" y="66"/>
                      <a:pt x="266" y="89"/>
                      <a:pt x="278" y="103"/>
                    </a:cubicBezTo>
                    <a:cubicBezTo>
                      <a:pt x="291" y="116"/>
                      <a:pt x="312" y="118"/>
                      <a:pt x="325" y="106"/>
                    </a:cubicBezTo>
                    <a:cubicBezTo>
                      <a:pt x="339" y="93"/>
                      <a:pt x="341" y="66"/>
                      <a:pt x="325" y="55"/>
                    </a:cubicBezTo>
                    <a:cubicBezTo>
                      <a:pt x="311" y="45"/>
                      <a:pt x="312" y="34"/>
                      <a:pt x="312" y="21"/>
                    </a:cubicBezTo>
                    <a:cubicBezTo>
                      <a:pt x="312" y="14"/>
                      <a:pt x="312" y="7"/>
                      <a:pt x="312" y="0"/>
                    </a:cubicBezTo>
                    <a:cubicBezTo>
                      <a:pt x="330" y="0"/>
                      <a:pt x="348" y="0"/>
                      <a:pt x="366" y="0"/>
                    </a:cubicBezTo>
                    <a:cubicBezTo>
                      <a:pt x="366" y="51"/>
                      <a:pt x="366" y="101"/>
                      <a:pt x="366" y="151"/>
                    </a:cubicBezTo>
                    <a:cubicBezTo>
                      <a:pt x="366" y="158"/>
                      <a:pt x="366" y="163"/>
                      <a:pt x="358" y="167"/>
                    </a:cubicBezTo>
                    <a:cubicBezTo>
                      <a:pt x="345" y="174"/>
                      <a:pt x="339" y="190"/>
                      <a:pt x="343" y="203"/>
                    </a:cubicBezTo>
                    <a:cubicBezTo>
                      <a:pt x="347" y="218"/>
                      <a:pt x="360" y="228"/>
                      <a:pt x="375" y="228"/>
                    </a:cubicBezTo>
                    <a:cubicBezTo>
                      <a:pt x="388" y="228"/>
                      <a:pt x="401" y="218"/>
                      <a:pt x="406" y="205"/>
                    </a:cubicBezTo>
                    <a:cubicBezTo>
                      <a:pt x="411" y="191"/>
                      <a:pt x="407" y="178"/>
                      <a:pt x="392" y="168"/>
                    </a:cubicBezTo>
                    <a:cubicBezTo>
                      <a:pt x="386" y="164"/>
                      <a:pt x="384" y="159"/>
                      <a:pt x="384" y="151"/>
                    </a:cubicBezTo>
                    <a:cubicBezTo>
                      <a:pt x="384" y="101"/>
                      <a:pt x="384" y="51"/>
                      <a:pt x="384" y="0"/>
                    </a:cubicBezTo>
                    <a:cubicBezTo>
                      <a:pt x="454" y="0"/>
                      <a:pt x="524" y="0"/>
                      <a:pt x="594" y="0"/>
                    </a:cubicBezTo>
                    <a:cubicBezTo>
                      <a:pt x="594" y="125"/>
                      <a:pt x="594" y="250"/>
                      <a:pt x="594" y="375"/>
                    </a:cubicBezTo>
                    <a:cubicBezTo>
                      <a:pt x="593" y="376"/>
                      <a:pt x="592" y="377"/>
                      <a:pt x="591" y="378"/>
                    </a:cubicBezTo>
                    <a:cubicBezTo>
                      <a:pt x="571" y="378"/>
                      <a:pt x="551" y="378"/>
                      <a:pt x="531" y="378"/>
                    </a:cubicBezTo>
                    <a:cubicBezTo>
                      <a:pt x="525" y="373"/>
                      <a:pt x="519" y="374"/>
                      <a:pt x="513" y="378"/>
                    </a:cubicBezTo>
                    <a:cubicBezTo>
                      <a:pt x="500" y="378"/>
                      <a:pt x="487" y="378"/>
                      <a:pt x="474" y="378"/>
                    </a:cubicBezTo>
                    <a:cubicBezTo>
                      <a:pt x="473" y="376"/>
                      <a:pt x="472" y="376"/>
                      <a:pt x="471" y="378"/>
                    </a:cubicBezTo>
                    <a:cubicBezTo>
                      <a:pt x="443" y="378"/>
                      <a:pt x="415" y="378"/>
                      <a:pt x="387" y="378"/>
                    </a:cubicBezTo>
                    <a:cubicBezTo>
                      <a:pt x="386" y="377"/>
                      <a:pt x="385" y="376"/>
                      <a:pt x="384" y="375"/>
                    </a:cubicBezTo>
                    <a:cubicBezTo>
                      <a:pt x="384" y="366"/>
                      <a:pt x="384" y="358"/>
                      <a:pt x="384" y="349"/>
                    </a:cubicBezTo>
                    <a:cubicBezTo>
                      <a:pt x="384" y="343"/>
                      <a:pt x="385" y="338"/>
                      <a:pt x="391" y="333"/>
                    </a:cubicBezTo>
                    <a:cubicBezTo>
                      <a:pt x="404" y="324"/>
                      <a:pt x="405" y="308"/>
                      <a:pt x="395" y="297"/>
                    </a:cubicBezTo>
                    <a:cubicBezTo>
                      <a:pt x="386" y="286"/>
                      <a:pt x="371" y="285"/>
                      <a:pt x="360" y="294"/>
                    </a:cubicBezTo>
                    <a:cubicBezTo>
                      <a:pt x="349" y="304"/>
                      <a:pt x="348" y="320"/>
                      <a:pt x="359" y="331"/>
                    </a:cubicBezTo>
                    <a:cubicBezTo>
                      <a:pt x="365" y="337"/>
                      <a:pt x="366" y="342"/>
                      <a:pt x="366" y="349"/>
                    </a:cubicBezTo>
                    <a:cubicBezTo>
                      <a:pt x="366" y="358"/>
                      <a:pt x="366" y="366"/>
                      <a:pt x="366" y="375"/>
                    </a:cubicBezTo>
                    <a:cubicBezTo>
                      <a:pt x="365" y="376"/>
                      <a:pt x="364" y="377"/>
                      <a:pt x="363" y="378"/>
                    </a:cubicBezTo>
                    <a:close/>
                    <a:moveTo>
                      <a:pt x="426" y="105"/>
                    </a:moveTo>
                    <a:cubicBezTo>
                      <a:pt x="426" y="122"/>
                      <a:pt x="426" y="140"/>
                      <a:pt x="426" y="157"/>
                    </a:cubicBezTo>
                    <a:cubicBezTo>
                      <a:pt x="425" y="166"/>
                      <a:pt x="429" y="168"/>
                      <a:pt x="437" y="168"/>
                    </a:cubicBezTo>
                    <a:cubicBezTo>
                      <a:pt x="471" y="168"/>
                      <a:pt x="505" y="168"/>
                      <a:pt x="539" y="168"/>
                    </a:cubicBezTo>
                    <a:cubicBezTo>
                      <a:pt x="546" y="168"/>
                      <a:pt x="549" y="166"/>
                      <a:pt x="549" y="158"/>
                    </a:cubicBezTo>
                    <a:cubicBezTo>
                      <a:pt x="549" y="124"/>
                      <a:pt x="549" y="89"/>
                      <a:pt x="549" y="55"/>
                    </a:cubicBezTo>
                    <a:cubicBezTo>
                      <a:pt x="549" y="47"/>
                      <a:pt x="546" y="45"/>
                      <a:pt x="539" y="45"/>
                    </a:cubicBezTo>
                    <a:cubicBezTo>
                      <a:pt x="505" y="45"/>
                      <a:pt x="471" y="45"/>
                      <a:pt x="437" y="45"/>
                    </a:cubicBezTo>
                    <a:cubicBezTo>
                      <a:pt x="427" y="45"/>
                      <a:pt x="426" y="49"/>
                      <a:pt x="426" y="57"/>
                    </a:cubicBezTo>
                    <a:cubicBezTo>
                      <a:pt x="426" y="73"/>
                      <a:pt x="426" y="89"/>
                      <a:pt x="426" y="105"/>
                    </a:cubicBezTo>
                    <a:close/>
                    <a:moveTo>
                      <a:pt x="429" y="277"/>
                    </a:moveTo>
                    <a:cubicBezTo>
                      <a:pt x="429" y="277"/>
                      <a:pt x="429" y="277"/>
                      <a:pt x="429" y="277"/>
                    </a:cubicBezTo>
                    <a:cubicBezTo>
                      <a:pt x="429" y="283"/>
                      <a:pt x="429" y="289"/>
                      <a:pt x="429" y="295"/>
                    </a:cubicBezTo>
                    <a:cubicBezTo>
                      <a:pt x="429" y="302"/>
                      <a:pt x="429" y="308"/>
                      <a:pt x="429" y="315"/>
                    </a:cubicBezTo>
                    <a:cubicBezTo>
                      <a:pt x="430" y="328"/>
                      <a:pt x="439" y="336"/>
                      <a:pt x="451" y="336"/>
                    </a:cubicBezTo>
                    <a:cubicBezTo>
                      <a:pt x="465" y="336"/>
                      <a:pt x="477" y="327"/>
                      <a:pt x="477" y="314"/>
                    </a:cubicBezTo>
                    <a:cubicBezTo>
                      <a:pt x="477" y="290"/>
                      <a:pt x="477" y="266"/>
                      <a:pt x="477" y="242"/>
                    </a:cubicBezTo>
                    <a:cubicBezTo>
                      <a:pt x="476" y="228"/>
                      <a:pt x="463" y="216"/>
                      <a:pt x="450" y="216"/>
                    </a:cubicBezTo>
                    <a:cubicBezTo>
                      <a:pt x="439" y="217"/>
                      <a:pt x="430" y="227"/>
                      <a:pt x="429" y="241"/>
                    </a:cubicBezTo>
                    <a:cubicBezTo>
                      <a:pt x="429" y="253"/>
                      <a:pt x="429" y="265"/>
                      <a:pt x="429" y="277"/>
                    </a:cubicBezTo>
                    <a:close/>
                    <a:moveTo>
                      <a:pt x="549" y="278"/>
                    </a:moveTo>
                    <a:cubicBezTo>
                      <a:pt x="549" y="267"/>
                      <a:pt x="549" y="255"/>
                      <a:pt x="549" y="244"/>
                    </a:cubicBezTo>
                    <a:cubicBezTo>
                      <a:pt x="548" y="228"/>
                      <a:pt x="539" y="219"/>
                      <a:pt x="523" y="219"/>
                    </a:cubicBezTo>
                    <a:cubicBezTo>
                      <a:pt x="509" y="219"/>
                      <a:pt x="502" y="226"/>
                      <a:pt x="501" y="243"/>
                    </a:cubicBezTo>
                    <a:cubicBezTo>
                      <a:pt x="501" y="266"/>
                      <a:pt x="501" y="290"/>
                      <a:pt x="501" y="313"/>
                    </a:cubicBezTo>
                    <a:cubicBezTo>
                      <a:pt x="502" y="328"/>
                      <a:pt x="509" y="336"/>
                      <a:pt x="523" y="336"/>
                    </a:cubicBezTo>
                    <a:cubicBezTo>
                      <a:pt x="538" y="336"/>
                      <a:pt x="549" y="326"/>
                      <a:pt x="549" y="311"/>
                    </a:cubicBezTo>
                    <a:cubicBezTo>
                      <a:pt x="549" y="300"/>
                      <a:pt x="549" y="289"/>
                      <a:pt x="549" y="278"/>
                    </a:cubicBezTo>
                    <a:close/>
                    <a:moveTo>
                      <a:pt x="261" y="238"/>
                    </a:moveTo>
                    <a:cubicBezTo>
                      <a:pt x="261" y="225"/>
                      <a:pt x="248" y="213"/>
                      <a:pt x="234" y="213"/>
                    </a:cubicBezTo>
                    <a:cubicBezTo>
                      <a:pt x="219" y="213"/>
                      <a:pt x="206" y="226"/>
                      <a:pt x="207" y="240"/>
                    </a:cubicBezTo>
                    <a:cubicBezTo>
                      <a:pt x="208" y="253"/>
                      <a:pt x="221" y="264"/>
                      <a:pt x="235" y="264"/>
                    </a:cubicBezTo>
                    <a:cubicBezTo>
                      <a:pt x="249" y="263"/>
                      <a:pt x="261" y="252"/>
                      <a:pt x="261" y="238"/>
                    </a:cubicBezTo>
                    <a:close/>
                    <a:moveTo>
                      <a:pt x="305" y="264"/>
                    </a:moveTo>
                    <a:cubicBezTo>
                      <a:pt x="319" y="264"/>
                      <a:pt x="330" y="252"/>
                      <a:pt x="330" y="238"/>
                    </a:cubicBezTo>
                    <a:cubicBezTo>
                      <a:pt x="329" y="225"/>
                      <a:pt x="318" y="213"/>
                      <a:pt x="304" y="213"/>
                    </a:cubicBezTo>
                    <a:cubicBezTo>
                      <a:pt x="291" y="213"/>
                      <a:pt x="279" y="226"/>
                      <a:pt x="279" y="240"/>
                    </a:cubicBezTo>
                    <a:cubicBezTo>
                      <a:pt x="280" y="253"/>
                      <a:pt x="292" y="264"/>
                      <a:pt x="305" y="264"/>
                    </a:cubicBezTo>
                    <a:close/>
                    <a:moveTo>
                      <a:pt x="330" y="160"/>
                    </a:moveTo>
                    <a:cubicBezTo>
                      <a:pt x="330" y="146"/>
                      <a:pt x="317" y="134"/>
                      <a:pt x="303" y="135"/>
                    </a:cubicBezTo>
                    <a:cubicBezTo>
                      <a:pt x="290" y="136"/>
                      <a:pt x="279" y="148"/>
                      <a:pt x="279" y="161"/>
                    </a:cubicBezTo>
                    <a:cubicBezTo>
                      <a:pt x="280" y="174"/>
                      <a:pt x="291" y="186"/>
                      <a:pt x="304" y="186"/>
                    </a:cubicBezTo>
                    <a:cubicBezTo>
                      <a:pt x="318" y="186"/>
                      <a:pt x="330" y="174"/>
                      <a:pt x="330" y="160"/>
                    </a:cubicBezTo>
                    <a:close/>
                  </a:path>
                </a:pathLst>
              </a:custGeom>
              <a:solidFill>
                <a:srgbClr val="0078D7"/>
              </a:solidFill>
              <a:ln>
                <a:solidFill>
                  <a:schemeClr val="tx1"/>
                </a:solidFill>
              </a:ln>
              <a:extLst/>
            </p:spPr>
            <p:txBody>
              <a:bodyPr vert="horz" wrap="square" lIns="69925" tIns="34962" rIns="69925" bIns="34962" numCol="1" anchor="t" anchorCtr="0" compatLnSpc="1">
                <a:prstTxWarp prst="textNoShape">
                  <a:avLst/>
                </a:prstTxWarp>
              </a:bodyPr>
              <a:lstStyle/>
              <a:p>
                <a:pPr defTabSz="699250" fontAlgn="auto">
                  <a:spcBef>
                    <a:spcPts val="0"/>
                  </a:spcBef>
                  <a:spcAft>
                    <a:spcPts val="0"/>
                  </a:spcAft>
                  <a:defRPr/>
                </a:pPr>
                <a:endParaRPr lang="en-US" sz="1377" kern="0" dirty="0">
                  <a:solidFill>
                    <a:sysClr val="windowText" lastClr="000000"/>
                  </a:solidFill>
                  <a:latin typeface="Segoe UI"/>
                </a:endParaRPr>
              </a:p>
            </p:txBody>
          </p:sp>
          <p:sp>
            <p:nvSpPr>
              <p:cNvPr id="93" name="Freeform 5"/>
              <p:cNvSpPr>
                <a:spLocks noEditPoints="1"/>
              </p:cNvSpPr>
              <p:nvPr/>
            </p:nvSpPr>
            <p:spPr bwMode="auto">
              <a:xfrm>
                <a:off x="858569" y="2588998"/>
                <a:ext cx="347445" cy="227783"/>
              </a:xfrm>
              <a:custGeom>
                <a:avLst/>
                <a:gdLst>
                  <a:gd name="T0" fmla="*/ 312 w 594"/>
                  <a:gd name="T1" fmla="*/ 375 h 378"/>
                  <a:gd name="T2" fmla="*/ 321 w 594"/>
                  <a:gd name="T3" fmla="*/ 295 h 378"/>
                  <a:gd name="T4" fmla="*/ 294 w 594"/>
                  <a:gd name="T5" fmla="*/ 355 h 378"/>
                  <a:gd name="T6" fmla="*/ 222 w 594"/>
                  <a:gd name="T7" fmla="*/ 378 h 378"/>
                  <a:gd name="T8" fmla="*/ 245 w 594"/>
                  <a:gd name="T9" fmla="*/ 306 h 378"/>
                  <a:gd name="T10" fmla="*/ 192 w 594"/>
                  <a:gd name="T11" fmla="*/ 340 h 378"/>
                  <a:gd name="T12" fmla="*/ 198 w 594"/>
                  <a:gd name="T13" fmla="*/ 378 h 378"/>
                  <a:gd name="T14" fmla="*/ 101 w 594"/>
                  <a:gd name="T15" fmla="*/ 322 h 378"/>
                  <a:gd name="T16" fmla="*/ 225 w 594"/>
                  <a:gd name="T17" fmla="*/ 133 h 378"/>
                  <a:gd name="T18" fmla="*/ 188 w 594"/>
                  <a:gd name="T19" fmla="*/ 63 h 378"/>
                  <a:gd name="T20" fmla="*/ 208 w 594"/>
                  <a:gd name="T21" fmla="*/ 157 h 378"/>
                  <a:gd name="T22" fmla="*/ 84 w 594"/>
                  <a:gd name="T23" fmla="*/ 310 h 378"/>
                  <a:gd name="T24" fmla="*/ 60 w 594"/>
                  <a:gd name="T25" fmla="*/ 378 h 378"/>
                  <a:gd name="T26" fmla="*/ 90 w 594"/>
                  <a:gd name="T27" fmla="*/ 266 h 378"/>
                  <a:gd name="T28" fmla="*/ 137 w 594"/>
                  <a:gd name="T29" fmla="*/ 106 h 378"/>
                  <a:gd name="T30" fmla="*/ 106 w 594"/>
                  <a:gd name="T31" fmla="*/ 188 h 378"/>
                  <a:gd name="T32" fmla="*/ 47 w 594"/>
                  <a:gd name="T33" fmla="*/ 286 h 378"/>
                  <a:gd name="T34" fmla="*/ 36 w 594"/>
                  <a:gd name="T35" fmla="*/ 378 h 378"/>
                  <a:gd name="T36" fmla="*/ 0 w 594"/>
                  <a:gd name="T37" fmla="*/ 138 h 378"/>
                  <a:gd name="T38" fmla="*/ 151 w 594"/>
                  <a:gd name="T39" fmla="*/ 0 h 378"/>
                  <a:gd name="T40" fmla="*/ 284 w 594"/>
                  <a:gd name="T41" fmla="*/ 54 h 378"/>
                  <a:gd name="T42" fmla="*/ 325 w 594"/>
                  <a:gd name="T43" fmla="*/ 55 h 378"/>
                  <a:gd name="T44" fmla="*/ 366 w 594"/>
                  <a:gd name="T45" fmla="*/ 0 h 378"/>
                  <a:gd name="T46" fmla="*/ 343 w 594"/>
                  <a:gd name="T47" fmla="*/ 203 h 378"/>
                  <a:gd name="T48" fmla="*/ 392 w 594"/>
                  <a:gd name="T49" fmla="*/ 168 h 378"/>
                  <a:gd name="T50" fmla="*/ 594 w 594"/>
                  <a:gd name="T51" fmla="*/ 0 h 378"/>
                  <a:gd name="T52" fmla="*/ 531 w 594"/>
                  <a:gd name="T53" fmla="*/ 378 h 378"/>
                  <a:gd name="T54" fmla="*/ 471 w 594"/>
                  <a:gd name="T55" fmla="*/ 378 h 378"/>
                  <a:gd name="T56" fmla="*/ 384 w 594"/>
                  <a:gd name="T57" fmla="*/ 349 h 378"/>
                  <a:gd name="T58" fmla="*/ 360 w 594"/>
                  <a:gd name="T59" fmla="*/ 294 h 378"/>
                  <a:gd name="T60" fmla="*/ 366 w 594"/>
                  <a:gd name="T61" fmla="*/ 375 h 378"/>
                  <a:gd name="T62" fmla="*/ 426 w 594"/>
                  <a:gd name="T63" fmla="*/ 157 h 378"/>
                  <a:gd name="T64" fmla="*/ 549 w 594"/>
                  <a:gd name="T65" fmla="*/ 158 h 378"/>
                  <a:gd name="T66" fmla="*/ 437 w 594"/>
                  <a:gd name="T67" fmla="*/ 45 h 378"/>
                  <a:gd name="T68" fmla="*/ 429 w 594"/>
                  <a:gd name="T69" fmla="*/ 277 h 378"/>
                  <a:gd name="T70" fmla="*/ 429 w 594"/>
                  <a:gd name="T71" fmla="*/ 315 h 378"/>
                  <a:gd name="T72" fmla="*/ 477 w 594"/>
                  <a:gd name="T73" fmla="*/ 242 h 378"/>
                  <a:gd name="T74" fmla="*/ 429 w 594"/>
                  <a:gd name="T75" fmla="*/ 277 h 378"/>
                  <a:gd name="T76" fmla="*/ 523 w 594"/>
                  <a:gd name="T77" fmla="*/ 219 h 378"/>
                  <a:gd name="T78" fmla="*/ 523 w 594"/>
                  <a:gd name="T79" fmla="*/ 336 h 378"/>
                  <a:gd name="T80" fmla="*/ 261 w 594"/>
                  <a:gd name="T81" fmla="*/ 238 h 378"/>
                  <a:gd name="T82" fmla="*/ 235 w 594"/>
                  <a:gd name="T83" fmla="*/ 264 h 378"/>
                  <a:gd name="T84" fmla="*/ 330 w 594"/>
                  <a:gd name="T85" fmla="*/ 238 h 378"/>
                  <a:gd name="T86" fmla="*/ 305 w 594"/>
                  <a:gd name="T87" fmla="*/ 264 h 378"/>
                  <a:gd name="T88" fmla="*/ 279 w 594"/>
                  <a:gd name="T89" fmla="*/ 161 h 3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94" h="378">
                    <a:moveTo>
                      <a:pt x="363" y="378"/>
                    </a:moveTo>
                    <a:cubicBezTo>
                      <a:pt x="347" y="378"/>
                      <a:pt x="331" y="378"/>
                      <a:pt x="315" y="378"/>
                    </a:cubicBezTo>
                    <a:cubicBezTo>
                      <a:pt x="314" y="377"/>
                      <a:pt x="313" y="376"/>
                      <a:pt x="312" y="375"/>
                    </a:cubicBezTo>
                    <a:cubicBezTo>
                      <a:pt x="312" y="372"/>
                      <a:pt x="312" y="370"/>
                      <a:pt x="312" y="367"/>
                    </a:cubicBezTo>
                    <a:cubicBezTo>
                      <a:pt x="312" y="353"/>
                      <a:pt x="309" y="339"/>
                      <a:pt x="324" y="328"/>
                    </a:cubicBezTo>
                    <a:cubicBezTo>
                      <a:pt x="335" y="320"/>
                      <a:pt x="331" y="303"/>
                      <a:pt x="321" y="295"/>
                    </a:cubicBezTo>
                    <a:cubicBezTo>
                      <a:pt x="311" y="286"/>
                      <a:pt x="297" y="286"/>
                      <a:pt x="287" y="295"/>
                    </a:cubicBezTo>
                    <a:cubicBezTo>
                      <a:pt x="278" y="304"/>
                      <a:pt x="275" y="320"/>
                      <a:pt x="285" y="329"/>
                    </a:cubicBezTo>
                    <a:cubicBezTo>
                      <a:pt x="294" y="337"/>
                      <a:pt x="294" y="346"/>
                      <a:pt x="294" y="355"/>
                    </a:cubicBezTo>
                    <a:cubicBezTo>
                      <a:pt x="294" y="362"/>
                      <a:pt x="294" y="368"/>
                      <a:pt x="294" y="375"/>
                    </a:cubicBezTo>
                    <a:cubicBezTo>
                      <a:pt x="293" y="376"/>
                      <a:pt x="292" y="377"/>
                      <a:pt x="291" y="378"/>
                    </a:cubicBezTo>
                    <a:cubicBezTo>
                      <a:pt x="268" y="378"/>
                      <a:pt x="245" y="378"/>
                      <a:pt x="222" y="378"/>
                    </a:cubicBezTo>
                    <a:cubicBezTo>
                      <a:pt x="221" y="377"/>
                      <a:pt x="220" y="376"/>
                      <a:pt x="219" y="375"/>
                    </a:cubicBezTo>
                    <a:cubicBezTo>
                      <a:pt x="223" y="365"/>
                      <a:pt x="211" y="351"/>
                      <a:pt x="228" y="344"/>
                    </a:cubicBezTo>
                    <a:cubicBezTo>
                      <a:pt x="242" y="337"/>
                      <a:pt x="249" y="320"/>
                      <a:pt x="245" y="306"/>
                    </a:cubicBezTo>
                    <a:cubicBezTo>
                      <a:pt x="242" y="291"/>
                      <a:pt x="229" y="280"/>
                      <a:pt x="215" y="279"/>
                    </a:cubicBezTo>
                    <a:cubicBezTo>
                      <a:pt x="201" y="278"/>
                      <a:pt x="186" y="288"/>
                      <a:pt x="180" y="302"/>
                    </a:cubicBezTo>
                    <a:cubicBezTo>
                      <a:pt x="174" y="316"/>
                      <a:pt x="178" y="330"/>
                      <a:pt x="192" y="340"/>
                    </a:cubicBezTo>
                    <a:cubicBezTo>
                      <a:pt x="200" y="346"/>
                      <a:pt x="202" y="351"/>
                      <a:pt x="201" y="360"/>
                    </a:cubicBezTo>
                    <a:cubicBezTo>
                      <a:pt x="201" y="365"/>
                      <a:pt x="201" y="370"/>
                      <a:pt x="201" y="375"/>
                    </a:cubicBezTo>
                    <a:cubicBezTo>
                      <a:pt x="200" y="376"/>
                      <a:pt x="199" y="377"/>
                      <a:pt x="198" y="378"/>
                    </a:cubicBezTo>
                    <a:cubicBezTo>
                      <a:pt x="167" y="378"/>
                      <a:pt x="136" y="378"/>
                      <a:pt x="105" y="378"/>
                    </a:cubicBezTo>
                    <a:cubicBezTo>
                      <a:pt x="104" y="377"/>
                      <a:pt x="103" y="376"/>
                      <a:pt x="101" y="375"/>
                    </a:cubicBezTo>
                    <a:cubicBezTo>
                      <a:pt x="101" y="357"/>
                      <a:pt x="102" y="340"/>
                      <a:pt x="101" y="322"/>
                    </a:cubicBezTo>
                    <a:cubicBezTo>
                      <a:pt x="101" y="311"/>
                      <a:pt x="104" y="303"/>
                      <a:pt x="112" y="295"/>
                    </a:cubicBezTo>
                    <a:cubicBezTo>
                      <a:pt x="139" y="269"/>
                      <a:pt x="163" y="240"/>
                      <a:pt x="191" y="217"/>
                    </a:cubicBezTo>
                    <a:cubicBezTo>
                      <a:pt x="218" y="194"/>
                      <a:pt x="231" y="168"/>
                      <a:pt x="225" y="133"/>
                    </a:cubicBezTo>
                    <a:cubicBezTo>
                      <a:pt x="224" y="124"/>
                      <a:pt x="225" y="116"/>
                      <a:pt x="235" y="109"/>
                    </a:cubicBezTo>
                    <a:cubicBezTo>
                      <a:pt x="252" y="99"/>
                      <a:pt x="253" y="75"/>
                      <a:pt x="240" y="61"/>
                    </a:cubicBezTo>
                    <a:cubicBezTo>
                      <a:pt x="227" y="47"/>
                      <a:pt x="201" y="48"/>
                      <a:pt x="188" y="63"/>
                    </a:cubicBezTo>
                    <a:cubicBezTo>
                      <a:pt x="176" y="77"/>
                      <a:pt x="177" y="98"/>
                      <a:pt x="194" y="108"/>
                    </a:cubicBezTo>
                    <a:cubicBezTo>
                      <a:pt x="207" y="116"/>
                      <a:pt x="209" y="125"/>
                      <a:pt x="208" y="138"/>
                    </a:cubicBezTo>
                    <a:cubicBezTo>
                      <a:pt x="207" y="144"/>
                      <a:pt x="207" y="151"/>
                      <a:pt x="208" y="157"/>
                    </a:cubicBezTo>
                    <a:cubicBezTo>
                      <a:pt x="209" y="169"/>
                      <a:pt x="205" y="177"/>
                      <a:pt x="197" y="185"/>
                    </a:cubicBezTo>
                    <a:cubicBezTo>
                      <a:pt x="161" y="221"/>
                      <a:pt x="127" y="257"/>
                      <a:pt x="92" y="294"/>
                    </a:cubicBezTo>
                    <a:cubicBezTo>
                      <a:pt x="87" y="299"/>
                      <a:pt x="84" y="303"/>
                      <a:pt x="84" y="310"/>
                    </a:cubicBezTo>
                    <a:cubicBezTo>
                      <a:pt x="84" y="332"/>
                      <a:pt x="84" y="353"/>
                      <a:pt x="84" y="375"/>
                    </a:cubicBezTo>
                    <a:cubicBezTo>
                      <a:pt x="83" y="376"/>
                      <a:pt x="82" y="377"/>
                      <a:pt x="81" y="378"/>
                    </a:cubicBezTo>
                    <a:cubicBezTo>
                      <a:pt x="74" y="378"/>
                      <a:pt x="67" y="378"/>
                      <a:pt x="60" y="378"/>
                    </a:cubicBezTo>
                    <a:cubicBezTo>
                      <a:pt x="59" y="377"/>
                      <a:pt x="58" y="376"/>
                      <a:pt x="56" y="374"/>
                    </a:cubicBezTo>
                    <a:cubicBezTo>
                      <a:pt x="56" y="367"/>
                      <a:pt x="57" y="359"/>
                      <a:pt x="56" y="352"/>
                    </a:cubicBezTo>
                    <a:cubicBezTo>
                      <a:pt x="50" y="316"/>
                      <a:pt x="61" y="288"/>
                      <a:pt x="90" y="266"/>
                    </a:cubicBezTo>
                    <a:cubicBezTo>
                      <a:pt x="119" y="244"/>
                      <a:pt x="128" y="216"/>
                      <a:pt x="123" y="181"/>
                    </a:cubicBezTo>
                    <a:cubicBezTo>
                      <a:pt x="122" y="172"/>
                      <a:pt x="123" y="164"/>
                      <a:pt x="134" y="158"/>
                    </a:cubicBezTo>
                    <a:cubicBezTo>
                      <a:pt x="151" y="147"/>
                      <a:pt x="152" y="122"/>
                      <a:pt x="137" y="106"/>
                    </a:cubicBezTo>
                    <a:cubicBezTo>
                      <a:pt x="126" y="93"/>
                      <a:pt x="107" y="93"/>
                      <a:pt x="93" y="106"/>
                    </a:cubicBezTo>
                    <a:cubicBezTo>
                      <a:pt x="78" y="120"/>
                      <a:pt x="76" y="142"/>
                      <a:pt x="92" y="154"/>
                    </a:cubicBezTo>
                    <a:cubicBezTo>
                      <a:pt x="106" y="164"/>
                      <a:pt x="107" y="175"/>
                      <a:pt x="106" y="188"/>
                    </a:cubicBezTo>
                    <a:cubicBezTo>
                      <a:pt x="105" y="197"/>
                      <a:pt x="105" y="205"/>
                      <a:pt x="106" y="214"/>
                    </a:cubicBezTo>
                    <a:cubicBezTo>
                      <a:pt x="107" y="223"/>
                      <a:pt x="104" y="229"/>
                      <a:pt x="97" y="235"/>
                    </a:cubicBezTo>
                    <a:cubicBezTo>
                      <a:pt x="80" y="252"/>
                      <a:pt x="64" y="269"/>
                      <a:pt x="47" y="286"/>
                    </a:cubicBezTo>
                    <a:cubicBezTo>
                      <a:pt x="42" y="291"/>
                      <a:pt x="39" y="295"/>
                      <a:pt x="39" y="303"/>
                    </a:cubicBezTo>
                    <a:cubicBezTo>
                      <a:pt x="39" y="327"/>
                      <a:pt x="39" y="351"/>
                      <a:pt x="39" y="375"/>
                    </a:cubicBezTo>
                    <a:cubicBezTo>
                      <a:pt x="38" y="376"/>
                      <a:pt x="37" y="377"/>
                      <a:pt x="36" y="378"/>
                    </a:cubicBezTo>
                    <a:cubicBezTo>
                      <a:pt x="25" y="378"/>
                      <a:pt x="14" y="378"/>
                      <a:pt x="3" y="378"/>
                    </a:cubicBezTo>
                    <a:cubicBezTo>
                      <a:pt x="2" y="377"/>
                      <a:pt x="1" y="376"/>
                      <a:pt x="0" y="375"/>
                    </a:cubicBezTo>
                    <a:cubicBezTo>
                      <a:pt x="0" y="296"/>
                      <a:pt x="0" y="217"/>
                      <a:pt x="0" y="138"/>
                    </a:cubicBezTo>
                    <a:cubicBezTo>
                      <a:pt x="7" y="138"/>
                      <a:pt x="10" y="132"/>
                      <a:pt x="14" y="128"/>
                    </a:cubicBezTo>
                    <a:cubicBezTo>
                      <a:pt x="53" y="89"/>
                      <a:pt x="92" y="49"/>
                      <a:pt x="130" y="9"/>
                    </a:cubicBezTo>
                    <a:cubicBezTo>
                      <a:pt x="136" y="3"/>
                      <a:pt x="142" y="0"/>
                      <a:pt x="151" y="0"/>
                    </a:cubicBezTo>
                    <a:cubicBezTo>
                      <a:pt x="199" y="0"/>
                      <a:pt x="246" y="0"/>
                      <a:pt x="294" y="0"/>
                    </a:cubicBezTo>
                    <a:cubicBezTo>
                      <a:pt x="294" y="11"/>
                      <a:pt x="294" y="21"/>
                      <a:pt x="294" y="32"/>
                    </a:cubicBezTo>
                    <a:cubicBezTo>
                      <a:pt x="295" y="41"/>
                      <a:pt x="292" y="48"/>
                      <a:pt x="284" y="54"/>
                    </a:cubicBezTo>
                    <a:cubicBezTo>
                      <a:pt x="267" y="66"/>
                      <a:pt x="266" y="89"/>
                      <a:pt x="278" y="103"/>
                    </a:cubicBezTo>
                    <a:cubicBezTo>
                      <a:pt x="291" y="116"/>
                      <a:pt x="312" y="118"/>
                      <a:pt x="325" y="106"/>
                    </a:cubicBezTo>
                    <a:cubicBezTo>
                      <a:pt x="339" y="93"/>
                      <a:pt x="341" y="66"/>
                      <a:pt x="325" y="55"/>
                    </a:cubicBezTo>
                    <a:cubicBezTo>
                      <a:pt x="311" y="45"/>
                      <a:pt x="312" y="34"/>
                      <a:pt x="312" y="21"/>
                    </a:cubicBezTo>
                    <a:cubicBezTo>
                      <a:pt x="312" y="14"/>
                      <a:pt x="312" y="7"/>
                      <a:pt x="312" y="0"/>
                    </a:cubicBezTo>
                    <a:cubicBezTo>
                      <a:pt x="330" y="0"/>
                      <a:pt x="348" y="0"/>
                      <a:pt x="366" y="0"/>
                    </a:cubicBezTo>
                    <a:cubicBezTo>
                      <a:pt x="366" y="51"/>
                      <a:pt x="366" y="101"/>
                      <a:pt x="366" y="151"/>
                    </a:cubicBezTo>
                    <a:cubicBezTo>
                      <a:pt x="366" y="158"/>
                      <a:pt x="366" y="163"/>
                      <a:pt x="358" y="167"/>
                    </a:cubicBezTo>
                    <a:cubicBezTo>
                      <a:pt x="345" y="174"/>
                      <a:pt x="339" y="190"/>
                      <a:pt x="343" y="203"/>
                    </a:cubicBezTo>
                    <a:cubicBezTo>
                      <a:pt x="347" y="218"/>
                      <a:pt x="360" y="228"/>
                      <a:pt x="375" y="228"/>
                    </a:cubicBezTo>
                    <a:cubicBezTo>
                      <a:pt x="388" y="228"/>
                      <a:pt x="401" y="218"/>
                      <a:pt x="406" y="205"/>
                    </a:cubicBezTo>
                    <a:cubicBezTo>
                      <a:pt x="411" y="191"/>
                      <a:pt x="407" y="178"/>
                      <a:pt x="392" y="168"/>
                    </a:cubicBezTo>
                    <a:cubicBezTo>
                      <a:pt x="386" y="164"/>
                      <a:pt x="384" y="159"/>
                      <a:pt x="384" y="151"/>
                    </a:cubicBezTo>
                    <a:cubicBezTo>
                      <a:pt x="384" y="101"/>
                      <a:pt x="384" y="51"/>
                      <a:pt x="384" y="0"/>
                    </a:cubicBezTo>
                    <a:cubicBezTo>
                      <a:pt x="454" y="0"/>
                      <a:pt x="524" y="0"/>
                      <a:pt x="594" y="0"/>
                    </a:cubicBezTo>
                    <a:cubicBezTo>
                      <a:pt x="594" y="125"/>
                      <a:pt x="594" y="250"/>
                      <a:pt x="594" y="375"/>
                    </a:cubicBezTo>
                    <a:cubicBezTo>
                      <a:pt x="593" y="376"/>
                      <a:pt x="592" y="377"/>
                      <a:pt x="591" y="378"/>
                    </a:cubicBezTo>
                    <a:cubicBezTo>
                      <a:pt x="571" y="378"/>
                      <a:pt x="551" y="378"/>
                      <a:pt x="531" y="378"/>
                    </a:cubicBezTo>
                    <a:cubicBezTo>
                      <a:pt x="525" y="373"/>
                      <a:pt x="519" y="374"/>
                      <a:pt x="513" y="378"/>
                    </a:cubicBezTo>
                    <a:cubicBezTo>
                      <a:pt x="500" y="378"/>
                      <a:pt x="487" y="378"/>
                      <a:pt x="474" y="378"/>
                    </a:cubicBezTo>
                    <a:cubicBezTo>
                      <a:pt x="473" y="376"/>
                      <a:pt x="472" y="376"/>
                      <a:pt x="471" y="378"/>
                    </a:cubicBezTo>
                    <a:cubicBezTo>
                      <a:pt x="443" y="378"/>
                      <a:pt x="415" y="378"/>
                      <a:pt x="387" y="378"/>
                    </a:cubicBezTo>
                    <a:cubicBezTo>
                      <a:pt x="386" y="377"/>
                      <a:pt x="385" y="376"/>
                      <a:pt x="384" y="375"/>
                    </a:cubicBezTo>
                    <a:cubicBezTo>
                      <a:pt x="384" y="366"/>
                      <a:pt x="384" y="358"/>
                      <a:pt x="384" y="349"/>
                    </a:cubicBezTo>
                    <a:cubicBezTo>
                      <a:pt x="384" y="343"/>
                      <a:pt x="385" y="338"/>
                      <a:pt x="391" y="333"/>
                    </a:cubicBezTo>
                    <a:cubicBezTo>
                      <a:pt x="404" y="324"/>
                      <a:pt x="405" y="308"/>
                      <a:pt x="395" y="297"/>
                    </a:cubicBezTo>
                    <a:cubicBezTo>
                      <a:pt x="386" y="286"/>
                      <a:pt x="371" y="285"/>
                      <a:pt x="360" y="294"/>
                    </a:cubicBezTo>
                    <a:cubicBezTo>
                      <a:pt x="349" y="304"/>
                      <a:pt x="348" y="320"/>
                      <a:pt x="359" y="331"/>
                    </a:cubicBezTo>
                    <a:cubicBezTo>
                      <a:pt x="365" y="337"/>
                      <a:pt x="366" y="342"/>
                      <a:pt x="366" y="349"/>
                    </a:cubicBezTo>
                    <a:cubicBezTo>
                      <a:pt x="366" y="358"/>
                      <a:pt x="366" y="366"/>
                      <a:pt x="366" y="375"/>
                    </a:cubicBezTo>
                    <a:cubicBezTo>
                      <a:pt x="365" y="376"/>
                      <a:pt x="364" y="377"/>
                      <a:pt x="363" y="378"/>
                    </a:cubicBezTo>
                    <a:close/>
                    <a:moveTo>
                      <a:pt x="426" y="105"/>
                    </a:moveTo>
                    <a:cubicBezTo>
                      <a:pt x="426" y="122"/>
                      <a:pt x="426" y="140"/>
                      <a:pt x="426" y="157"/>
                    </a:cubicBezTo>
                    <a:cubicBezTo>
                      <a:pt x="425" y="166"/>
                      <a:pt x="429" y="168"/>
                      <a:pt x="437" y="168"/>
                    </a:cubicBezTo>
                    <a:cubicBezTo>
                      <a:pt x="471" y="168"/>
                      <a:pt x="505" y="168"/>
                      <a:pt x="539" y="168"/>
                    </a:cubicBezTo>
                    <a:cubicBezTo>
                      <a:pt x="546" y="168"/>
                      <a:pt x="549" y="166"/>
                      <a:pt x="549" y="158"/>
                    </a:cubicBezTo>
                    <a:cubicBezTo>
                      <a:pt x="549" y="124"/>
                      <a:pt x="549" y="89"/>
                      <a:pt x="549" y="55"/>
                    </a:cubicBezTo>
                    <a:cubicBezTo>
                      <a:pt x="549" y="47"/>
                      <a:pt x="546" y="45"/>
                      <a:pt x="539" y="45"/>
                    </a:cubicBezTo>
                    <a:cubicBezTo>
                      <a:pt x="505" y="45"/>
                      <a:pt x="471" y="45"/>
                      <a:pt x="437" y="45"/>
                    </a:cubicBezTo>
                    <a:cubicBezTo>
                      <a:pt x="427" y="45"/>
                      <a:pt x="426" y="49"/>
                      <a:pt x="426" y="57"/>
                    </a:cubicBezTo>
                    <a:cubicBezTo>
                      <a:pt x="426" y="73"/>
                      <a:pt x="426" y="89"/>
                      <a:pt x="426" y="105"/>
                    </a:cubicBezTo>
                    <a:close/>
                    <a:moveTo>
                      <a:pt x="429" y="277"/>
                    </a:moveTo>
                    <a:cubicBezTo>
                      <a:pt x="429" y="277"/>
                      <a:pt x="429" y="277"/>
                      <a:pt x="429" y="277"/>
                    </a:cubicBezTo>
                    <a:cubicBezTo>
                      <a:pt x="429" y="283"/>
                      <a:pt x="429" y="289"/>
                      <a:pt x="429" y="295"/>
                    </a:cubicBezTo>
                    <a:cubicBezTo>
                      <a:pt x="429" y="302"/>
                      <a:pt x="429" y="308"/>
                      <a:pt x="429" y="315"/>
                    </a:cubicBezTo>
                    <a:cubicBezTo>
                      <a:pt x="430" y="328"/>
                      <a:pt x="439" y="336"/>
                      <a:pt x="451" y="336"/>
                    </a:cubicBezTo>
                    <a:cubicBezTo>
                      <a:pt x="465" y="336"/>
                      <a:pt x="477" y="327"/>
                      <a:pt x="477" y="314"/>
                    </a:cubicBezTo>
                    <a:cubicBezTo>
                      <a:pt x="477" y="290"/>
                      <a:pt x="477" y="266"/>
                      <a:pt x="477" y="242"/>
                    </a:cubicBezTo>
                    <a:cubicBezTo>
                      <a:pt x="476" y="228"/>
                      <a:pt x="463" y="216"/>
                      <a:pt x="450" y="216"/>
                    </a:cubicBezTo>
                    <a:cubicBezTo>
                      <a:pt x="439" y="217"/>
                      <a:pt x="430" y="227"/>
                      <a:pt x="429" y="241"/>
                    </a:cubicBezTo>
                    <a:cubicBezTo>
                      <a:pt x="429" y="253"/>
                      <a:pt x="429" y="265"/>
                      <a:pt x="429" y="277"/>
                    </a:cubicBezTo>
                    <a:close/>
                    <a:moveTo>
                      <a:pt x="549" y="278"/>
                    </a:moveTo>
                    <a:cubicBezTo>
                      <a:pt x="549" y="267"/>
                      <a:pt x="549" y="255"/>
                      <a:pt x="549" y="244"/>
                    </a:cubicBezTo>
                    <a:cubicBezTo>
                      <a:pt x="548" y="228"/>
                      <a:pt x="539" y="219"/>
                      <a:pt x="523" y="219"/>
                    </a:cubicBezTo>
                    <a:cubicBezTo>
                      <a:pt x="509" y="219"/>
                      <a:pt x="502" y="226"/>
                      <a:pt x="501" y="243"/>
                    </a:cubicBezTo>
                    <a:cubicBezTo>
                      <a:pt x="501" y="266"/>
                      <a:pt x="501" y="290"/>
                      <a:pt x="501" y="313"/>
                    </a:cubicBezTo>
                    <a:cubicBezTo>
                      <a:pt x="502" y="328"/>
                      <a:pt x="509" y="336"/>
                      <a:pt x="523" y="336"/>
                    </a:cubicBezTo>
                    <a:cubicBezTo>
                      <a:pt x="538" y="336"/>
                      <a:pt x="549" y="326"/>
                      <a:pt x="549" y="311"/>
                    </a:cubicBezTo>
                    <a:cubicBezTo>
                      <a:pt x="549" y="300"/>
                      <a:pt x="549" y="289"/>
                      <a:pt x="549" y="278"/>
                    </a:cubicBezTo>
                    <a:close/>
                    <a:moveTo>
                      <a:pt x="261" y="238"/>
                    </a:moveTo>
                    <a:cubicBezTo>
                      <a:pt x="261" y="225"/>
                      <a:pt x="248" y="213"/>
                      <a:pt x="234" y="213"/>
                    </a:cubicBezTo>
                    <a:cubicBezTo>
                      <a:pt x="219" y="213"/>
                      <a:pt x="206" y="226"/>
                      <a:pt x="207" y="240"/>
                    </a:cubicBezTo>
                    <a:cubicBezTo>
                      <a:pt x="208" y="253"/>
                      <a:pt x="221" y="264"/>
                      <a:pt x="235" y="264"/>
                    </a:cubicBezTo>
                    <a:cubicBezTo>
                      <a:pt x="249" y="263"/>
                      <a:pt x="261" y="252"/>
                      <a:pt x="261" y="238"/>
                    </a:cubicBezTo>
                    <a:close/>
                    <a:moveTo>
                      <a:pt x="305" y="264"/>
                    </a:moveTo>
                    <a:cubicBezTo>
                      <a:pt x="319" y="264"/>
                      <a:pt x="330" y="252"/>
                      <a:pt x="330" y="238"/>
                    </a:cubicBezTo>
                    <a:cubicBezTo>
                      <a:pt x="329" y="225"/>
                      <a:pt x="318" y="213"/>
                      <a:pt x="304" y="213"/>
                    </a:cubicBezTo>
                    <a:cubicBezTo>
                      <a:pt x="291" y="213"/>
                      <a:pt x="279" y="226"/>
                      <a:pt x="279" y="240"/>
                    </a:cubicBezTo>
                    <a:cubicBezTo>
                      <a:pt x="280" y="253"/>
                      <a:pt x="292" y="264"/>
                      <a:pt x="305" y="264"/>
                    </a:cubicBezTo>
                    <a:close/>
                    <a:moveTo>
                      <a:pt x="330" y="160"/>
                    </a:moveTo>
                    <a:cubicBezTo>
                      <a:pt x="330" y="146"/>
                      <a:pt x="317" y="134"/>
                      <a:pt x="303" y="135"/>
                    </a:cubicBezTo>
                    <a:cubicBezTo>
                      <a:pt x="290" y="136"/>
                      <a:pt x="279" y="148"/>
                      <a:pt x="279" y="161"/>
                    </a:cubicBezTo>
                    <a:cubicBezTo>
                      <a:pt x="280" y="174"/>
                      <a:pt x="291" y="186"/>
                      <a:pt x="304" y="186"/>
                    </a:cubicBezTo>
                    <a:cubicBezTo>
                      <a:pt x="318" y="186"/>
                      <a:pt x="330" y="174"/>
                      <a:pt x="330" y="160"/>
                    </a:cubicBezTo>
                    <a:close/>
                  </a:path>
                </a:pathLst>
              </a:custGeom>
              <a:solidFill>
                <a:srgbClr val="0078D7"/>
              </a:solidFill>
              <a:ln>
                <a:solidFill>
                  <a:schemeClr val="tx1"/>
                </a:solidFill>
              </a:ln>
              <a:extLst/>
            </p:spPr>
            <p:txBody>
              <a:bodyPr vert="horz" wrap="square" lIns="69925" tIns="34962" rIns="69925" bIns="34962" numCol="1" anchor="t" anchorCtr="0" compatLnSpc="1">
                <a:prstTxWarp prst="textNoShape">
                  <a:avLst/>
                </a:prstTxWarp>
              </a:bodyPr>
              <a:lstStyle/>
              <a:p>
                <a:pPr defTabSz="699250" fontAlgn="auto">
                  <a:spcBef>
                    <a:spcPts val="0"/>
                  </a:spcBef>
                  <a:spcAft>
                    <a:spcPts val="0"/>
                  </a:spcAft>
                  <a:defRPr/>
                </a:pPr>
                <a:endParaRPr lang="en-US" sz="1377" kern="0" dirty="0">
                  <a:solidFill>
                    <a:sysClr val="windowText" lastClr="000000"/>
                  </a:solidFill>
                  <a:latin typeface="Segoe UI"/>
                </a:endParaRPr>
              </a:p>
            </p:txBody>
          </p:sp>
          <p:sp>
            <p:nvSpPr>
              <p:cNvPr id="94" name="Rectangle: Rounded Corners 52"/>
              <p:cNvSpPr/>
              <p:nvPr/>
            </p:nvSpPr>
            <p:spPr>
              <a:xfrm>
                <a:off x="1590769" y="2334820"/>
                <a:ext cx="575500" cy="317098"/>
              </a:xfrm>
              <a:prstGeom prst="roundRect">
                <a:avLst/>
              </a:prstGeom>
              <a:solidFill>
                <a:srgbClr val="0078D7"/>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99250" fontAlgn="auto">
                  <a:spcBef>
                    <a:spcPts val="0"/>
                  </a:spcBef>
                  <a:spcAft>
                    <a:spcPts val="0"/>
                  </a:spcAft>
                  <a:defRPr/>
                </a:pPr>
                <a:endParaRPr lang="en-US" sz="1377" kern="0">
                  <a:solidFill>
                    <a:sysClr val="windowText" lastClr="000000"/>
                  </a:solidFill>
                  <a:latin typeface="Segoe UI"/>
                </a:endParaRPr>
              </a:p>
            </p:txBody>
          </p:sp>
          <p:sp>
            <p:nvSpPr>
              <p:cNvPr id="95" name="Rectangle: Rounded Corners 53"/>
              <p:cNvSpPr/>
              <p:nvPr/>
            </p:nvSpPr>
            <p:spPr>
              <a:xfrm>
                <a:off x="1738241" y="2507015"/>
                <a:ext cx="575500" cy="317098"/>
              </a:xfrm>
              <a:prstGeom prst="roundRect">
                <a:avLst/>
              </a:prstGeom>
              <a:solidFill>
                <a:srgbClr val="0078D7"/>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99250" fontAlgn="auto">
                  <a:spcBef>
                    <a:spcPts val="0"/>
                  </a:spcBef>
                  <a:spcAft>
                    <a:spcPts val="0"/>
                  </a:spcAft>
                  <a:defRPr/>
                </a:pPr>
                <a:endParaRPr lang="en-US" sz="1377" kern="0">
                  <a:solidFill>
                    <a:sysClr val="windowText" lastClr="000000"/>
                  </a:solidFill>
                  <a:latin typeface="Segoe UI"/>
                </a:endParaRPr>
              </a:p>
            </p:txBody>
          </p:sp>
        </p:grpSp>
      </p:grpSp>
      <p:grpSp>
        <p:nvGrpSpPr>
          <p:cNvPr id="15" name="Group 14"/>
          <p:cNvGrpSpPr/>
          <p:nvPr/>
        </p:nvGrpSpPr>
        <p:grpSpPr>
          <a:xfrm>
            <a:off x="2021048" y="1536087"/>
            <a:ext cx="1654435" cy="1971892"/>
            <a:chOff x="2748273" y="2088489"/>
            <a:chExt cx="2250465" cy="2682290"/>
          </a:xfrm>
        </p:grpSpPr>
        <p:sp>
          <p:nvSpPr>
            <p:cNvPr id="72" name="Rectangle 71"/>
            <p:cNvSpPr/>
            <p:nvPr/>
          </p:nvSpPr>
          <p:spPr bwMode="auto">
            <a:xfrm>
              <a:off x="2748273" y="2642515"/>
              <a:ext cx="2250465" cy="2128264"/>
            </a:xfrm>
            <a:prstGeom prst="rect">
              <a:avLst/>
            </a:prstGeom>
            <a:noFill/>
            <a:ln w="3175">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134445" tIns="134445" rIns="134445" bIns="34285" numCol="1" rtlCol="0" anchor="t" anchorCtr="0" compatLnSpc="1">
              <a:prstTxWarp prst="textNoShape">
                <a:avLst/>
              </a:prstTxWarp>
            </a:bodyPr>
            <a:lstStyle/>
            <a:p>
              <a:pPr defTabSz="685607" fontAlgn="auto">
                <a:lnSpc>
                  <a:spcPct val="90000"/>
                </a:lnSpc>
                <a:spcBef>
                  <a:spcPts val="0"/>
                </a:spcBef>
                <a:spcAft>
                  <a:spcPts val="450"/>
                </a:spcAft>
                <a:defRPr/>
              </a:pPr>
              <a:r>
                <a:rPr lang="en-US" sz="1324" b="1" kern="0" dirty="0">
                  <a:gradFill>
                    <a:gsLst>
                      <a:gs pos="2917">
                        <a:srgbClr val="FFFFFF"/>
                      </a:gs>
                      <a:gs pos="30000">
                        <a:srgbClr val="FFFFFF"/>
                      </a:gs>
                    </a:gsLst>
                    <a:lin ang="5400000" scaled="0"/>
                  </a:gradFill>
                  <a:latin typeface="Segoe UI"/>
                </a:rPr>
                <a:t>Smart Devices</a:t>
              </a:r>
            </a:p>
            <a:p>
              <a:pPr defTabSz="685607" fontAlgn="auto">
                <a:lnSpc>
                  <a:spcPct val="90000"/>
                </a:lnSpc>
                <a:spcBef>
                  <a:spcPts val="0"/>
                </a:spcBef>
                <a:spcAft>
                  <a:spcPts val="450"/>
                </a:spcAft>
                <a:defRPr/>
              </a:pPr>
              <a:r>
                <a:rPr lang="en-US" sz="1176" kern="0" dirty="0">
                  <a:gradFill>
                    <a:gsLst>
                      <a:gs pos="2917">
                        <a:srgbClr val="FFFFFF"/>
                      </a:gs>
                      <a:gs pos="30000">
                        <a:srgbClr val="FFFFFF"/>
                      </a:gs>
                    </a:gsLst>
                    <a:lin ang="5400000" scaled="0"/>
                  </a:gradFill>
                  <a:latin typeface="Segoe UI"/>
                </a:rPr>
                <a:t>Data aggregation/prep</a:t>
              </a:r>
            </a:p>
            <a:p>
              <a:pPr defTabSz="685607" fontAlgn="auto">
                <a:lnSpc>
                  <a:spcPct val="90000"/>
                </a:lnSpc>
                <a:spcBef>
                  <a:spcPts val="0"/>
                </a:spcBef>
                <a:spcAft>
                  <a:spcPts val="450"/>
                </a:spcAft>
                <a:defRPr/>
              </a:pPr>
              <a:r>
                <a:rPr lang="en-US" sz="1176" kern="0" dirty="0">
                  <a:gradFill>
                    <a:gsLst>
                      <a:gs pos="2917">
                        <a:srgbClr val="FFFFFF"/>
                      </a:gs>
                      <a:gs pos="30000">
                        <a:srgbClr val="FFFFFF"/>
                      </a:gs>
                    </a:gsLst>
                    <a:lin ang="5400000" scaled="0"/>
                  </a:gradFill>
                  <a:latin typeface="Segoe UI"/>
                </a:rPr>
                <a:t>Robust security/</a:t>
              </a:r>
              <a:r>
                <a:rPr lang="en-US" sz="1176" kern="0" dirty="0" err="1">
                  <a:gradFill>
                    <a:gsLst>
                      <a:gs pos="2917">
                        <a:srgbClr val="FFFFFF"/>
                      </a:gs>
                      <a:gs pos="30000">
                        <a:srgbClr val="FFFFFF"/>
                      </a:gs>
                    </a:gsLst>
                    <a:lin ang="5400000" scaled="0"/>
                  </a:gradFill>
                  <a:latin typeface="Segoe UI"/>
                </a:rPr>
                <a:t>mgmt</a:t>
              </a:r>
              <a:endParaRPr lang="en-US" sz="1176" kern="0" dirty="0">
                <a:gradFill>
                  <a:gsLst>
                    <a:gs pos="2917">
                      <a:srgbClr val="FFFFFF"/>
                    </a:gs>
                    <a:gs pos="30000">
                      <a:srgbClr val="FFFFFF"/>
                    </a:gs>
                  </a:gsLst>
                  <a:lin ang="5400000" scaled="0"/>
                </a:gradFill>
                <a:latin typeface="Segoe UI"/>
              </a:endParaRPr>
            </a:p>
            <a:p>
              <a:pPr defTabSz="685607" fontAlgn="auto">
                <a:lnSpc>
                  <a:spcPct val="90000"/>
                </a:lnSpc>
                <a:spcBef>
                  <a:spcPts val="0"/>
                </a:spcBef>
                <a:spcAft>
                  <a:spcPts val="450"/>
                </a:spcAft>
                <a:defRPr/>
              </a:pPr>
              <a:r>
                <a:rPr lang="en-US" sz="1176" kern="0" dirty="0">
                  <a:gradFill>
                    <a:gsLst>
                      <a:gs pos="2917">
                        <a:srgbClr val="FFFFFF"/>
                      </a:gs>
                      <a:gs pos="30000">
                        <a:srgbClr val="FFFFFF"/>
                      </a:gs>
                    </a:gsLst>
                    <a:lin ang="5400000" scaled="0"/>
                  </a:gradFill>
                  <a:latin typeface="Segoe UI"/>
                </a:rPr>
                <a:t>Mid range cost/volume</a:t>
              </a:r>
            </a:p>
          </p:txBody>
        </p:sp>
        <p:grpSp>
          <p:nvGrpSpPr>
            <p:cNvPr id="96" name="Group 95"/>
            <p:cNvGrpSpPr/>
            <p:nvPr/>
          </p:nvGrpSpPr>
          <p:grpSpPr>
            <a:xfrm>
              <a:off x="3007024" y="2088489"/>
              <a:ext cx="581291" cy="444717"/>
              <a:chOff x="-3648455" y="2506228"/>
              <a:chExt cx="3192462" cy="2536826"/>
            </a:xfrm>
            <a:solidFill>
              <a:srgbClr val="0078D7"/>
            </a:solidFill>
          </p:grpSpPr>
          <p:sp>
            <p:nvSpPr>
              <p:cNvPr id="97" name="Freeform 5"/>
              <p:cNvSpPr>
                <a:spLocks noEditPoints="1"/>
              </p:cNvSpPr>
              <p:nvPr/>
            </p:nvSpPr>
            <p:spPr bwMode="auto">
              <a:xfrm>
                <a:off x="-1984754" y="2637993"/>
                <a:ext cx="573089" cy="573088"/>
              </a:xfrm>
              <a:custGeom>
                <a:avLst/>
                <a:gdLst>
                  <a:gd name="T0" fmla="*/ 75 w 152"/>
                  <a:gd name="T1" fmla="*/ 152 h 152"/>
                  <a:gd name="T2" fmla="*/ 152 w 152"/>
                  <a:gd name="T3" fmla="*/ 76 h 152"/>
                  <a:gd name="T4" fmla="*/ 75 w 152"/>
                  <a:gd name="T5" fmla="*/ 0 h 152"/>
                  <a:gd name="T6" fmla="*/ 0 w 152"/>
                  <a:gd name="T7" fmla="*/ 76 h 152"/>
                  <a:gd name="T8" fmla="*/ 75 w 152"/>
                  <a:gd name="T9" fmla="*/ 152 h 152"/>
                  <a:gd name="T10" fmla="*/ 75 w 152"/>
                  <a:gd name="T11" fmla="*/ 32 h 152"/>
                  <a:gd name="T12" fmla="*/ 119 w 152"/>
                  <a:gd name="T13" fmla="*/ 76 h 152"/>
                  <a:gd name="T14" fmla="*/ 75 w 152"/>
                  <a:gd name="T15" fmla="*/ 119 h 152"/>
                  <a:gd name="T16" fmla="*/ 32 w 152"/>
                  <a:gd name="T17" fmla="*/ 76 h 152"/>
                  <a:gd name="T18" fmla="*/ 75 w 152"/>
                  <a:gd name="T19" fmla="*/ 32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2" h="152">
                    <a:moveTo>
                      <a:pt x="75" y="152"/>
                    </a:moveTo>
                    <a:cubicBezTo>
                      <a:pt x="118" y="152"/>
                      <a:pt x="152" y="118"/>
                      <a:pt x="152" y="76"/>
                    </a:cubicBezTo>
                    <a:cubicBezTo>
                      <a:pt x="152" y="34"/>
                      <a:pt x="118" y="0"/>
                      <a:pt x="75" y="0"/>
                    </a:cubicBezTo>
                    <a:cubicBezTo>
                      <a:pt x="34" y="0"/>
                      <a:pt x="0" y="34"/>
                      <a:pt x="0" y="76"/>
                    </a:cubicBezTo>
                    <a:cubicBezTo>
                      <a:pt x="0" y="118"/>
                      <a:pt x="34" y="152"/>
                      <a:pt x="75" y="152"/>
                    </a:cubicBezTo>
                    <a:close/>
                    <a:moveTo>
                      <a:pt x="75" y="32"/>
                    </a:moveTo>
                    <a:cubicBezTo>
                      <a:pt x="100" y="32"/>
                      <a:pt x="119" y="52"/>
                      <a:pt x="119" y="76"/>
                    </a:cubicBezTo>
                    <a:cubicBezTo>
                      <a:pt x="119" y="100"/>
                      <a:pt x="100" y="119"/>
                      <a:pt x="75" y="119"/>
                    </a:cubicBezTo>
                    <a:cubicBezTo>
                      <a:pt x="51" y="119"/>
                      <a:pt x="32" y="100"/>
                      <a:pt x="32" y="76"/>
                    </a:cubicBezTo>
                    <a:cubicBezTo>
                      <a:pt x="32" y="52"/>
                      <a:pt x="51" y="32"/>
                      <a:pt x="75" y="32"/>
                    </a:cubicBezTo>
                    <a:close/>
                  </a:path>
                </a:pathLst>
              </a:custGeom>
              <a:grpFill/>
              <a:ln w="15875">
                <a:solidFill>
                  <a:schemeClr val="tx1"/>
                </a:solidFill>
                <a:round/>
                <a:headEnd/>
                <a:tailEnd/>
              </a:ln>
              <a:extLst/>
            </p:spPr>
            <p:txBody>
              <a:bodyPr vert="horz" wrap="square" lIns="68522" tIns="34261" rIns="68522" bIns="34261" numCol="1" anchor="t" anchorCtr="0" compatLnSpc="1">
                <a:prstTxWarp prst="textNoShape">
                  <a:avLst/>
                </a:prstTxWarp>
              </a:bodyPr>
              <a:lstStyle/>
              <a:p>
                <a:pPr defTabSz="698345" fontAlgn="auto">
                  <a:spcBef>
                    <a:spcPts val="0"/>
                  </a:spcBef>
                  <a:spcAft>
                    <a:spcPts val="0"/>
                  </a:spcAft>
                  <a:defRPr/>
                </a:pPr>
                <a:endParaRPr lang="en-US" sz="1377" kern="0" dirty="0">
                  <a:solidFill>
                    <a:prstClr val="black"/>
                  </a:solidFill>
                  <a:latin typeface="Segoe UI"/>
                </a:endParaRPr>
              </a:p>
            </p:txBody>
          </p:sp>
          <p:sp>
            <p:nvSpPr>
              <p:cNvPr id="98" name="Oval 6"/>
              <p:cNvSpPr>
                <a:spLocks noChangeArrowheads="1"/>
              </p:cNvSpPr>
              <p:nvPr/>
            </p:nvSpPr>
            <p:spPr bwMode="auto">
              <a:xfrm>
                <a:off x="-1784729" y="2838015"/>
                <a:ext cx="168273" cy="169863"/>
              </a:xfrm>
              <a:prstGeom prst="ellipse">
                <a:avLst/>
              </a:prstGeom>
              <a:grpFill/>
              <a:ln w="15875">
                <a:solidFill>
                  <a:schemeClr val="tx1"/>
                </a:solidFill>
                <a:round/>
                <a:headEnd/>
                <a:tailEnd/>
              </a:ln>
              <a:extLst/>
            </p:spPr>
            <p:txBody>
              <a:bodyPr vert="horz" wrap="square" lIns="68522" tIns="34261" rIns="68522" bIns="34261" numCol="1" anchor="t" anchorCtr="0" compatLnSpc="1">
                <a:prstTxWarp prst="textNoShape">
                  <a:avLst/>
                </a:prstTxWarp>
              </a:bodyPr>
              <a:lstStyle/>
              <a:p>
                <a:pPr defTabSz="698345" fontAlgn="auto">
                  <a:spcBef>
                    <a:spcPts val="0"/>
                  </a:spcBef>
                  <a:spcAft>
                    <a:spcPts val="0"/>
                  </a:spcAft>
                  <a:defRPr/>
                </a:pPr>
                <a:endParaRPr lang="en-US" sz="1377" kern="0" dirty="0">
                  <a:solidFill>
                    <a:prstClr val="black"/>
                  </a:solidFill>
                  <a:latin typeface="Segoe UI"/>
                </a:endParaRPr>
              </a:p>
            </p:txBody>
          </p:sp>
          <p:sp>
            <p:nvSpPr>
              <p:cNvPr id="99" name="Freeform 7"/>
              <p:cNvSpPr>
                <a:spLocks noEditPoints="1"/>
              </p:cNvSpPr>
              <p:nvPr/>
            </p:nvSpPr>
            <p:spPr bwMode="auto">
              <a:xfrm>
                <a:off x="-3648455" y="2506228"/>
                <a:ext cx="782637" cy="784226"/>
              </a:xfrm>
              <a:custGeom>
                <a:avLst/>
                <a:gdLst>
                  <a:gd name="T0" fmla="*/ 208 w 208"/>
                  <a:gd name="T1" fmla="*/ 104 h 208"/>
                  <a:gd name="T2" fmla="*/ 104 w 208"/>
                  <a:gd name="T3" fmla="*/ 0 h 208"/>
                  <a:gd name="T4" fmla="*/ 0 w 208"/>
                  <a:gd name="T5" fmla="*/ 104 h 208"/>
                  <a:gd name="T6" fmla="*/ 104 w 208"/>
                  <a:gd name="T7" fmla="*/ 208 h 208"/>
                  <a:gd name="T8" fmla="*/ 208 w 208"/>
                  <a:gd name="T9" fmla="*/ 104 h 208"/>
                  <a:gd name="T10" fmla="*/ 49 w 208"/>
                  <a:gd name="T11" fmla="*/ 104 h 208"/>
                  <a:gd name="T12" fmla="*/ 104 w 208"/>
                  <a:gd name="T13" fmla="*/ 49 h 208"/>
                  <a:gd name="T14" fmla="*/ 159 w 208"/>
                  <a:gd name="T15" fmla="*/ 104 h 208"/>
                  <a:gd name="T16" fmla="*/ 104 w 208"/>
                  <a:gd name="T17" fmla="*/ 159 h 208"/>
                  <a:gd name="T18" fmla="*/ 49 w 208"/>
                  <a:gd name="T19" fmla="*/ 104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8" h="208">
                    <a:moveTo>
                      <a:pt x="208" y="104"/>
                    </a:moveTo>
                    <a:cubicBezTo>
                      <a:pt x="208" y="46"/>
                      <a:pt x="161" y="0"/>
                      <a:pt x="104" y="0"/>
                    </a:cubicBezTo>
                    <a:cubicBezTo>
                      <a:pt x="46" y="0"/>
                      <a:pt x="0" y="46"/>
                      <a:pt x="0" y="104"/>
                    </a:cubicBezTo>
                    <a:cubicBezTo>
                      <a:pt x="0" y="161"/>
                      <a:pt x="46" y="208"/>
                      <a:pt x="104" y="208"/>
                    </a:cubicBezTo>
                    <a:cubicBezTo>
                      <a:pt x="161" y="208"/>
                      <a:pt x="208" y="161"/>
                      <a:pt x="208" y="104"/>
                    </a:cubicBezTo>
                    <a:close/>
                    <a:moveTo>
                      <a:pt x="49" y="104"/>
                    </a:moveTo>
                    <a:cubicBezTo>
                      <a:pt x="49" y="73"/>
                      <a:pt x="73" y="49"/>
                      <a:pt x="104" y="49"/>
                    </a:cubicBezTo>
                    <a:cubicBezTo>
                      <a:pt x="134" y="49"/>
                      <a:pt x="159" y="73"/>
                      <a:pt x="159" y="104"/>
                    </a:cubicBezTo>
                    <a:cubicBezTo>
                      <a:pt x="159" y="134"/>
                      <a:pt x="134" y="159"/>
                      <a:pt x="104" y="159"/>
                    </a:cubicBezTo>
                    <a:cubicBezTo>
                      <a:pt x="73" y="159"/>
                      <a:pt x="49" y="134"/>
                      <a:pt x="49" y="104"/>
                    </a:cubicBezTo>
                    <a:close/>
                  </a:path>
                </a:pathLst>
              </a:custGeom>
              <a:grpFill/>
              <a:ln w="15875">
                <a:solidFill>
                  <a:schemeClr val="tx1"/>
                </a:solidFill>
                <a:round/>
                <a:headEnd/>
                <a:tailEnd/>
              </a:ln>
              <a:extLst/>
            </p:spPr>
            <p:txBody>
              <a:bodyPr vert="horz" wrap="square" lIns="68522" tIns="34261" rIns="68522" bIns="34261" numCol="1" anchor="t" anchorCtr="0" compatLnSpc="1">
                <a:prstTxWarp prst="textNoShape">
                  <a:avLst/>
                </a:prstTxWarp>
              </a:bodyPr>
              <a:lstStyle/>
              <a:p>
                <a:pPr defTabSz="698345" fontAlgn="auto">
                  <a:spcBef>
                    <a:spcPts val="0"/>
                  </a:spcBef>
                  <a:spcAft>
                    <a:spcPts val="0"/>
                  </a:spcAft>
                  <a:defRPr/>
                </a:pPr>
                <a:endParaRPr lang="en-US" sz="1377" kern="0" dirty="0">
                  <a:solidFill>
                    <a:prstClr val="black"/>
                  </a:solidFill>
                  <a:latin typeface="Segoe UI"/>
                </a:endParaRPr>
              </a:p>
            </p:txBody>
          </p:sp>
          <p:sp>
            <p:nvSpPr>
              <p:cNvPr id="100" name="Oval 8"/>
              <p:cNvSpPr>
                <a:spLocks noChangeArrowheads="1"/>
              </p:cNvSpPr>
              <p:nvPr/>
            </p:nvSpPr>
            <p:spPr bwMode="auto">
              <a:xfrm>
                <a:off x="-3373817" y="2782451"/>
                <a:ext cx="230186" cy="233362"/>
              </a:xfrm>
              <a:prstGeom prst="ellipse">
                <a:avLst/>
              </a:prstGeom>
              <a:grpFill/>
              <a:ln w="15875">
                <a:solidFill>
                  <a:schemeClr val="tx1"/>
                </a:solidFill>
                <a:round/>
                <a:headEnd/>
                <a:tailEnd/>
              </a:ln>
              <a:extLst/>
            </p:spPr>
            <p:txBody>
              <a:bodyPr vert="horz" wrap="square" lIns="68522" tIns="34261" rIns="68522" bIns="34261" numCol="1" anchor="t" anchorCtr="0" compatLnSpc="1">
                <a:prstTxWarp prst="textNoShape">
                  <a:avLst/>
                </a:prstTxWarp>
              </a:bodyPr>
              <a:lstStyle/>
              <a:p>
                <a:pPr defTabSz="698345" fontAlgn="auto">
                  <a:spcBef>
                    <a:spcPts val="0"/>
                  </a:spcBef>
                  <a:spcAft>
                    <a:spcPts val="0"/>
                  </a:spcAft>
                  <a:defRPr/>
                </a:pPr>
                <a:endParaRPr lang="en-US" sz="1377" kern="0" dirty="0">
                  <a:solidFill>
                    <a:prstClr val="black"/>
                  </a:solidFill>
                  <a:latin typeface="Segoe UI"/>
                </a:endParaRPr>
              </a:p>
            </p:txBody>
          </p:sp>
          <p:sp>
            <p:nvSpPr>
              <p:cNvPr id="101" name="Freeform 9"/>
              <p:cNvSpPr>
                <a:spLocks/>
              </p:cNvSpPr>
              <p:nvPr/>
            </p:nvSpPr>
            <p:spPr bwMode="auto">
              <a:xfrm>
                <a:off x="-1005268" y="3973079"/>
                <a:ext cx="458786" cy="733426"/>
              </a:xfrm>
              <a:custGeom>
                <a:avLst/>
                <a:gdLst>
                  <a:gd name="T0" fmla="*/ 0 w 122"/>
                  <a:gd name="T1" fmla="*/ 61 h 195"/>
                  <a:gd name="T2" fmla="*/ 33 w 122"/>
                  <a:gd name="T3" fmla="*/ 115 h 195"/>
                  <a:gd name="T4" fmla="*/ 33 w 122"/>
                  <a:gd name="T5" fmla="*/ 151 h 195"/>
                  <a:gd name="T6" fmla="*/ 47 w 122"/>
                  <a:gd name="T7" fmla="*/ 151 h 195"/>
                  <a:gd name="T8" fmla="*/ 47 w 122"/>
                  <a:gd name="T9" fmla="*/ 166 h 195"/>
                  <a:gd name="T10" fmla="*/ 56 w 122"/>
                  <a:gd name="T11" fmla="*/ 166 h 195"/>
                  <a:gd name="T12" fmla="*/ 56 w 122"/>
                  <a:gd name="T13" fmla="*/ 195 h 195"/>
                  <a:gd name="T14" fmla="*/ 71 w 122"/>
                  <a:gd name="T15" fmla="*/ 195 h 195"/>
                  <a:gd name="T16" fmla="*/ 71 w 122"/>
                  <a:gd name="T17" fmla="*/ 166 h 195"/>
                  <a:gd name="T18" fmla="*/ 79 w 122"/>
                  <a:gd name="T19" fmla="*/ 166 h 195"/>
                  <a:gd name="T20" fmla="*/ 79 w 122"/>
                  <a:gd name="T21" fmla="*/ 151 h 195"/>
                  <a:gd name="T22" fmla="*/ 91 w 122"/>
                  <a:gd name="T23" fmla="*/ 151 h 195"/>
                  <a:gd name="T24" fmla="*/ 91 w 122"/>
                  <a:gd name="T25" fmla="*/ 114 h 195"/>
                  <a:gd name="T26" fmla="*/ 122 w 122"/>
                  <a:gd name="T27" fmla="*/ 61 h 195"/>
                  <a:gd name="T28" fmla="*/ 61 w 122"/>
                  <a:gd name="T29" fmla="*/ 0 h 195"/>
                  <a:gd name="T30" fmla="*/ 0 w 122"/>
                  <a:gd name="T31" fmla="*/ 61 h 1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22" h="195">
                    <a:moveTo>
                      <a:pt x="0" y="61"/>
                    </a:moveTo>
                    <a:cubicBezTo>
                      <a:pt x="0" y="85"/>
                      <a:pt x="14" y="105"/>
                      <a:pt x="33" y="115"/>
                    </a:cubicBezTo>
                    <a:cubicBezTo>
                      <a:pt x="33" y="151"/>
                      <a:pt x="33" y="151"/>
                      <a:pt x="33" y="151"/>
                    </a:cubicBezTo>
                    <a:cubicBezTo>
                      <a:pt x="47" y="151"/>
                      <a:pt x="47" y="151"/>
                      <a:pt x="47" y="151"/>
                    </a:cubicBezTo>
                    <a:cubicBezTo>
                      <a:pt x="47" y="166"/>
                      <a:pt x="47" y="166"/>
                      <a:pt x="47" y="166"/>
                    </a:cubicBezTo>
                    <a:cubicBezTo>
                      <a:pt x="56" y="166"/>
                      <a:pt x="56" y="166"/>
                      <a:pt x="56" y="166"/>
                    </a:cubicBezTo>
                    <a:cubicBezTo>
                      <a:pt x="56" y="195"/>
                      <a:pt x="56" y="195"/>
                      <a:pt x="56" y="195"/>
                    </a:cubicBezTo>
                    <a:cubicBezTo>
                      <a:pt x="71" y="195"/>
                      <a:pt x="71" y="195"/>
                      <a:pt x="71" y="195"/>
                    </a:cubicBezTo>
                    <a:cubicBezTo>
                      <a:pt x="71" y="166"/>
                      <a:pt x="71" y="166"/>
                      <a:pt x="71" y="166"/>
                    </a:cubicBezTo>
                    <a:cubicBezTo>
                      <a:pt x="79" y="166"/>
                      <a:pt x="79" y="166"/>
                      <a:pt x="79" y="166"/>
                    </a:cubicBezTo>
                    <a:cubicBezTo>
                      <a:pt x="79" y="151"/>
                      <a:pt x="79" y="151"/>
                      <a:pt x="79" y="151"/>
                    </a:cubicBezTo>
                    <a:cubicBezTo>
                      <a:pt x="91" y="151"/>
                      <a:pt x="91" y="151"/>
                      <a:pt x="91" y="151"/>
                    </a:cubicBezTo>
                    <a:cubicBezTo>
                      <a:pt x="91" y="114"/>
                      <a:pt x="91" y="114"/>
                      <a:pt x="91" y="114"/>
                    </a:cubicBezTo>
                    <a:cubicBezTo>
                      <a:pt x="110" y="104"/>
                      <a:pt x="122" y="84"/>
                      <a:pt x="122" y="61"/>
                    </a:cubicBezTo>
                    <a:cubicBezTo>
                      <a:pt x="122" y="28"/>
                      <a:pt x="95" y="0"/>
                      <a:pt x="61" y="0"/>
                    </a:cubicBezTo>
                    <a:cubicBezTo>
                      <a:pt x="28" y="0"/>
                      <a:pt x="0" y="28"/>
                      <a:pt x="0" y="61"/>
                    </a:cubicBezTo>
                    <a:close/>
                  </a:path>
                </a:pathLst>
              </a:custGeom>
              <a:grpFill/>
              <a:ln w="15875">
                <a:solidFill>
                  <a:schemeClr val="tx1"/>
                </a:solidFill>
                <a:round/>
                <a:headEnd/>
                <a:tailEnd/>
              </a:ln>
              <a:extLst/>
            </p:spPr>
            <p:txBody>
              <a:bodyPr vert="horz" wrap="square" lIns="68522" tIns="34261" rIns="68522" bIns="34261" numCol="1" anchor="t" anchorCtr="0" compatLnSpc="1">
                <a:prstTxWarp prst="textNoShape">
                  <a:avLst/>
                </a:prstTxWarp>
              </a:bodyPr>
              <a:lstStyle/>
              <a:p>
                <a:pPr defTabSz="698345" fontAlgn="auto">
                  <a:spcBef>
                    <a:spcPts val="0"/>
                  </a:spcBef>
                  <a:spcAft>
                    <a:spcPts val="0"/>
                  </a:spcAft>
                  <a:defRPr/>
                </a:pPr>
                <a:endParaRPr lang="en-US" sz="1377" kern="0" dirty="0">
                  <a:solidFill>
                    <a:prstClr val="black"/>
                  </a:solidFill>
                  <a:latin typeface="Segoe UI"/>
                </a:endParaRPr>
              </a:p>
            </p:txBody>
          </p:sp>
          <p:sp>
            <p:nvSpPr>
              <p:cNvPr id="102" name="Freeform 10"/>
              <p:cNvSpPr>
                <a:spLocks/>
              </p:cNvSpPr>
              <p:nvPr/>
            </p:nvSpPr>
            <p:spPr bwMode="auto">
              <a:xfrm>
                <a:off x="-3448430" y="4371541"/>
                <a:ext cx="2992437" cy="671513"/>
              </a:xfrm>
              <a:custGeom>
                <a:avLst/>
                <a:gdLst>
                  <a:gd name="T0" fmla="*/ 777 w 1885"/>
                  <a:gd name="T1" fmla="*/ 313 h 423"/>
                  <a:gd name="T2" fmla="*/ 777 w 1885"/>
                  <a:gd name="T3" fmla="*/ 143 h 423"/>
                  <a:gd name="T4" fmla="*/ 685 w 1885"/>
                  <a:gd name="T5" fmla="*/ 143 h 423"/>
                  <a:gd name="T6" fmla="*/ 685 w 1885"/>
                  <a:gd name="T7" fmla="*/ 0 h 423"/>
                  <a:gd name="T8" fmla="*/ 173 w 1885"/>
                  <a:gd name="T9" fmla="*/ 0 h 423"/>
                  <a:gd name="T10" fmla="*/ 173 w 1885"/>
                  <a:gd name="T11" fmla="*/ 143 h 423"/>
                  <a:gd name="T12" fmla="*/ 80 w 1885"/>
                  <a:gd name="T13" fmla="*/ 143 h 423"/>
                  <a:gd name="T14" fmla="*/ 80 w 1885"/>
                  <a:gd name="T15" fmla="*/ 313 h 423"/>
                  <a:gd name="T16" fmla="*/ 0 w 1885"/>
                  <a:gd name="T17" fmla="*/ 313 h 423"/>
                  <a:gd name="T18" fmla="*/ 0 w 1885"/>
                  <a:gd name="T19" fmla="*/ 423 h 423"/>
                  <a:gd name="T20" fmla="*/ 1885 w 1885"/>
                  <a:gd name="T21" fmla="*/ 423 h 423"/>
                  <a:gd name="T22" fmla="*/ 1885 w 1885"/>
                  <a:gd name="T23" fmla="*/ 313 h 423"/>
                  <a:gd name="T24" fmla="*/ 777 w 1885"/>
                  <a:gd name="T25" fmla="*/ 313 h 4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5" h="423">
                    <a:moveTo>
                      <a:pt x="777" y="313"/>
                    </a:moveTo>
                    <a:lnTo>
                      <a:pt x="777" y="143"/>
                    </a:lnTo>
                    <a:lnTo>
                      <a:pt x="685" y="143"/>
                    </a:lnTo>
                    <a:lnTo>
                      <a:pt x="685" y="0"/>
                    </a:lnTo>
                    <a:lnTo>
                      <a:pt x="173" y="0"/>
                    </a:lnTo>
                    <a:lnTo>
                      <a:pt x="173" y="143"/>
                    </a:lnTo>
                    <a:lnTo>
                      <a:pt x="80" y="143"/>
                    </a:lnTo>
                    <a:lnTo>
                      <a:pt x="80" y="313"/>
                    </a:lnTo>
                    <a:lnTo>
                      <a:pt x="0" y="313"/>
                    </a:lnTo>
                    <a:lnTo>
                      <a:pt x="0" y="423"/>
                    </a:lnTo>
                    <a:lnTo>
                      <a:pt x="1885" y="423"/>
                    </a:lnTo>
                    <a:lnTo>
                      <a:pt x="1885" y="313"/>
                    </a:lnTo>
                    <a:lnTo>
                      <a:pt x="777" y="313"/>
                    </a:lnTo>
                    <a:close/>
                  </a:path>
                </a:pathLst>
              </a:custGeom>
              <a:grpFill/>
              <a:ln w="15875">
                <a:solidFill>
                  <a:schemeClr val="tx1"/>
                </a:solidFill>
                <a:round/>
                <a:headEnd/>
                <a:tailEnd/>
              </a:ln>
              <a:extLst/>
            </p:spPr>
            <p:txBody>
              <a:bodyPr vert="horz" wrap="square" lIns="68522" tIns="34261" rIns="68522" bIns="34261" numCol="1" anchor="t" anchorCtr="0" compatLnSpc="1">
                <a:prstTxWarp prst="textNoShape">
                  <a:avLst/>
                </a:prstTxWarp>
              </a:bodyPr>
              <a:lstStyle/>
              <a:p>
                <a:pPr defTabSz="698345" fontAlgn="auto">
                  <a:spcBef>
                    <a:spcPts val="0"/>
                  </a:spcBef>
                  <a:spcAft>
                    <a:spcPts val="0"/>
                  </a:spcAft>
                  <a:defRPr/>
                </a:pPr>
                <a:endParaRPr lang="en-US" sz="1377" kern="0" dirty="0">
                  <a:solidFill>
                    <a:prstClr val="black"/>
                  </a:solidFill>
                  <a:latin typeface="Segoe UI"/>
                </a:endParaRPr>
              </a:p>
            </p:txBody>
          </p:sp>
          <p:sp>
            <p:nvSpPr>
              <p:cNvPr id="103" name="Freeform 11"/>
              <p:cNvSpPr>
                <a:spLocks/>
              </p:cNvSpPr>
              <p:nvPr/>
            </p:nvSpPr>
            <p:spPr bwMode="auto">
              <a:xfrm>
                <a:off x="-3313495" y="3246002"/>
                <a:ext cx="1009652" cy="1004890"/>
              </a:xfrm>
              <a:custGeom>
                <a:avLst/>
                <a:gdLst>
                  <a:gd name="T0" fmla="*/ 0 w 268"/>
                  <a:gd name="T1" fmla="*/ 55 h 267"/>
                  <a:gd name="T2" fmla="*/ 53 w 268"/>
                  <a:gd name="T3" fmla="*/ 203 h 267"/>
                  <a:gd name="T4" fmla="*/ 15 w 268"/>
                  <a:gd name="T5" fmla="*/ 203 h 267"/>
                  <a:gd name="T6" fmla="*/ 15 w 268"/>
                  <a:gd name="T7" fmla="*/ 267 h 267"/>
                  <a:gd name="T8" fmla="*/ 268 w 268"/>
                  <a:gd name="T9" fmla="*/ 267 h 267"/>
                  <a:gd name="T10" fmla="*/ 268 w 268"/>
                  <a:gd name="T11" fmla="*/ 203 h 267"/>
                  <a:gd name="T12" fmla="*/ 230 w 268"/>
                  <a:gd name="T13" fmla="*/ 203 h 267"/>
                  <a:gd name="T14" fmla="*/ 131 w 268"/>
                  <a:gd name="T15" fmla="*/ 0 h 267"/>
                  <a:gd name="T16" fmla="*/ 15 w 268"/>
                  <a:gd name="T17" fmla="*/ 56 h 267"/>
                  <a:gd name="T18" fmla="*/ 0 w 268"/>
                  <a:gd name="T19" fmla="*/ 55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8" h="267">
                    <a:moveTo>
                      <a:pt x="0" y="55"/>
                    </a:moveTo>
                    <a:cubicBezTo>
                      <a:pt x="53" y="203"/>
                      <a:pt x="53" y="203"/>
                      <a:pt x="53" y="203"/>
                    </a:cubicBezTo>
                    <a:cubicBezTo>
                      <a:pt x="15" y="203"/>
                      <a:pt x="15" y="203"/>
                      <a:pt x="15" y="203"/>
                    </a:cubicBezTo>
                    <a:cubicBezTo>
                      <a:pt x="15" y="267"/>
                      <a:pt x="15" y="267"/>
                      <a:pt x="15" y="267"/>
                    </a:cubicBezTo>
                    <a:cubicBezTo>
                      <a:pt x="268" y="267"/>
                      <a:pt x="268" y="267"/>
                      <a:pt x="268" y="267"/>
                    </a:cubicBezTo>
                    <a:cubicBezTo>
                      <a:pt x="268" y="203"/>
                      <a:pt x="268" y="203"/>
                      <a:pt x="268" y="203"/>
                    </a:cubicBezTo>
                    <a:cubicBezTo>
                      <a:pt x="230" y="203"/>
                      <a:pt x="230" y="203"/>
                      <a:pt x="230" y="203"/>
                    </a:cubicBezTo>
                    <a:cubicBezTo>
                      <a:pt x="131" y="0"/>
                      <a:pt x="131" y="0"/>
                      <a:pt x="131" y="0"/>
                    </a:cubicBezTo>
                    <a:cubicBezTo>
                      <a:pt x="104" y="34"/>
                      <a:pt x="62" y="56"/>
                      <a:pt x="15" y="56"/>
                    </a:cubicBezTo>
                    <a:cubicBezTo>
                      <a:pt x="10" y="56"/>
                      <a:pt x="5" y="56"/>
                      <a:pt x="0" y="55"/>
                    </a:cubicBezTo>
                    <a:close/>
                  </a:path>
                </a:pathLst>
              </a:custGeom>
              <a:grpFill/>
              <a:ln w="15875">
                <a:solidFill>
                  <a:schemeClr val="tx1"/>
                </a:solidFill>
                <a:round/>
                <a:headEnd/>
                <a:tailEnd/>
              </a:ln>
              <a:extLst/>
            </p:spPr>
            <p:txBody>
              <a:bodyPr vert="horz" wrap="square" lIns="68522" tIns="34261" rIns="68522" bIns="34261" numCol="1" anchor="t" anchorCtr="0" compatLnSpc="1">
                <a:prstTxWarp prst="textNoShape">
                  <a:avLst/>
                </a:prstTxWarp>
              </a:bodyPr>
              <a:lstStyle/>
              <a:p>
                <a:pPr defTabSz="698345" fontAlgn="auto">
                  <a:spcBef>
                    <a:spcPts val="0"/>
                  </a:spcBef>
                  <a:spcAft>
                    <a:spcPts val="0"/>
                  </a:spcAft>
                  <a:defRPr/>
                </a:pPr>
                <a:endParaRPr lang="en-US" sz="1377" kern="0" dirty="0">
                  <a:solidFill>
                    <a:prstClr val="black"/>
                  </a:solidFill>
                  <a:latin typeface="Segoe UI"/>
                </a:endParaRPr>
              </a:p>
            </p:txBody>
          </p:sp>
          <p:sp>
            <p:nvSpPr>
              <p:cNvPr id="104" name="Freeform 12"/>
              <p:cNvSpPr>
                <a:spLocks/>
              </p:cNvSpPr>
              <p:nvPr/>
            </p:nvSpPr>
            <p:spPr bwMode="auto">
              <a:xfrm>
                <a:off x="-2775329" y="2684026"/>
                <a:ext cx="719138" cy="493715"/>
              </a:xfrm>
              <a:custGeom>
                <a:avLst/>
                <a:gdLst>
                  <a:gd name="T0" fmla="*/ 186 w 191"/>
                  <a:gd name="T1" fmla="*/ 114 h 131"/>
                  <a:gd name="T2" fmla="*/ 174 w 191"/>
                  <a:gd name="T3" fmla="*/ 64 h 131"/>
                  <a:gd name="T4" fmla="*/ 191 w 191"/>
                  <a:gd name="T5" fmla="*/ 5 h 131"/>
                  <a:gd name="T6" fmla="*/ 9 w 191"/>
                  <a:gd name="T7" fmla="*/ 0 h 131"/>
                  <a:gd name="T8" fmla="*/ 20 w 191"/>
                  <a:gd name="T9" fmla="*/ 57 h 131"/>
                  <a:gd name="T10" fmla="*/ 0 w 191"/>
                  <a:gd name="T11" fmla="*/ 131 h 131"/>
                  <a:gd name="T12" fmla="*/ 186 w 191"/>
                  <a:gd name="T13" fmla="*/ 114 h 131"/>
                </a:gdLst>
                <a:ahLst/>
                <a:cxnLst>
                  <a:cxn ang="0">
                    <a:pos x="T0" y="T1"/>
                  </a:cxn>
                  <a:cxn ang="0">
                    <a:pos x="T2" y="T3"/>
                  </a:cxn>
                  <a:cxn ang="0">
                    <a:pos x="T4" y="T5"/>
                  </a:cxn>
                  <a:cxn ang="0">
                    <a:pos x="T6" y="T7"/>
                  </a:cxn>
                  <a:cxn ang="0">
                    <a:pos x="T8" y="T9"/>
                  </a:cxn>
                  <a:cxn ang="0">
                    <a:pos x="T10" y="T11"/>
                  </a:cxn>
                  <a:cxn ang="0">
                    <a:pos x="T12" y="T13"/>
                  </a:cxn>
                </a:cxnLst>
                <a:rect l="0" t="0" r="r" b="b"/>
                <a:pathLst>
                  <a:path w="191" h="131">
                    <a:moveTo>
                      <a:pt x="186" y="114"/>
                    </a:moveTo>
                    <a:cubicBezTo>
                      <a:pt x="179" y="99"/>
                      <a:pt x="174" y="82"/>
                      <a:pt x="174" y="64"/>
                    </a:cubicBezTo>
                    <a:cubicBezTo>
                      <a:pt x="174" y="42"/>
                      <a:pt x="180" y="22"/>
                      <a:pt x="191" y="5"/>
                    </a:cubicBezTo>
                    <a:cubicBezTo>
                      <a:pt x="9" y="0"/>
                      <a:pt x="9" y="0"/>
                      <a:pt x="9" y="0"/>
                    </a:cubicBezTo>
                    <a:cubicBezTo>
                      <a:pt x="16" y="17"/>
                      <a:pt x="20" y="37"/>
                      <a:pt x="20" y="57"/>
                    </a:cubicBezTo>
                    <a:cubicBezTo>
                      <a:pt x="20" y="84"/>
                      <a:pt x="13" y="109"/>
                      <a:pt x="0" y="131"/>
                    </a:cubicBezTo>
                    <a:lnTo>
                      <a:pt x="186" y="114"/>
                    </a:lnTo>
                    <a:close/>
                  </a:path>
                </a:pathLst>
              </a:custGeom>
              <a:grpFill/>
              <a:ln w="15875">
                <a:solidFill>
                  <a:schemeClr val="tx1"/>
                </a:solidFill>
                <a:round/>
                <a:headEnd/>
                <a:tailEnd/>
              </a:ln>
              <a:extLst/>
            </p:spPr>
            <p:txBody>
              <a:bodyPr vert="horz" wrap="square" lIns="68522" tIns="34261" rIns="68522" bIns="34261" numCol="1" anchor="t" anchorCtr="0" compatLnSpc="1">
                <a:prstTxWarp prst="textNoShape">
                  <a:avLst/>
                </a:prstTxWarp>
              </a:bodyPr>
              <a:lstStyle/>
              <a:p>
                <a:pPr defTabSz="698345" fontAlgn="auto">
                  <a:spcBef>
                    <a:spcPts val="0"/>
                  </a:spcBef>
                  <a:spcAft>
                    <a:spcPts val="0"/>
                  </a:spcAft>
                  <a:defRPr/>
                </a:pPr>
                <a:endParaRPr lang="en-US" sz="1377" kern="0" dirty="0">
                  <a:solidFill>
                    <a:prstClr val="black"/>
                  </a:solidFill>
                  <a:latin typeface="Segoe UI"/>
                </a:endParaRPr>
              </a:p>
            </p:txBody>
          </p:sp>
          <p:sp>
            <p:nvSpPr>
              <p:cNvPr id="105" name="Freeform 13"/>
              <p:cNvSpPr>
                <a:spLocks/>
              </p:cNvSpPr>
              <p:nvPr/>
            </p:nvSpPr>
            <p:spPr bwMode="auto">
              <a:xfrm>
                <a:off x="-1660903" y="3131703"/>
                <a:ext cx="877888" cy="957261"/>
              </a:xfrm>
              <a:custGeom>
                <a:avLst/>
                <a:gdLst>
                  <a:gd name="T0" fmla="*/ 155 w 233"/>
                  <a:gd name="T1" fmla="*/ 254 h 254"/>
                  <a:gd name="T2" fmla="*/ 233 w 233"/>
                  <a:gd name="T3" fmla="*/ 197 h 254"/>
                  <a:gd name="T4" fmla="*/ 86 w 233"/>
                  <a:gd name="T5" fmla="*/ 0 h 254"/>
                  <a:gd name="T6" fmla="*/ 0 w 233"/>
                  <a:gd name="T7" fmla="*/ 55 h 254"/>
                  <a:gd name="T8" fmla="*/ 155 w 233"/>
                  <a:gd name="T9" fmla="*/ 254 h 254"/>
                </a:gdLst>
                <a:ahLst/>
                <a:cxnLst>
                  <a:cxn ang="0">
                    <a:pos x="T0" y="T1"/>
                  </a:cxn>
                  <a:cxn ang="0">
                    <a:pos x="T2" y="T3"/>
                  </a:cxn>
                  <a:cxn ang="0">
                    <a:pos x="T4" y="T5"/>
                  </a:cxn>
                  <a:cxn ang="0">
                    <a:pos x="T6" y="T7"/>
                  </a:cxn>
                  <a:cxn ang="0">
                    <a:pos x="T8" y="T9"/>
                  </a:cxn>
                </a:cxnLst>
                <a:rect l="0" t="0" r="r" b="b"/>
                <a:pathLst>
                  <a:path w="233" h="254">
                    <a:moveTo>
                      <a:pt x="155" y="254"/>
                    </a:moveTo>
                    <a:cubicBezTo>
                      <a:pt x="166" y="222"/>
                      <a:pt x="197" y="198"/>
                      <a:pt x="233" y="197"/>
                    </a:cubicBezTo>
                    <a:cubicBezTo>
                      <a:pt x="86" y="0"/>
                      <a:pt x="86" y="0"/>
                      <a:pt x="86" y="0"/>
                    </a:cubicBezTo>
                    <a:cubicBezTo>
                      <a:pt x="68" y="30"/>
                      <a:pt x="37" y="52"/>
                      <a:pt x="0" y="55"/>
                    </a:cubicBezTo>
                    <a:lnTo>
                      <a:pt x="155" y="254"/>
                    </a:lnTo>
                    <a:close/>
                  </a:path>
                </a:pathLst>
              </a:custGeom>
              <a:grpFill/>
              <a:ln w="15875">
                <a:solidFill>
                  <a:schemeClr val="tx1"/>
                </a:solidFill>
                <a:round/>
                <a:headEnd/>
                <a:tailEnd/>
              </a:ln>
              <a:extLst/>
            </p:spPr>
            <p:txBody>
              <a:bodyPr vert="horz" wrap="square" lIns="68522" tIns="34261" rIns="68522" bIns="34261" numCol="1" anchor="t" anchorCtr="0" compatLnSpc="1">
                <a:prstTxWarp prst="textNoShape">
                  <a:avLst/>
                </a:prstTxWarp>
              </a:bodyPr>
              <a:lstStyle/>
              <a:p>
                <a:pPr defTabSz="698345" fontAlgn="auto">
                  <a:spcBef>
                    <a:spcPts val="0"/>
                  </a:spcBef>
                  <a:spcAft>
                    <a:spcPts val="0"/>
                  </a:spcAft>
                  <a:defRPr/>
                </a:pPr>
                <a:endParaRPr lang="en-US" sz="1377" kern="0" dirty="0">
                  <a:solidFill>
                    <a:prstClr val="black"/>
                  </a:solidFill>
                  <a:latin typeface="Segoe UI"/>
                </a:endParaRPr>
              </a:p>
            </p:txBody>
          </p:sp>
        </p:grpSp>
      </p:grpSp>
      <p:grpSp>
        <p:nvGrpSpPr>
          <p:cNvPr id="13" name="Group 12"/>
          <p:cNvGrpSpPr/>
          <p:nvPr/>
        </p:nvGrpSpPr>
        <p:grpSpPr>
          <a:xfrm>
            <a:off x="5434439" y="1521329"/>
            <a:ext cx="1654435" cy="1986651"/>
            <a:chOff x="7391380" y="2068413"/>
            <a:chExt cx="2250465" cy="2702366"/>
          </a:xfrm>
        </p:grpSpPr>
        <p:sp>
          <p:nvSpPr>
            <p:cNvPr id="74" name="Rectangle 73"/>
            <p:cNvSpPr/>
            <p:nvPr/>
          </p:nvSpPr>
          <p:spPr bwMode="auto">
            <a:xfrm>
              <a:off x="7391380" y="2642515"/>
              <a:ext cx="2250465" cy="2128264"/>
            </a:xfrm>
            <a:prstGeom prst="rect">
              <a:avLst/>
            </a:prstGeom>
            <a:noFill/>
            <a:ln w="3175">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134445" tIns="134445" rIns="134445" bIns="34285" numCol="1" rtlCol="0" anchor="t" anchorCtr="0" compatLnSpc="1">
              <a:prstTxWarp prst="textNoShape">
                <a:avLst/>
              </a:prstTxWarp>
            </a:bodyPr>
            <a:lstStyle/>
            <a:p>
              <a:pPr defTabSz="685607" fontAlgn="auto">
                <a:lnSpc>
                  <a:spcPct val="90000"/>
                </a:lnSpc>
                <a:spcBef>
                  <a:spcPts val="0"/>
                </a:spcBef>
                <a:spcAft>
                  <a:spcPts val="450"/>
                </a:spcAft>
                <a:defRPr/>
              </a:pPr>
              <a:r>
                <a:rPr lang="en-US" sz="1324" b="1" kern="0" dirty="0">
                  <a:gradFill>
                    <a:gsLst>
                      <a:gs pos="2917">
                        <a:srgbClr val="FFFFFF"/>
                      </a:gs>
                      <a:gs pos="30000">
                        <a:srgbClr val="FFFFFF"/>
                      </a:gs>
                    </a:gsLst>
                    <a:lin ang="5400000" scaled="0"/>
                  </a:gradFill>
                  <a:latin typeface="Segoe UI"/>
                </a:rPr>
                <a:t>Servers</a:t>
              </a:r>
            </a:p>
            <a:p>
              <a:pPr defTabSz="685607" fontAlgn="auto">
                <a:lnSpc>
                  <a:spcPct val="90000"/>
                </a:lnSpc>
                <a:spcBef>
                  <a:spcPts val="0"/>
                </a:spcBef>
                <a:spcAft>
                  <a:spcPts val="450"/>
                </a:spcAft>
                <a:defRPr/>
              </a:pPr>
              <a:r>
                <a:rPr lang="en-US" sz="1176" kern="0" dirty="0">
                  <a:gradFill>
                    <a:gsLst>
                      <a:gs pos="2917">
                        <a:srgbClr val="FFFFFF"/>
                      </a:gs>
                      <a:gs pos="30000">
                        <a:srgbClr val="FFFFFF"/>
                      </a:gs>
                    </a:gsLst>
                    <a:lin ang="5400000" scaled="0"/>
                  </a:gradFill>
                  <a:latin typeface="Segoe UI"/>
                </a:rPr>
                <a:t>Data aggregation/prep</a:t>
              </a:r>
            </a:p>
            <a:p>
              <a:pPr defTabSz="685607" fontAlgn="auto">
                <a:lnSpc>
                  <a:spcPct val="90000"/>
                </a:lnSpc>
                <a:spcBef>
                  <a:spcPts val="0"/>
                </a:spcBef>
                <a:spcAft>
                  <a:spcPts val="450"/>
                </a:spcAft>
                <a:defRPr/>
              </a:pPr>
              <a:r>
                <a:rPr lang="en-US" sz="1176" kern="0" dirty="0">
                  <a:gradFill>
                    <a:gsLst>
                      <a:gs pos="2917">
                        <a:srgbClr val="FFFFFF"/>
                      </a:gs>
                      <a:gs pos="30000">
                        <a:srgbClr val="FFFFFF"/>
                      </a:gs>
                    </a:gsLst>
                    <a:lin ang="5400000" scaled="0"/>
                  </a:gradFill>
                  <a:latin typeface="Segoe UI"/>
                </a:rPr>
                <a:t>Secure cloud connection</a:t>
              </a:r>
            </a:p>
            <a:p>
              <a:pPr defTabSz="672229" fontAlgn="auto">
                <a:lnSpc>
                  <a:spcPct val="90000"/>
                </a:lnSpc>
                <a:spcBef>
                  <a:spcPts val="0"/>
                </a:spcBef>
                <a:spcAft>
                  <a:spcPts val="450"/>
                </a:spcAft>
                <a:defRPr/>
              </a:pPr>
              <a:r>
                <a:rPr lang="en-US" sz="1176" kern="0" dirty="0">
                  <a:gradFill>
                    <a:gsLst>
                      <a:gs pos="2917">
                        <a:srgbClr val="FFFFFF"/>
                      </a:gs>
                      <a:gs pos="30000">
                        <a:srgbClr val="FFFFFF"/>
                      </a:gs>
                    </a:gsLst>
                    <a:lin ang="5400000" scaled="0"/>
                  </a:gradFill>
                  <a:latin typeface="Segoe UI"/>
                </a:rPr>
                <a:t>Very high cost/Low volume</a:t>
              </a:r>
            </a:p>
          </p:txBody>
        </p:sp>
        <p:sp>
          <p:nvSpPr>
            <p:cNvPr id="106" name="Rounded Rectangle 7"/>
            <p:cNvSpPr>
              <a:spLocks noChangeAspect="1"/>
            </p:cNvSpPr>
            <p:nvPr/>
          </p:nvSpPr>
          <p:spPr>
            <a:xfrm>
              <a:off x="7663535" y="2068413"/>
              <a:ext cx="280636" cy="595073"/>
            </a:xfrm>
            <a:custGeom>
              <a:avLst/>
              <a:gdLst/>
              <a:ahLst/>
              <a:cxnLst/>
              <a:rect l="l" t="t" r="r" b="b"/>
              <a:pathLst>
                <a:path w="685800" h="1778259">
                  <a:moveTo>
                    <a:pt x="238126" y="875582"/>
                  </a:moveTo>
                  <a:cubicBezTo>
                    <a:pt x="228767" y="875582"/>
                    <a:pt x="221180" y="883169"/>
                    <a:pt x="221180" y="892528"/>
                  </a:cubicBezTo>
                  <a:lnTo>
                    <a:pt x="221180" y="960308"/>
                  </a:lnTo>
                  <a:cubicBezTo>
                    <a:pt x="221180" y="969667"/>
                    <a:pt x="228767" y="977254"/>
                    <a:pt x="238126" y="977254"/>
                  </a:cubicBezTo>
                  <a:lnTo>
                    <a:pt x="327275" y="977254"/>
                  </a:lnTo>
                  <a:cubicBezTo>
                    <a:pt x="336634" y="977254"/>
                    <a:pt x="344221" y="969667"/>
                    <a:pt x="344221" y="960308"/>
                  </a:cubicBezTo>
                  <a:lnTo>
                    <a:pt x="344221" y="892528"/>
                  </a:lnTo>
                  <a:cubicBezTo>
                    <a:pt x="344221" y="883169"/>
                    <a:pt x="336634" y="875582"/>
                    <a:pt x="327275" y="875582"/>
                  </a:cubicBezTo>
                  <a:close/>
                  <a:moveTo>
                    <a:pt x="51195" y="875582"/>
                  </a:moveTo>
                  <a:cubicBezTo>
                    <a:pt x="41836" y="875582"/>
                    <a:pt x="34249" y="883169"/>
                    <a:pt x="34249" y="892528"/>
                  </a:cubicBezTo>
                  <a:lnTo>
                    <a:pt x="34249" y="960308"/>
                  </a:lnTo>
                  <a:cubicBezTo>
                    <a:pt x="34249" y="969667"/>
                    <a:pt x="41836" y="977254"/>
                    <a:pt x="51195" y="977254"/>
                  </a:cubicBezTo>
                  <a:lnTo>
                    <a:pt x="140344" y="977254"/>
                  </a:lnTo>
                  <a:cubicBezTo>
                    <a:pt x="149703" y="977254"/>
                    <a:pt x="157290" y="969667"/>
                    <a:pt x="157290" y="960308"/>
                  </a:cubicBezTo>
                  <a:lnTo>
                    <a:pt x="157290" y="892528"/>
                  </a:lnTo>
                  <a:cubicBezTo>
                    <a:pt x="157290" y="883169"/>
                    <a:pt x="149703" y="875582"/>
                    <a:pt x="140344" y="875582"/>
                  </a:cubicBezTo>
                  <a:close/>
                  <a:moveTo>
                    <a:pt x="60400" y="119293"/>
                  </a:moveTo>
                  <a:cubicBezTo>
                    <a:pt x="46846" y="119293"/>
                    <a:pt x="35859" y="130280"/>
                    <a:pt x="35859" y="143834"/>
                  </a:cubicBezTo>
                  <a:lnTo>
                    <a:pt x="35859" y="241994"/>
                  </a:lnTo>
                  <a:cubicBezTo>
                    <a:pt x="35859" y="255548"/>
                    <a:pt x="46846" y="266535"/>
                    <a:pt x="60400" y="266535"/>
                  </a:cubicBezTo>
                  <a:lnTo>
                    <a:pt x="619449" y="266535"/>
                  </a:lnTo>
                  <a:cubicBezTo>
                    <a:pt x="633003" y="266535"/>
                    <a:pt x="643990" y="255548"/>
                    <a:pt x="643990" y="241994"/>
                  </a:cubicBezTo>
                  <a:lnTo>
                    <a:pt x="643990" y="143834"/>
                  </a:lnTo>
                  <a:cubicBezTo>
                    <a:pt x="643990" y="130280"/>
                    <a:pt x="633003" y="119293"/>
                    <a:pt x="619449" y="119293"/>
                  </a:cubicBezTo>
                  <a:close/>
                  <a:moveTo>
                    <a:pt x="114302" y="0"/>
                  </a:moveTo>
                  <a:lnTo>
                    <a:pt x="571498" y="0"/>
                  </a:lnTo>
                  <a:cubicBezTo>
                    <a:pt x="634625" y="0"/>
                    <a:pt x="685800" y="51175"/>
                    <a:pt x="685800" y="114302"/>
                  </a:cubicBezTo>
                  <a:lnTo>
                    <a:pt x="685800" y="1663957"/>
                  </a:lnTo>
                  <a:cubicBezTo>
                    <a:pt x="685800" y="1727084"/>
                    <a:pt x="634625" y="1778259"/>
                    <a:pt x="571498" y="1778259"/>
                  </a:cubicBezTo>
                  <a:lnTo>
                    <a:pt x="114302" y="1778259"/>
                  </a:lnTo>
                  <a:cubicBezTo>
                    <a:pt x="51175" y="1778259"/>
                    <a:pt x="0" y="1727084"/>
                    <a:pt x="0" y="1663957"/>
                  </a:cubicBezTo>
                  <a:lnTo>
                    <a:pt x="0" y="114302"/>
                  </a:lnTo>
                  <a:cubicBezTo>
                    <a:pt x="0" y="51175"/>
                    <a:pt x="51175" y="0"/>
                    <a:pt x="114302" y="0"/>
                  </a:cubicBezTo>
                  <a:close/>
                </a:path>
              </a:pathLst>
            </a:custGeom>
            <a:solidFill>
              <a:srgbClr val="0078D7"/>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607" fontAlgn="auto">
                <a:spcBef>
                  <a:spcPts val="0"/>
                </a:spcBef>
                <a:spcAft>
                  <a:spcPts val="0"/>
                </a:spcAft>
                <a:defRPr/>
              </a:pPr>
              <a:endParaRPr lang="en-US" sz="1350" kern="0">
                <a:solidFill>
                  <a:sysClr val="windowText" lastClr="000000"/>
                </a:solidFill>
                <a:latin typeface="Segoe UI"/>
              </a:endParaRPr>
            </a:p>
          </p:txBody>
        </p:sp>
      </p:grpSp>
      <p:grpSp>
        <p:nvGrpSpPr>
          <p:cNvPr id="14" name="Group 13"/>
          <p:cNvGrpSpPr/>
          <p:nvPr/>
        </p:nvGrpSpPr>
        <p:grpSpPr>
          <a:xfrm>
            <a:off x="3727744" y="1530724"/>
            <a:ext cx="1654435" cy="1977255"/>
            <a:chOff x="5069827" y="2081193"/>
            <a:chExt cx="2250465" cy="2689586"/>
          </a:xfrm>
        </p:grpSpPr>
        <p:sp>
          <p:nvSpPr>
            <p:cNvPr id="73" name="Rectangle 72"/>
            <p:cNvSpPr/>
            <p:nvPr/>
          </p:nvSpPr>
          <p:spPr bwMode="auto">
            <a:xfrm>
              <a:off x="5069827" y="2642515"/>
              <a:ext cx="2250465" cy="2128264"/>
            </a:xfrm>
            <a:prstGeom prst="rect">
              <a:avLst/>
            </a:prstGeom>
            <a:noFill/>
            <a:ln w="3175">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134445" tIns="134445" rIns="134445" bIns="34285" numCol="1" rtlCol="0" anchor="t" anchorCtr="0" compatLnSpc="1">
              <a:prstTxWarp prst="textNoShape">
                <a:avLst/>
              </a:prstTxWarp>
            </a:bodyPr>
            <a:lstStyle/>
            <a:p>
              <a:pPr defTabSz="685607" fontAlgn="auto">
                <a:lnSpc>
                  <a:spcPct val="90000"/>
                </a:lnSpc>
                <a:spcBef>
                  <a:spcPts val="0"/>
                </a:spcBef>
                <a:spcAft>
                  <a:spcPts val="450"/>
                </a:spcAft>
                <a:defRPr/>
              </a:pPr>
              <a:r>
                <a:rPr lang="en-US" sz="1324" b="1" kern="0" dirty="0">
                  <a:gradFill>
                    <a:gsLst>
                      <a:gs pos="2917">
                        <a:srgbClr val="FFFFFF"/>
                      </a:gs>
                      <a:gs pos="30000">
                        <a:srgbClr val="FFFFFF"/>
                      </a:gs>
                    </a:gsLst>
                    <a:lin ang="5400000" scaled="0"/>
                  </a:gradFill>
                  <a:latin typeface="Segoe UI"/>
                </a:rPr>
                <a:t>Industry Devices</a:t>
              </a:r>
            </a:p>
            <a:p>
              <a:pPr defTabSz="685607" fontAlgn="auto">
                <a:lnSpc>
                  <a:spcPct val="90000"/>
                </a:lnSpc>
                <a:spcBef>
                  <a:spcPts val="0"/>
                </a:spcBef>
                <a:spcAft>
                  <a:spcPts val="450"/>
                </a:spcAft>
                <a:defRPr/>
              </a:pPr>
              <a:r>
                <a:rPr lang="en-US" sz="1176" kern="0" dirty="0">
                  <a:gradFill>
                    <a:gsLst>
                      <a:gs pos="2917">
                        <a:srgbClr val="FFFFFF"/>
                      </a:gs>
                      <a:gs pos="30000">
                        <a:srgbClr val="FFFFFF"/>
                      </a:gs>
                    </a:gsLst>
                    <a:lin ang="5400000" scaled="0"/>
                  </a:gradFill>
                  <a:latin typeface="Segoe UI"/>
                </a:rPr>
                <a:t>Heavy data processing</a:t>
              </a:r>
            </a:p>
            <a:p>
              <a:pPr defTabSz="685607" fontAlgn="auto">
                <a:lnSpc>
                  <a:spcPct val="90000"/>
                </a:lnSpc>
                <a:spcBef>
                  <a:spcPts val="0"/>
                </a:spcBef>
                <a:spcAft>
                  <a:spcPts val="450"/>
                </a:spcAft>
                <a:defRPr/>
              </a:pPr>
              <a:r>
                <a:rPr lang="en-US" sz="1176" kern="0" dirty="0">
                  <a:gradFill>
                    <a:gsLst>
                      <a:gs pos="2917">
                        <a:srgbClr val="FFFFFF"/>
                      </a:gs>
                      <a:gs pos="30000">
                        <a:srgbClr val="FFFFFF"/>
                      </a:gs>
                    </a:gsLst>
                    <a:lin ang="5400000" scaled="0"/>
                  </a:gradFill>
                  <a:latin typeface="Segoe UI"/>
                </a:rPr>
                <a:t>Ent security &amp; </a:t>
              </a:r>
              <a:r>
                <a:rPr lang="en-US" sz="1176" kern="0" dirty="0" err="1">
                  <a:gradFill>
                    <a:gsLst>
                      <a:gs pos="2917">
                        <a:srgbClr val="FFFFFF"/>
                      </a:gs>
                      <a:gs pos="30000">
                        <a:srgbClr val="FFFFFF"/>
                      </a:gs>
                    </a:gsLst>
                    <a:lin ang="5400000" scaled="0"/>
                  </a:gradFill>
                  <a:latin typeface="Segoe UI"/>
                </a:rPr>
                <a:t>mgmt</a:t>
              </a:r>
              <a:r>
                <a:rPr lang="en-US" sz="1176" kern="0" dirty="0">
                  <a:gradFill>
                    <a:gsLst>
                      <a:gs pos="2917">
                        <a:srgbClr val="FFFFFF"/>
                      </a:gs>
                      <a:gs pos="30000">
                        <a:srgbClr val="FFFFFF"/>
                      </a:gs>
                    </a:gsLst>
                    <a:lin ang="5400000" scaled="0"/>
                  </a:gradFill>
                  <a:latin typeface="Segoe UI"/>
                </a:rPr>
                <a:t> </a:t>
              </a:r>
            </a:p>
            <a:p>
              <a:pPr defTabSz="685607" fontAlgn="auto">
                <a:lnSpc>
                  <a:spcPct val="90000"/>
                </a:lnSpc>
                <a:spcBef>
                  <a:spcPts val="0"/>
                </a:spcBef>
                <a:spcAft>
                  <a:spcPts val="450"/>
                </a:spcAft>
                <a:defRPr/>
              </a:pPr>
              <a:r>
                <a:rPr lang="en-US" sz="1176" kern="0" dirty="0">
                  <a:gradFill>
                    <a:gsLst>
                      <a:gs pos="2917">
                        <a:srgbClr val="FFFFFF"/>
                      </a:gs>
                      <a:gs pos="30000">
                        <a:srgbClr val="FFFFFF"/>
                      </a:gs>
                    </a:gsLst>
                    <a:lin ang="5400000" scaled="0"/>
                  </a:gradFill>
                  <a:latin typeface="Segoe UI"/>
                </a:rPr>
                <a:t>High cost/Low volume</a:t>
              </a:r>
            </a:p>
          </p:txBody>
        </p:sp>
        <p:sp>
          <p:nvSpPr>
            <p:cNvPr id="107" name="Rectangle 19"/>
            <p:cNvSpPr>
              <a:spLocks noChangeAspect="1"/>
            </p:cNvSpPr>
            <p:nvPr/>
          </p:nvSpPr>
          <p:spPr bwMode="auto">
            <a:xfrm>
              <a:off x="5245162" y="2081193"/>
              <a:ext cx="637683" cy="626288"/>
            </a:xfrm>
            <a:custGeom>
              <a:avLst/>
              <a:gdLst/>
              <a:ahLst/>
              <a:cxnLst/>
              <a:rect l="l" t="t" r="r" b="b"/>
              <a:pathLst>
                <a:path w="4318246" h="4242185">
                  <a:moveTo>
                    <a:pt x="341993" y="2164765"/>
                  </a:moveTo>
                  <a:lnTo>
                    <a:pt x="797381" y="2439279"/>
                  </a:lnTo>
                  <a:lnTo>
                    <a:pt x="798646" y="2164765"/>
                  </a:lnTo>
                  <a:close/>
                  <a:moveTo>
                    <a:pt x="801460" y="1554075"/>
                  </a:moveTo>
                  <a:lnTo>
                    <a:pt x="1884317" y="1708652"/>
                  </a:lnTo>
                  <a:cubicBezTo>
                    <a:pt x="1880053" y="2439084"/>
                    <a:pt x="1872524" y="3185843"/>
                    <a:pt x="1868260" y="3916275"/>
                  </a:cubicBezTo>
                  <a:lnTo>
                    <a:pt x="791935" y="3621000"/>
                  </a:lnTo>
                  <a:lnTo>
                    <a:pt x="796859" y="2552606"/>
                  </a:lnTo>
                  <a:lnTo>
                    <a:pt x="153476" y="2164765"/>
                  </a:lnTo>
                  <a:lnTo>
                    <a:pt x="0" y="2164765"/>
                  </a:lnTo>
                  <a:lnTo>
                    <a:pt x="0" y="1994948"/>
                  </a:lnTo>
                  <a:lnTo>
                    <a:pt x="799428" y="1994948"/>
                  </a:lnTo>
                  <a:close/>
                  <a:moveTo>
                    <a:pt x="2601684" y="1506451"/>
                  </a:moveTo>
                  <a:lnTo>
                    <a:pt x="2630259" y="2708363"/>
                  </a:lnTo>
                  <a:lnTo>
                    <a:pt x="1923394" y="3008076"/>
                  </a:lnTo>
                  <a:cubicBezTo>
                    <a:pt x="1921398" y="2576713"/>
                    <a:pt x="1922729" y="2145351"/>
                    <a:pt x="1920733" y="1713988"/>
                  </a:cubicBezTo>
                  <a:close/>
                  <a:moveTo>
                    <a:pt x="1673900" y="1376706"/>
                  </a:moveTo>
                  <a:lnTo>
                    <a:pt x="2580211" y="1489805"/>
                  </a:lnTo>
                  <a:cubicBezTo>
                    <a:pt x="2260996" y="1610712"/>
                    <a:pt x="2161818" y="1605197"/>
                    <a:pt x="1929100" y="1695212"/>
                  </a:cubicBezTo>
                  <a:lnTo>
                    <a:pt x="814183" y="1540776"/>
                  </a:lnTo>
                  <a:close/>
                  <a:moveTo>
                    <a:pt x="1778588" y="878064"/>
                  </a:moveTo>
                  <a:lnTo>
                    <a:pt x="2354849" y="942701"/>
                  </a:lnTo>
                  <a:cubicBezTo>
                    <a:pt x="2357649" y="1096870"/>
                    <a:pt x="2347148" y="1237740"/>
                    <a:pt x="2349948" y="1391909"/>
                  </a:cubicBezTo>
                  <a:lnTo>
                    <a:pt x="2353906" y="1424677"/>
                  </a:lnTo>
                  <a:lnTo>
                    <a:pt x="1778588" y="1338180"/>
                  </a:lnTo>
                  <a:close/>
                  <a:moveTo>
                    <a:pt x="2951461" y="527541"/>
                  </a:moveTo>
                  <a:cubicBezTo>
                    <a:pt x="2907654" y="520554"/>
                    <a:pt x="2866480" y="550402"/>
                    <a:pt x="2859493" y="594208"/>
                  </a:cubicBezTo>
                  <a:lnTo>
                    <a:pt x="2808895" y="911472"/>
                  </a:lnTo>
                  <a:cubicBezTo>
                    <a:pt x="2801908" y="955278"/>
                    <a:pt x="2831756" y="996453"/>
                    <a:pt x="2875562" y="1003440"/>
                  </a:cubicBezTo>
                  <a:lnTo>
                    <a:pt x="3318707" y="1074114"/>
                  </a:lnTo>
                  <a:cubicBezTo>
                    <a:pt x="3362513" y="1081101"/>
                    <a:pt x="3403688" y="1051253"/>
                    <a:pt x="3410674" y="1007447"/>
                  </a:cubicBezTo>
                  <a:lnTo>
                    <a:pt x="3461273" y="690183"/>
                  </a:lnTo>
                  <a:cubicBezTo>
                    <a:pt x="3468260" y="646377"/>
                    <a:pt x="3438412" y="605202"/>
                    <a:pt x="3394605" y="598216"/>
                  </a:cubicBezTo>
                  <a:close/>
                  <a:moveTo>
                    <a:pt x="4318246" y="368343"/>
                  </a:moveTo>
                  <a:lnTo>
                    <a:pt x="4261872" y="3327785"/>
                  </a:lnTo>
                  <a:lnTo>
                    <a:pt x="3222088" y="4242185"/>
                  </a:lnTo>
                  <a:lnTo>
                    <a:pt x="1919228" y="3914731"/>
                  </a:lnTo>
                  <a:lnTo>
                    <a:pt x="1919473" y="3320806"/>
                  </a:lnTo>
                  <a:lnTo>
                    <a:pt x="3334836" y="3630526"/>
                  </a:lnTo>
                  <a:lnTo>
                    <a:pt x="4067695" y="3130077"/>
                  </a:lnTo>
                  <a:lnTo>
                    <a:pt x="4067695" y="423948"/>
                  </a:lnTo>
                  <a:close/>
                  <a:moveTo>
                    <a:pt x="2736579" y="368342"/>
                  </a:moveTo>
                  <a:lnTo>
                    <a:pt x="3990789" y="417769"/>
                  </a:lnTo>
                  <a:lnTo>
                    <a:pt x="3990789" y="3074472"/>
                  </a:lnTo>
                  <a:lnTo>
                    <a:pt x="3317346" y="3562564"/>
                  </a:lnTo>
                  <a:lnTo>
                    <a:pt x="1919793" y="3260416"/>
                  </a:lnTo>
                  <a:cubicBezTo>
                    <a:pt x="1920799" y="3194323"/>
                    <a:pt x="1918481" y="3121579"/>
                    <a:pt x="1919487" y="3055486"/>
                  </a:cubicBezTo>
                  <a:cubicBezTo>
                    <a:pt x="2158384" y="2933978"/>
                    <a:pt x="2491503" y="2806742"/>
                    <a:pt x="2730400" y="2685234"/>
                  </a:cubicBezTo>
                  <a:cubicBezTo>
                    <a:pt x="2732460" y="1912937"/>
                    <a:pt x="2734519" y="1140639"/>
                    <a:pt x="2736579" y="368342"/>
                  </a:cubicBezTo>
                  <a:close/>
                  <a:moveTo>
                    <a:pt x="1768680" y="108305"/>
                  </a:moveTo>
                  <a:lnTo>
                    <a:pt x="1682767" y="646920"/>
                  </a:lnTo>
                  <a:lnTo>
                    <a:pt x="2457966" y="770570"/>
                  </a:lnTo>
                  <a:lnTo>
                    <a:pt x="2543879" y="231954"/>
                  </a:lnTo>
                  <a:close/>
                  <a:moveTo>
                    <a:pt x="1739342" y="1062"/>
                  </a:moveTo>
                  <a:lnTo>
                    <a:pt x="2617052" y="132810"/>
                  </a:lnTo>
                  <a:cubicBezTo>
                    <a:pt x="2668797" y="140577"/>
                    <a:pt x="2704448" y="188821"/>
                    <a:pt x="2696681" y="240566"/>
                  </a:cubicBezTo>
                  <a:lnTo>
                    <a:pt x="2607416" y="835252"/>
                  </a:lnTo>
                  <a:cubicBezTo>
                    <a:pt x="2599648" y="886997"/>
                    <a:pt x="2551405" y="922648"/>
                    <a:pt x="2499659" y="914880"/>
                  </a:cubicBezTo>
                  <a:lnTo>
                    <a:pt x="1621950" y="783132"/>
                  </a:lnTo>
                  <a:cubicBezTo>
                    <a:pt x="1570205" y="775365"/>
                    <a:pt x="1534554" y="727121"/>
                    <a:pt x="1542321" y="675376"/>
                  </a:cubicBezTo>
                  <a:lnTo>
                    <a:pt x="1631586" y="80690"/>
                  </a:lnTo>
                  <a:cubicBezTo>
                    <a:pt x="1639354" y="28945"/>
                    <a:pt x="1687597" y="-6706"/>
                    <a:pt x="1739342" y="1062"/>
                  </a:cubicBezTo>
                  <a:close/>
                </a:path>
              </a:pathLst>
            </a:custGeom>
            <a:noFill/>
            <a:ln>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67222" tIns="33611" rIns="33611" bIns="67222" numCol="1" spcCol="0" rtlCol="0" fromWordArt="0" anchor="b" anchorCtr="0" forceAA="0" compatLnSpc="1">
              <a:prstTxWarp prst="textNoShape">
                <a:avLst/>
              </a:prstTxWarp>
              <a:noAutofit/>
            </a:bodyPr>
            <a:lstStyle/>
            <a:p>
              <a:pPr algn="ctr" defTabSz="672008"/>
              <a:endParaRPr lang="en-US" sz="1324" kern="0" spc="-37" dirty="0">
                <a:gradFill>
                  <a:gsLst>
                    <a:gs pos="0">
                      <a:srgbClr val="FFFFFF"/>
                    </a:gs>
                    <a:gs pos="100000">
                      <a:srgbClr val="FFFFFF"/>
                    </a:gs>
                  </a:gsLst>
                  <a:lin ang="5400000" scaled="0"/>
                </a:gradFill>
                <a:latin typeface="Segoe UI"/>
                <a:ea typeface="Segoe UI" pitchFamily="34" charset="0"/>
                <a:cs typeface="Segoe UI" pitchFamily="34" charset="0"/>
              </a:endParaRPr>
            </a:p>
          </p:txBody>
        </p:sp>
      </p:grpSp>
      <p:grpSp>
        <p:nvGrpSpPr>
          <p:cNvPr id="109" name="Group 108"/>
          <p:cNvGrpSpPr/>
          <p:nvPr/>
        </p:nvGrpSpPr>
        <p:grpSpPr>
          <a:xfrm rot="10800000">
            <a:off x="317241" y="1107669"/>
            <a:ext cx="6823896" cy="511975"/>
            <a:chOff x="1675271" y="4663440"/>
            <a:chExt cx="9282289" cy="696420"/>
          </a:xfrm>
        </p:grpSpPr>
        <p:sp>
          <p:nvSpPr>
            <p:cNvPr id="110" name="Rectangle 109"/>
            <p:cNvSpPr/>
            <p:nvPr/>
          </p:nvSpPr>
          <p:spPr>
            <a:xfrm rot="10800000">
              <a:off x="5122391" y="4803220"/>
              <a:ext cx="2324854" cy="556640"/>
            </a:xfrm>
            <a:prstGeom prst="rect">
              <a:avLst/>
            </a:prstGeom>
          </p:spPr>
          <p:txBody>
            <a:bodyPr wrap="none">
              <a:spAutoFit/>
            </a:bodyPr>
            <a:lstStyle/>
            <a:p>
              <a:pPr algn="ctr" defTabSz="685582" fontAlgn="auto">
                <a:spcBef>
                  <a:spcPts val="0"/>
                </a:spcBef>
                <a:spcAft>
                  <a:spcPts val="0"/>
                </a:spcAft>
                <a:defRPr/>
              </a:pPr>
              <a:r>
                <a:rPr lang="en-US" sz="2059" kern="0" dirty="0">
                  <a:solidFill>
                    <a:srgbClr val="FFFFFF"/>
                  </a:solidFill>
                  <a:latin typeface="Segoe UI Semibold" panose="020B0702040204020203" pitchFamily="34" charset="0"/>
                  <a:cs typeface="Segoe UI Semibold" panose="020B0702040204020203" pitchFamily="34" charset="0"/>
                </a:rPr>
                <a:t>On-Premises</a:t>
              </a:r>
            </a:p>
          </p:txBody>
        </p:sp>
        <p:cxnSp>
          <p:nvCxnSpPr>
            <p:cNvPr id="111" name="Straight Connector 110"/>
            <p:cNvCxnSpPr>
              <a:stCxn id="110" idx="1"/>
            </p:cNvCxnSpPr>
            <p:nvPr/>
          </p:nvCxnSpPr>
          <p:spPr>
            <a:xfrm rot="10800000" flipH="1" flipV="1">
              <a:off x="7447245" y="5081540"/>
              <a:ext cx="3510313" cy="23860"/>
            </a:xfrm>
            <a:prstGeom prst="line">
              <a:avLst/>
            </a:prstGeom>
            <a:ln w="28575">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2" name="Straight Connector 111"/>
            <p:cNvCxnSpPr>
              <a:endCxn id="110" idx="3"/>
            </p:cNvCxnSpPr>
            <p:nvPr/>
          </p:nvCxnSpPr>
          <p:spPr>
            <a:xfrm rot="10800000" flipH="1">
              <a:off x="1675271" y="5081540"/>
              <a:ext cx="3447120" cy="39101"/>
            </a:xfrm>
            <a:prstGeom prst="line">
              <a:avLst/>
            </a:prstGeom>
            <a:ln w="28575">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3" name="Straight Connector 112"/>
            <p:cNvCxnSpPr/>
            <p:nvPr/>
          </p:nvCxnSpPr>
          <p:spPr>
            <a:xfrm rot="5400000">
              <a:off x="1446674" y="4892040"/>
              <a:ext cx="457200" cy="0"/>
            </a:xfrm>
            <a:prstGeom prst="line">
              <a:avLst/>
            </a:prstGeom>
            <a:ln w="28575">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4" name="Straight Connector 113"/>
            <p:cNvCxnSpPr/>
            <p:nvPr/>
          </p:nvCxnSpPr>
          <p:spPr>
            <a:xfrm rot="5400000">
              <a:off x="10728960" y="4892040"/>
              <a:ext cx="457200" cy="0"/>
            </a:xfrm>
            <a:prstGeom prst="line">
              <a:avLst/>
            </a:prstGeom>
            <a:ln w="28575">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grpSp>
      <p:grpSp>
        <p:nvGrpSpPr>
          <p:cNvPr id="17" name="Group 16"/>
          <p:cNvGrpSpPr/>
          <p:nvPr/>
        </p:nvGrpSpPr>
        <p:grpSpPr>
          <a:xfrm>
            <a:off x="7141136" y="1530725"/>
            <a:ext cx="1654435" cy="1977254"/>
            <a:chOff x="9712935" y="2081193"/>
            <a:chExt cx="2250465" cy="2689585"/>
          </a:xfrm>
        </p:grpSpPr>
        <p:sp>
          <p:nvSpPr>
            <p:cNvPr id="75" name="Rectangle 74"/>
            <p:cNvSpPr/>
            <p:nvPr/>
          </p:nvSpPr>
          <p:spPr bwMode="auto">
            <a:xfrm>
              <a:off x="9712935" y="3486911"/>
              <a:ext cx="2250465" cy="1283867"/>
            </a:xfrm>
            <a:prstGeom prst="rect">
              <a:avLst/>
            </a:prstGeom>
            <a:solidFill>
              <a:schemeClr val="bg2"/>
            </a:solidFill>
            <a:ln w="3175">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134445" tIns="134445" rIns="134445" bIns="34285" numCol="1" rtlCol="0" anchor="t" anchorCtr="0" compatLnSpc="1">
              <a:prstTxWarp prst="textNoShape">
                <a:avLst/>
              </a:prstTxWarp>
            </a:bodyPr>
            <a:lstStyle/>
            <a:p>
              <a:pPr algn="ctr" defTabSz="685607" fontAlgn="auto">
                <a:lnSpc>
                  <a:spcPct val="90000"/>
                </a:lnSpc>
                <a:spcBef>
                  <a:spcPts val="0"/>
                </a:spcBef>
                <a:spcAft>
                  <a:spcPts val="450"/>
                </a:spcAft>
                <a:defRPr/>
              </a:pPr>
              <a:r>
                <a:rPr lang="en-US" sz="1471" b="1" kern="0" dirty="0">
                  <a:gradFill>
                    <a:gsLst>
                      <a:gs pos="2917">
                        <a:srgbClr val="FFFFFF"/>
                      </a:gs>
                      <a:gs pos="30000">
                        <a:srgbClr val="FFFFFF"/>
                      </a:gs>
                    </a:gsLst>
                    <a:lin ang="5400000" scaled="0"/>
                  </a:gradFill>
                  <a:latin typeface="Segoe UI"/>
                </a:rPr>
                <a:t>Cloud</a:t>
              </a:r>
            </a:p>
          </p:txBody>
        </p:sp>
        <p:sp>
          <p:nvSpPr>
            <p:cNvPr id="117" name="Freeform 235"/>
            <p:cNvSpPr>
              <a:spLocks/>
            </p:cNvSpPr>
            <p:nvPr/>
          </p:nvSpPr>
          <p:spPr bwMode="auto">
            <a:xfrm>
              <a:off x="10022035" y="2081193"/>
              <a:ext cx="1716891" cy="1131941"/>
            </a:xfrm>
            <a:custGeom>
              <a:avLst/>
              <a:gdLst>
                <a:gd name="T0" fmla="*/ 462 w 550"/>
                <a:gd name="T1" fmla="*/ 159 h 362"/>
                <a:gd name="T2" fmla="*/ 462 w 550"/>
                <a:gd name="T3" fmla="*/ 152 h 362"/>
                <a:gd name="T4" fmla="*/ 311 w 550"/>
                <a:gd name="T5" fmla="*/ 0 h 362"/>
                <a:gd name="T6" fmla="*/ 184 w 550"/>
                <a:gd name="T7" fmla="*/ 68 h 362"/>
                <a:gd name="T8" fmla="*/ 143 w 550"/>
                <a:gd name="T9" fmla="*/ 57 h 362"/>
                <a:gd name="T10" fmla="*/ 94 w 550"/>
                <a:gd name="T11" fmla="*/ 72 h 362"/>
                <a:gd name="T12" fmla="*/ 55 w 550"/>
                <a:gd name="T13" fmla="*/ 143 h 362"/>
                <a:gd name="T14" fmla="*/ 0 w 550"/>
                <a:gd name="T15" fmla="*/ 243 h 362"/>
                <a:gd name="T16" fmla="*/ 106 w 550"/>
                <a:gd name="T17" fmla="*/ 362 h 362"/>
                <a:gd name="T18" fmla="*/ 119 w 550"/>
                <a:gd name="T19" fmla="*/ 362 h 362"/>
                <a:gd name="T20" fmla="*/ 131 w 550"/>
                <a:gd name="T21" fmla="*/ 362 h 362"/>
                <a:gd name="T22" fmla="*/ 379 w 550"/>
                <a:gd name="T23" fmla="*/ 362 h 362"/>
                <a:gd name="T24" fmla="*/ 384 w 550"/>
                <a:gd name="T25" fmla="*/ 362 h 362"/>
                <a:gd name="T26" fmla="*/ 390 w 550"/>
                <a:gd name="T27" fmla="*/ 362 h 362"/>
                <a:gd name="T28" fmla="*/ 409 w 550"/>
                <a:gd name="T29" fmla="*/ 362 h 362"/>
                <a:gd name="T30" fmla="*/ 448 w 550"/>
                <a:gd name="T31" fmla="*/ 362 h 362"/>
                <a:gd name="T32" fmla="*/ 550 w 550"/>
                <a:gd name="T33" fmla="*/ 260 h 362"/>
                <a:gd name="T34" fmla="*/ 462 w 550"/>
                <a:gd name="T35" fmla="*/ 159 h 3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550" h="362">
                  <a:moveTo>
                    <a:pt x="462" y="159"/>
                  </a:moveTo>
                  <a:cubicBezTo>
                    <a:pt x="462" y="157"/>
                    <a:pt x="462" y="154"/>
                    <a:pt x="462" y="152"/>
                  </a:cubicBezTo>
                  <a:cubicBezTo>
                    <a:pt x="462" y="68"/>
                    <a:pt x="395" y="0"/>
                    <a:pt x="311" y="0"/>
                  </a:cubicBezTo>
                  <a:cubicBezTo>
                    <a:pt x="258" y="0"/>
                    <a:pt x="211" y="28"/>
                    <a:pt x="184" y="68"/>
                  </a:cubicBezTo>
                  <a:cubicBezTo>
                    <a:pt x="172" y="61"/>
                    <a:pt x="158" y="57"/>
                    <a:pt x="143" y="57"/>
                  </a:cubicBezTo>
                  <a:cubicBezTo>
                    <a:pt x="124" y="57"/>
                    <a:pt x="108" y="62"/>
                    <a:pt x="94" y="72"/>
                  </a:cubicBezTo>
                  <a:cubicBezTo>
                    <a:pt x="70" y="87"/>
                    <a:pt x="55" y="113"/>
                    <a:pt x="55" y="143"/>
                  </a:cubicBezTo>
                  <a:cubicBezTo>
                    <a:pt x="22" y="164"/>
                    <a:pt x="0" y="201"/>
                    <a:pt x="0" y="243"/>
                  </a:cubicBezTo>
                  <a:cubicBezTo>
                    <a:pt x="0" y="305"/>
                    <a:pt x="46" y="355"/>
                    <a:pt x="106" y="362"/>
                  </a:cubicBezTo>
                  <a:cubicBezTo>
                    <a:pt x="110" y="362"/>
                    <a:pt x="115" y="362"/>
                    <a:pt x="119" y="362"/>
                  </a:cubicBezTo>
                  <a:cubicBezTo>
                    <a:pt x="123" y="362"/>
                    <a:pt x="127" y="362"/>
                    <a:pt x="131" y="362"/>
                  </a:cubicBezTo>
                  <a:cubicBezTo>
                    <a:pt x="187" y="362"/>
                    <a:pt x="318" y="362"/>
                    <a:pt x="379" y="362"/>
                  </a:cubicBezTo>
                  <a:cubicBezTo>
                    <a:pt x="381" y="362"/>
                    <a:pt x="383" y="362"/>
                    <a:pt x="384" y="362"/>
                  </a:cubicBezTo>
                  <a:cubicBezTo>
                    <a:pt x="390" y="362"/>
                    <a:pt x="390" y="362"/>
                    <a:pt x="390" y="362"/>
                  </a:cubicBezTo>
                  <a:cubicBezTo>
                    <a:pt x="394" y="362"/>
                    <a:pt x="403" y="362"/>
                    <a:pt x="409" y="362"/>
                  </a:cubicBezTo>
                  <a:cubicBezTo>
                    <a:pt x="448" y="362"/>
                    <a:pt x="448" y="362"/>
                    <a:pt x="448" y="362"/>
                  </a:cubicBezTo>
                  <a:cubicBezTo>
                    <a:pt x="505" y="361"/>
                    <a:pt x="550" y="316"/>
                    <a:pt x="550" y="260"/>
                  </a:cubicBezTo>
                  <a:cubicBezTo>
                    <a:pt x="550" y="209"/>
                    <a:pt x="512" y="166"/>
                    <a:pt x="462" y="159"/>
                  </a:cubicBezTo>
                  <a:close/>
                </a:path>
              </a:pathLst>
            </a:custGeom>
            <a:noFill/>
            <a:ln w="76200">
              <a:solidFill>
                <a:schemeClr val="tx1"/>
              </a:solidFill>
            </a:ln>
          </p:spPr>
          <p:txBody>
            <a:bodyPr vert="horz" wrap="square" lIns="69925" tIns="34962" rIns="69925" bIns="34962" numCol="1" anchor="t" anchorCtr="0" compatLnSpc="1">
              <a:prstTxWarp prst="textNoShape">
                <a:avLst/>
              </a:prstTxWarp>
            </a:bodyPr>
            <a:lstStyle/>
            <a:p>
              <a:pPr defTabSz="699222" fontAlgn="auto">
                <a:spcBef>
                  <a:spcPts val="0"/>
                </a:spcBef>
                <a:spcAft>
                  <a:spcPts val="0"/>
                </a:spcAft>
                <a:defRPr/>
              </a:pPr>
              <a:endParaRPr lang="en-US" sz="1377" kern="0">
                <a:solidFill>
                  <a:sysClr val="windowText" lastClr="000000"/>
                </a:solidFill>
                <a:latin typeface="Segoe UI"/>
              </a:endParaRPr>
            </a:p>
          </p:txBody>
        </p:sp>
      </p:grpSp>
    </p:spTree>
    <p:extLst>
      <p:ext uri="{BB962C8B-B14F-4D97-AF65-F5344CB8AC3E}">
        <p14:creationId xmlns:p14="http://schemas.microsoft.com/office/powerpoint/2010/main" val="32552788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100000" fill="hold" nodeType="with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750" fill="hold"/>
                                        <p:tgtEl>
                                          <p:spTgt spid="16"/>
                                        </p:tgtEl>
                                        <p:attrNameLst>
                                          <p:attrName>ppt_x</p:attrName>
                                        </p:attrNameLst>
                                      </p:cBhvr>
                                      <p:tavLst>
                                        <p:tav tm="0">
                                          <p:val>
                                            <p:strVal val="#ppt_x"/>
                                          </p:val>
                                        </p:tav>
                                        <p:tav tm="100000">
                                          <p:val>
                                            <p:strVal val="#ppt_x"/>
                                          </p:val>
                                        </p:tav>
                                      </p:tavLst>
                                    </p:anim>
                                    <p:anim calcmode="lin" valueType="num">
                                      <p:cBhvr additive="base">
                                        <p:cTn id="8" dur="75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decel="100000" fill="hold" nodeType="clickEffect">
                                  <p:stCondLst>
                                    <p:cond delay="0"/>
                                  </p:stCondLst>
                                  <p:childTnLst>
                                    <p:set>
                                      <p:cBhvr>
                                        <p:cTn id="12" dur="1" fill="hold">
                                          <p:stCondLst>
                                            <p:cond delay="0"/>
                                          </p:stCondLst>
                                        </p:cTn>
                                        <p:tgtEl>
                                          <p:spTgt spid="15"/>
                                        </p:tgtEl>
                                        <p:attrNameLst>
                                          <p:attrName>style.visibility</p:attrName>
                                        </p:attrNameLst>
                                      </p:cBhvr>
                                      <p:to>
                                        <p:strVal val="visible"/>
                                      </p:to>
                                    </p:set>
                                    <p:anim calcmode="lin" valueType="num">
                                      <p:cBhvr additive="base">
                                        <p:cTn id="13" dur="750" fill="hold"/>
                                        <p:tgtEl>
                                          <p:spTgt spid="15"/>
                                        </p:tgtEl>
                                        <p:attrNameLst>
                                          <p:attrName>ppt_x</p:attrName>
                                        </p:attrNameLst>
                                      </p:cBhvr>
                                      <p:tavLst>
                                        <p:tav tm="0">
                                          <p:val>
                                            <p:strVal val="#ppt_x"/>
                                          </p:val>
                                        </p:tav>
                                        <p:tav tm="100000">
                                          <p:val>
                                            <p:strVal val="#ppt_x"/>
                                          </p:val>
                                        </p:tav>
                                      </p:tavLst>
                                    </p:anim>
                                    <p:anim calcmode="lin" valueType="num">
                                      <p:cBhvr additive="base">
                                        <p:cTn id="14" dur="750" fill="hold"/>
                                        <p:tgtEl>
                                          <p:spTgt spid="15"/>
                                        </p:tgtEl>
                                        <p:attrNameLst>
                                          <p:attrName>ppt_y</p:attrName>
                                        </p:attrNameLst>
                                      </p:cBhvr>
                                      <p:tavLst>
                                        <p:tav tm="0">
                                          <p:val>
                                            <p:strVal val="1+#ppt_h/2"/>
                                          </p:val>
                                        </p:tav>
                                        <p:tav tm="100000">
                                          <p:val>
                                            <p:strVal val="#ppt_y"/>
                                          </p:val>
                                        </p:tav>
                                      </p:tavLst>
                                    </p:anim>
                                  </p:childTnLst>
                                </p:cTn>
                              </p:par>
                              <p:par>
                                <p:cTn id="15" presetID="2" presetClass="entr" presetSubtype="4" decel="100000" fill="hold" nodeType="withEffect">
                                  <p:stCondLst>
                                    <p:cond delay="250"/>
                                  </p:stCondLst>
                                  <p:childTnLst>
                                    <p:set>
                                      <p:cBhvr>
                                        <p:cTn id="16" dur="1" fill="hold">
                                          <p:stCondLst>
                                            <p:cond delay="0"/>
                                          </p:stCondLst>
                                        </p:cTn>
                                        <p:tgtEl>
                                          <p:spTgt spid="14"/>
                                        </p:tgtEl>
                                        <p:attrNameLst>
                                          <p:attrName>style.visibility</p:attrName>
                                        </p:attrNameLst>
                                      </p:cBhvr>
                                      <p:to>
                                        <p:strVal val="visible"/>
                                      </p:to>
                                    </p:set>
                                    <p:anim calcmode="lin" valueType="num">
                                      <p:cBhvr additive="base">
                                        <p:cTn id="17" dur="750" fill="hold"/>
                                        <p:tgtEl>
                                          <p:spTgt spid="14"/>
                                        </p:tgtEl>
                                        <p:attrNameLst>
                                          <p:attrName>ppt_x</p:attrName>
                                        </p:attrNameLst>
                                      </p:cBhvr>
                                      <p:tavLst>
                                        <p:tav tm="0">
                                          <p:val>
                                            <p:strVal val="#ppt_x"/>
                                          </p:val>
                                        </p:tav>
                                        <p:tav tm="100000">
                                          <p:val>
                                            <p:strVal val="#ppt_x"/>
                                          </p:val>
                                        </p:tav>
                                      </p:tavLst>
                                    </p:anim>
                                    <p:anim calcmode="lin" valueType="num">
                                      <p:cBhvr additive="base">
                                        <p:cTn id="18" dur="750" fill="hold"/>
                                        <p:tgtEl>
                                          <p:spTgt spid="14"/>
                                        </p:tgtEl>
                                        <p:attrNameLst>
                                          <p:attrName>ppt_y</p:attrName>
                                        </p:attrNameLst>
                                      </p:cBhvr>
                                      <p:tavLst>
                                        <p:tav tm="0">
                                          <p:val>
                                            <p:strVal val="1+#ppt_h/2"/>
                                          </p:val>
                                        </p:tav>
                                        <p:tav tm="100000">
                                          <p:val>
                                            <p:strVal val="#ppt_y"/>
                                          </p:val>
                                        </p:tav>
                                      </p:tavLst>
                                    </p:anim>
                                  </p:childTnLst>
                                </p:cTn>
                              </p:par>
                              <p:par>
                                <p:cTn id="19" presetID="2" presetClass="entr" presetSubtype="4" decel="100000" fill="hold" nodeType="withEffect">
                                  <p:stCondLst>
                                    <p:cond delay="500"/>
                                  </p:stCondLst>
                                  <p:childTnLst>
                                    <p:set>
                                      <p:cBhvr>
                                        <p:cTn id="20" dur="1" fill="hold">
                                          <p:stCondLst>
                                            <p:cond delay="0"/>
                                          </p:stCondLst>
                                        </p:cTn>
                                        <p:tgtEl>
                                          <p:spTgt spid="13"/>
                                        </p:tgtEl>
                                        <p:attrNameLst>
                                          <p:attrName>style.visibility</p:attrName>
                                        </p:attrNameLst>
                                      </p:cBhvr>
                                      <p:to>
                                        <p:strVal val="visible"/>
                                      </p:to>
                                    </p:set>
                                    <p:anim calcmode="lin" valueType="num">
                                      <p:cBhvr additive="base">
                                        <p:cTn id="21" dur="750" fill="hold"/>
                                        <p:tgtEl>
                                          <p:spTgt spid="13"/>
                                        </p:tgtEl>
                                        <p:attrNameLst>
                                          <p:attrName>ppt_x</p:attrName>
                                        </p:attrNameLst>
                                      </p:cBhvr>
                                      <p:tavLst>
                                        <p:tav tm="0">
                                          <p:val>
                                            <p:strVal val="#ppt_x"/>
                                          </p:val>
                                        </p:tav>
                                        <p:tav tm="100000">
                                          <p:val>
                                            <p:strVal val="#ppt_x"/>
                                          </p:val>
                                        </p:tav>
                                      </p:tavLst>
                                    </p:anim>
                                    <p:anim calcmode="lin" valueType="num">
                                      <p:cBhvr additive="base">
                                        <p:cTn id="22" dur="750" fill="hold"/>
                                        <p:tgtEl>
                                          <p:spTgt spid="13"/>
                                        </p:tgtEl>
                                        <p:attrNameLst>
                                          <p:attrName>ppt_y</p:attrName>
                                        </p:attrNameLst>
                                      </p:cBhvr>
                                      <p:tavLst>
                                        <p:tav tm="0">
                                          <p:val>
                                            <p:strVal val="1+#ppt_h/2"/>
                                          </p:val>
                                        </p:tav>
                                        <p:tav tm="100000">
                                          <p:val>
                                            <p:strVal val="#ppt_y"/>
                                          </p:val>
                                        </p:tav>
                                      </p:tavLst>
                                    </p:anim>
                                  </p:childTnLst>
                                </p:cTn>
                              </p:par>
                              <p:par>
                                <p:cTn id="23" presetID="10" presetClass="entr" presetSubtype="0" fill="hold" nodeType="withEffect">
                                  <p:stCondLst>
                                    <p:cond delay="750"/>
                                  </p:stCondLst>
                                  <p:childTnLst>
                                    <p:set>
                                      <p:cBhvr>
                                        <p:cTn id="24" dur="1" fill="hold">
                                          <p:stCondLst>
                                            <p:cond delay="0"/>
                                          </p:stCondLst>
                                        </p:cTn>
                                        <p:tgtEl>
                                          <p:spTgt spid="109"/>
                                        </p:tgtEl>
                                        <p:attrNameLst>
                                          <p:attrName>style.visibility</p:attrName>
                                        </p:attrNameLst>
                                      </p:cBhvr>
                                      <p:to>
                                        <p:strVal val="visible"/>
                                      </p:to>
                                    </p:set>
                                    <p:animEffect transition="in" filter="fade">
                                      <p:cBhvr>
                                        <p:cTn id="25" dur="750"/>
                                        <p:tgtEl>
                                          <p:spTgt spid="109"/>
                                        </p:tgtEl>
                                      </p:cBhvr>
                                    </p:animEffect>
                                  </p:childTnLst>
                                </p:cTn>
                              </p:par>
                            </p:childTnLst>
                          </p:cTn>
                        </p:par>
                      </p:childTnLst>
                    </p:cTn>
                  </p:par>
                  <p:par>
                    <p:cTn id="26" fill="hold">
                      <p:stCondLst>
                        <p:cond delay="indefinite"/>
                      </p:stCondLst>
                      <p:childTnLst>
                        <p:par>
                          <p:cTn id="27" fill="hold">
                            <p:stCondLst>
                              <p:cond delay="0"/>
                            </p:stCondLst>
                            <p:childTnLst>
                              <p:par>
                                <p:cTn id="28" presetID="2" presetClass="entr" presetSubtype="4" decel="100000" fill="hold" nodeType="clickEffect">
                                  <p:stCondLst>
                                    <p:cond delay="0"/>
                                  </p:stCondLst>
                                  <p:childTnLst>
                                    <p:set>
                                      <p:cBhvr>
                                        <p:cTn id="29" dur="1" fill="hold">
                                          <p:stCondLst>
                                            <p:cond delay="0"/>
                                          </p:stCondLst>
                                        </p:cTn>
                                        <p:tgtEl>
                                          <p:spTgt spid="17"/>
                                        </p:tgtEl>
                                        <p:attrNameLst>
                                          <p:attrName>style.visibility</p:attrName>
                                        </p:attrNameLst>
                                      </p:cBhvr>
                                      <p:to>
                                        <p:strVal val="visible"/>
                                      </p:to>
                                    </p:set>
                                    <p:anim calcmode="lin" valueType="num">
                                      <p:cBhvr additive="base">
                                        <p:cTn id="30" dur="750" fill="hold"/>
                                        <p:tgtEl>
                                          <p:spTgt spid="17"/>
                                        </p:tgtEl>
                                        <p:attrNameLst>
                                          <p:attrName>ppt_x</p:attrName>
                                        </p:attrNameLst>
                                      </p:cBhvr>
                                      <p:tavLst>
                                        <p:tav tm="0">
                                          <p:val>
                                            <p:strVal val="#ppt_x"/>
                                          </p:val>
                                        </p:tav>
                                        <p:tav tm="100000">
                                          <p:val>
                                            <p:strVal val="#ppt_x"/>
                                          </p:val>
                                        </p:tav>
                                      </p:tavLst>
                                    </p:anim>
                                    <p:anim calcmode="lin" valueType="num">
                                      <p:cBhvr additive="base">
                                        <p:cTn id="31" dur="75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78"/>
                                        </p:tgtEl>
                                        <p:attrNameLst>
                                          <p:attrName>style.visibility</p:attrName>
                                        </p:attrNameLst>
                                      </p:cBhvr>
                                      <p:to>
                                        <p:strVal val="visible"/>
                                      </p:to>
                                    </p:set>
                                    <p:animEffect transition="in" filter="fade">
                                      <p:cBhvr>
                                        <p:cTn id="36" dur="750"/>
                                        <p:tgtEl>
                                          <p:spTgt spid="78"/>
                                        </p:tgtEl>
                                      </p:cBhvr>
                                    </p:animEffect>
                                  </p:childTnLst>
                                </p:cTn>
                              </p:par>
                            </p:childTnLst>
                          </p:cTn>
                        </p:par>
                      </p:childTnLst>
                    </p:cTn>
                  </p:par>
                  <p:par>
                    <p:cTn id="37" fill="hold">
                      <p:stCondLst>
                        <p:cond delay="indefinite"/>
                      </p:stCondLst>
                      <p:childTnLst>
                        <p:par>
                          <p:cTn id="38" fill="hold">
                            <p:stCondLst>
                              <p:cond delay="0"/>
                            </p:stCondLst>
                            <p:childTnLst>
                              <p:par>
                                <p:cTn id="39" presetID="2" presetClass="entr" presetSubtype="4" decel="100000" fill="hold" grpId="0" nodeType="clickEffect">
                                  <p:stCondLst>
                                    <p:cond delay="0"/>
                                  </p:stCondLst>
                                  <p:childTnLst>
                                    <p:set>
                                      <p:cBhvr>
                                        <p:cTn id="40" dur="1" fill="hold">
                                          <p:stCondLst>
                                            <p:cond delay="0"/>
                                          </p:stCondLst>
                                        </p:cTn>
                                        <p:tgtEl>
                                          <p:spTgt spid="83"/>
                                        </p:tgtEl>
                                        <p:attrNameLst>
                                          <p:attrName>style.visibility</p:attrName>
                                        </p:attrNameLst>
                                      </p:cBhvr>
                                      <p:to>
                                        <p:strVal val="visible"/>
                                      </p:to>
                                    </p:set>
                                    <p:anim calcmode="lin" valueType="num">
                                      <p:cBhvr additive="base">
                                        <p:cTn id="41" dur="750" fill="hold"/>
                                        <p:tgtEl>
                                          <p:spTgt spid="83"/>
                                        </p:tgtEl>
                                        <p:attrNameLst>
                                          <p:attrName>ppt_x</p:attrName>
                                        </p:attrNameLst>
                                      </p:cBhvr>
                                      <p:tavLst>
                                        <p:tav tm="0">
                                          <p:val>
                                            <p:strVal val="#ppt_x"/>
                                          </p:val>
                                        </p:tav>
                                        <p:tav tm="100000">
                                          <p:val>
                                            <p:strVal val="#ppt_x"/>
                                          </p:val>
                                        </p:tav>
                                      </p:tavLst>
                                    </p:anim>
                                    <p:anim calcmode="lin" valueType="num">
                                      <p:cBhvr additive="base">
                                        <p:cTn id="42" dur="750" fill="hold"/>
                                        <p:tgtEl>
                                          <p:spTgt spid="83"/>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77"/>
                                        </p:tgtEl>
                                        <p:attrNameLst>
                                          <p:attrName>style.visibility</p:attrName>
                                        </p:attrNameLst>
                                      </p:cBhvr>
                                      <p:to>
                                        <p:strVal val="visible"/>
                                      </p:to>
                                    </p:set>
                                    <p:animEffect transition="in" filter="fade">
                                      <p:cBhvr>
                                        <p:cTn id="47" dur="750"/>
                                        <p:tgtEl>
                                          <p:spTgt spid="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 grpId="0" animBg="1"/>
      <p:bldP spid="78" grpId="0" animBg="1"/>
      <p:bldP spid="83"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7886700" cy="994172"/>
          </a:xfrm>
        </p:spPr>
        <p:txBody>
          <a:bodyPr/>
          <a:lstStyle/>
          <a:p>
            <a:pPr algn="ctr"/>
            <a:r>
              <a:rPr lang="en-US" b="1" dirty="0">
                <a:solidFill>
                  <a:srgbClr val="002060"/>
                </a:solidFill>
              </a:rPr>
              <a:t>Use Case demo </a:t>
            </a:r>
            <a:endParaRPr lang="nl-NL" b="1" dirty="0">
              <a:solidFill>
                <a:srgbClr val="002060"/>
              </a:solidFill>
            </a:endParaRPr>
          </a:p>
        </p:txBody>
      </p:sp>
      <p:pic>
        <p:nvPicPr>
          <p:cNvPr id="14" name="Picture 13"/>
          <p:cNvPicPr>
            <a:picLocks noChangeAspect="1"/>
          </p:cNvPicPr>
          <p:nvPr/>
        </p:nvPicPr>
        <p:blipFill>
          <a:blip r:embed="rId3"/>
          <a:stretch>
            <a:fillRect/>
          </a:stretch>
        </p:blipFill>
        <p:spPr>
          <a:xfrm>
            <a:off x="548248" y="756957"/>
            <a:ext cx="8029575" cy="4095750"/>
          </a:xfrm>
          <a:prstGeom prst="rect">
            <a:avLst/>
          </a:prstGeom>
        </p:spPr>
      </p:pic>
    </p:spTree>
    <p:extLst>
      <p:ext uri="{BB962C8B-B14F-4D97-AF65-F5344CB8AC3E}">
        <p14:creationId xmlns:p14="http://schemas.microsoft.com/office/powerpoint/2010/main" val="2876805507"/>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730366504"/>
      </p:ext>
    </p:extLst>
  </p:cSld>
  <p:clrMapOvr>
    <a:masterClrMapping/>
  </p:clrMapOvr>
  <p:transition spd="med">
    <p:wipe dir="r"/>
  </p:transition>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Lst>
</file>

<file path=ppt/theme/theme1.xml><?xml version="1.0" encoding="utf-8"?>
<a:theme xmlns:a="http://schemas.openxmlformats.org/drawingml/2006/main" name="DellEMC_external_template">
  <a:themeElements>
    <a:clrScheme name="DellTech, Dell, &amp; DellEMC">
      <a:dk1>
        <a:srgbClr val="000000"/>
      </a:dk1>
      <a:lt1>
        <a:srgbClr val="444444"/>
      </a:lt1>
      <a:dk2>
        <a:srgbClr val="007DB8"/>
      </a:dk2>
      <a:lt2>
        <a:srgbClr val="FFFFFF"/>
      </a:lt2>
      <a:accent1>
        <a:srgbClr val="007DB8"/>
      </a:accent1>
      <a:accent2>
        <a:srgbClr val="6EA204"/>
      </a:accent2>
      <a:accent3>
        <a:srgbClr val="F2AF00"/>
      </a:accent3>
      <a:accent4>
        <a:srgbClr val="EE6411"/>
      </a:accent4>
      <a:accent5>
        <a:srgbClr val="5482AB"/>
      </a:accent5>
      <a:accent6>
        <a:srgbClr val="6E2585"/>
      </a:accent6>
      <a:hlink>
        <a:srgbClr val="007DB8"/>
      </a:hlink>
      <a:folHlink>
        <a:srgbClr val="6E2585"/>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w="12700" cmpd="sng">
          <a:noFill/>
        </a:ln>
        <a:effectLst/>
      </a:spPr>
      <a:bodyPr wrap="square" lIns="182880" tIns="137160" rIns="137160" bIns="137160" rtlCol="0" anchor="ctr">
        <a:noAutofit/>
      </a:bodyPr>
      <a:lstStyle>
        <a:defPPr algn="ctr">
          <a:lnSpc>
            <a:spcPct val="90000"/>
          </a:lnSpc>
          <a:spcBef>
            <a:spcPts val="600"/>
          </a:spcBef>
          <a:spcAft>
            <a:spcPts val="0"/>
          </a:spcAft>
          <a:defRPr sz="2000" dirty="0" err="1" smtClean="0">
            <a:solidFill>
              <a:schemeClr val="tx2"/>
            </a:solidFill>
            <a:latin typeface="+mn-lt"/>
          </a:defRPr>
        </a:defPPr>
      </a:lstStyle>
    </a:spDef>
    <a:lnDef>
      <a:spPr>
        <a:ln w="12700" cmpd="sng">
          <a:solidFill>
            <a:srgbClr val="000000"/>
          </a:solidFill>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none" rtlCol="0">
        <a:spAutoFit/>
      </a:bodyPr>
      <a:lstStyle>
        <a:defPPr>
          <a:spcBef>
            <a:spcPts val="0"/>
          </a:spcBef>
          <a:spcAft>
            <a:spcPts val="0"/>
          </a:spcAft>
          <a:buClr>
            <a:schemeClr val="bg1"/>
          </a:buClr>
          <a:defRPr sz="1400" dirty="0" err="1" smtClean="0">
            <a:solidFill>
              <a:schemeClr val="bg2"/>
            </a:solidFill>
            <a:latin typeface="+mn-lt"/>
          </a:defRPr>
        </a:defPPr>
      </a:lstStyle>
    </a:txDef>
  </a:objectDefaults>
  <a:extraClrSchemeLst>
    <a:extraClrScheme>
      <a:clrScheme name="Dell new">
        <a:dk1>
          <a:srgbClr val="000000"/>
        </a:dk1>
        <a:lt1>
          <a:srgbClr val="444444"/>
        </a:lt1>
        <a:dk2>
          <a:srgbClr val="0085C3"/>
        </a:dk2>
        <a:lt2>
          <a:srgbClr val="FFFFFF"/>
        </a:lt2>
        <a:accent1>
          <a:srgbClr val="0085C3"/>
        </a:accent1>
        <a:accent2>
          <a:srgbClr val="7AB800"/>
        </a:accent2>
        <a:accent3>
          <a:srgbClr val="F2AF00"/>
        </a:accent3>
        <a:accent4>
          <a:srgbClr val="DC5034"/>
        </a:accent4>
        <a:accent5>
          <a:srgbClr val="5482AB"/>
        </a:accent5>
        <a:accent6>
          <a:srgbClr val="6E2585"/>
        </a:accent6>
        <a:hlink>
          <a:srgbClr val="009BBB"/>
        </a:hlink>
        <a:folHlink>
          <a:srgbClr val="6E2585"/>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DellEMC_PPT_Template_16x9" id="{B8B5C6D0-E3FF-4310-9DCF-1B14F86F2E69}" vid="{627FB30F-31F4-4FBE-8A3A-F7BC81DAC0BD}"/>
    </a:ext>
  </a:extLst>
</a:theme>
</file>

<file path=ppt/theme/theme2.xml><?xml version="1.0" encoding="utf-8"?>
<a:theme xmlns:a="http://schemas.openxmlformats.org/drawingml/2006/main" name="2015 EMC Templates">
  <a:themeElements>
    <a:clrScheme name="2014 v4">
      <a:dk1>
        <a:srgbClr val="000000"/>
      </a:dk1>
      <a:lt1>
        <a:srgbClr val="FFFFFF"/>
      </a:lt1>
      <a:dk2>
        <a:srgbClr val="2C95DD"/>
      </a:dk2>
      <a:lt2>
        <a:srgbClr val="717074"/>
      </a:lt2>
      <a:accent1>
        <a:srgbClr val="2C95DD"/>
      </a:accent1>
      <a:accent2>
        <a:srgbClr val="339933"/>
      </a:accent2>
      <a:accent3>
        <a:srgbClr val="93C5FF"/>
      </a:accent3>
      <a:accent4>
        <a:srgbClr val="BABCBE"/>
      </a:accent4>
      <a:accent5>
        <a:srgbClr val="007D68"/>
      </a:accent5>
      <a:accent6>
        <a:srgbClr val="CE3131"/>
      </a:accent6>
      <a:hlink>
        <a:srgbClr val="2C95DD"/>
      </a:hlink>
      <a:folHlink>
        <a:srgbClr val="2C95E1"/>
      </a:folHlink>
    </a:clrScheme>
    <a:fontScheme name="Adjacency">
      <a:majorFont>
        <a:latin typeface="Verdan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Verdana"/>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mpd="sng">
          <a:solidFill>
            <a:schemeClr val="bg2"/>
          </a:solid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w="12700" cmpd="sng">
          <a:solidFill>
            <a:schemeClr val="bg2"/>
          </a:solidFill>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none" lIns="0" tIns="0" rIns="0" bIns="0" rtlCol="0">
        <a:spAutoFit/>
      </a:bodyPr>
      <a:lstStyle>
        <a:defPPr marL="0">
          <a:defRPr sz="1600" dirty="0" smtClean="0">
            <a:solidFill>
              <a:schemeClr val="bg2"/>
            </a:solidFill>
          </a:defRPr>
        </a:defPPr>
      </a:lstStyle>
    </a:txDef>
  </a:objectDefaults>
  <a:extraClrSchemeLst/>
</a:theme>
</file>

<file path=ppt/theme/theme3.xml><?xml version="1.0" encoding="utf-8"?>
<a:theme xmlns:a="http://schemas.openxmlformats.org/drawingml/2006/main" name="WinHEC_16_English_Color_Template">
  <a:themeElements>
    <a:clrScheme name="Custom 15">
      <a:dk1>
        <a:srgbClr val="505050"/>
      </a:dk1>
      <a:lt1>
        <a:srgbClr val="FFFFFF"/>
      </a:lt1>
      <a:dk2>
        <a:srgbClr val="0078D7"/>
      </a:dk2>
      <a:lt2>
        <a:srgbClr val="EAEAEA"/>
      </a:lt2>
      <a:accent1>
        <a:srgbClr val="0078D7"/>
      </a:accent1>
      <a:accent2>
        <a:srgbClr val="002050"/>
      </a:accent2>
      <a:accent3>
        <a:srgbClr val="008272"/>
      </a:accent3>
      <a:accent4>
        <a:srgbClr val="107C10"/>
      </a:accent4>
      <a:accent5>
        <a:srgbClr val="092D91"/>
      </a:accent5>
      <a:accent6>
        <a:srgbClr val="B4009E"/>
      </a:accent6>
      <a:hlink>
        <a:srgbClr val="0078D7"/>
      </a:hlink>
      <a:folHlink>
        <a:srgbClr val="0078D7"/>
      </a:folHlink>
    </a:clrScheme>
    <a:fontScheme name="Custom 4">
      <a:majorFont>
        <a:latin typeface="Segoe UI Semilight"/>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ln w="3175">
          <a:noFill/>
          <a:headEnd type="none" w="med" len="med"/>
          <a:tailEnd type="none" w="med" len="med"/>
        </a:ln>
      </a:spPr>
      <a:bodyPr vert="horz" wrap="square" lIns="0" tIns="46637" rIns="0" bIns="46637" numCol="1" rtlCol="0" anchor="ctr" anchorCtr="0" compatLnSpc="1">
        <a:prstTxWarp prst="textNoShape">
          <a:avLst/>
        </a:prstTxWarp>
      </a:bodyPr>
      <a:lstStyle>
        <a:defPPr algn="ctr" defTabSz="932472" fontAlgn="base">
          <a:spcBef>
            <a:spcPct val="0"/>
          </a:spcBef>
          <a:spcAft>
            <a:spcPct val="0"/>
          </a:spcAft>
          <a:defRPr sz="2000" dirty="0">
            <a:gradFill>
              <a:gsLst>
                <a:gs pos="0">
                  <a:srgbClr val="FFFFFF"/>
                </a:gs>
                <a:gs pos="100000">
                  <a:srgbClr val="FFFFFF"/>
                </a:gs>
              </a:gsLst>
              <a:lin ang="5400000" scaled="0"/>
            </a:gra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WinHEC-2016_IoT_draft3" id="{10E11D7B-685F-4D93-AD7F-2B770450E704}" vid="{7ADAA4B8-9823-44D9-9726-A4A52DFB54F6}"/>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DellTech, Dell, &amp; DellEMC">
      <a:dk1>
        <a:srgbClr val="000000"/>
      </a:dk1>
      <a:lt1>
        <a:srgbClr val="444444"/>
      </a:lt1>
      <a:dk2>
        <a:srgbClr val="007DB8"/>
      </a:dk2>
      <a:lt2>
        <a:srgbClr val="FFFFFF"/>
      </a:lt2>
      <a:accent1>
        <a:srgbClr val="007DB8"/>
      </a:accent1>
      <a:accent2>
        <a:srgbClr val="6EA204"/>
      </a:accent2>
      <a:accent3>
        <a:srgbClr val="F2AF00"/>
      </a:accent3>
      <a:accent4>
        <a:srgbClr val="EE6411"/>
      </a:accent4>
      <a:accent5>
        <a:srgbClr val="5482AB"/>
      </a:accent5>
      <a:accent6>
        <a:srgbClr val="6E2585"/>
      </a:accent6>
      <a:hlink>
        <a:srgbClr val="007DB8"/>
      </a:hlink>
      <a:folHlink>
        <a:srgbClr val="6E2585"/>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DellTech, Dell, &amp; DellEMC">
      <a:dk1>
        <a:srgbClr val="000000"/>
      </a:dk1>
      <a:lt1>
        <a:srgbClr val="444444"/>
      </a:lt1>
      <a:dk2>
        <a:srgbClr val="007DB8"/>
      </a:dk2>
      <a:lt2>
        <a:srgbClr val="FFFFFF"/>
      </a:lt2>
      <a:accent1>
        <a:srgbClr val="007DB8"/>
      </a:accent1>
      <a:accent2>
        <a:srgbClr val="6EA204"/>
      </a:accent2>
      <a:accent3>
        <a:srgbClr val="F2AF00"/>
      </a:accent3>
      <a:accent4>
        <a:srgbClr val="EE6411"/>
      </a:accent4>
      <a:accent5>
        <a:srgbClr val="5482AB"/>
      </a:accent5>
      <a:accent6>
        <a:srgbClr val="6E2585"/>
      </a:accent6>
      <a:hlink>
        <a:srgbClr val="007DB8"/>
      </a:hlink>
      <a:folHlink>
        <a:srgbClr val="6E2585"/>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EAEEBEE83C66E54EA9BED83B0A9A60DB" ma:contentTypeVersion="1" ma:contentTypeDescription="Create a new document." ma:contentTypeScope="" ma:versionID="51a43b2161297f783d65b37e357c79e9">
  <xsd:schema xmlns:xsd="http://www.w3.org/2001/XMLSchema" xmlns:p="http://schemas.microsoft.com/office/2006/metadata/properties" targetNamespace="http://schemas.microsoft.com/office/2006/metadata/properties" ma:root="true" ma:fieldsID="b9cfef283e0bc2d986a66f9ec0cdc424">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office/internal/2005/internalDocumentation"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ma:readOnly="tru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lastPrinted" minOccurs="0" maxOccurs="1" type="xsd:dateTime"/>
        <xsd:element name="contentStatus" minOccurs="0" maxOccurs="1" type="xsd:string"/>
      </xsd:all>
    </xsd:complexType>
  </xsd:schema>
</ct:contentTypeSchema>
</file>

<file path=customXml/item3.xml><?xml version="1.0" encoding="utf-8"?>
<p:properties xmlns:p="http://schemas.microsoft.com/office/2006/metadata/properties" xmlns:xsi="http://www.w3.org/2001/XMLSchema-instance">
  <documentManagement/>
</p:properties>
</file>

<file path=customXml/itemProps1.xml><?xml version="1.0" encoding="utf-8"?>
<ds:datastoreItem xmlns:ds="http://schemas.openxmlformats.org/officeDocument/2006/customXml" ds:itemID="{86FC490B-1F77-48C5-AC70-1DD939DBDF04}">
  <ds:schemaRefs>
    <ds:schemaRef ds:uri="http://schemas.microsoft.com/sharepoint/v3/contenttype/forms"/>
  </ds:schemaRefs>
</ds:datastoreItem>
</file>

<file path=customXml/itemProps2.xml><?xml version="1.0" encoding="utf-8"?>
<ds:datastoreItem xmlns:ds="http://schemas.openxmlformats.org/officeDocument/2006/customXml" ds:itemID="{A3332CB6-AB82-4DD3-8C89-C660A1C3944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office/internal/2005/internalDocumentation"/>
  </ds:schemaRefs>
</ds:datastoreItem>
</file>

<file path=customXml/itemProps3.xml><?xml version="1.0" encoding="utf-8"?>
<ds:datastoreItem xmlns:ds="http://schemas.openxmlformats.org/officeDocument/2006/customXml" ds:itemID="{0873BDD3-AA35-4F19-A12A-C6462BECFBD1}">
  <ds:schemaRefs>
    <ds:schemaRef ds:uri="http://purl.org/dc/elements/1.1/"/>
    <ds:schemaRef ds:uri="http://schemas.microsoft.com/office/2006/metadata/properties"/>
    <ds:schemaRef ds:uri="http://purl.org/dc/terms/"/>
    <ds:schemaRef ds:uri="http://schemas.openxmlformats.org/package/2006/metadata/core-properties"/>
    <ds:schemaRef ds:uri="http://schemas.microsoft.com/office/2006/documentManagement/types"/>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DellEMC_external_template</Template>
  <TotalTime>2797</TotalTime>
  <Words>444</Words>
  <Application>Microsoft Office PowerPoint</Application>
  <PresentationFormat>On-screen Show (16:9)</PresentationFormat>
  <Paragraphs>103</Paragraphs>
  <Slides>7</Slides>
  <Notes>5</Notes>
  <HiddenSlides>0</HiddenSlides>
  <MMClips>0</MMClips>
  <ScaleCrop>false</ScaleCrop>
  <HeadingPairs>
    <vt:vector size="6" baseType="variant">
      <vt:variant>
        <vt:lpstr>Fonts Used</vt:lpstr>
      </vt:variant>
      <vt:variant>
        <vt:i4>14</vt:i4>
      </vt:variant>
      <vt:variant>
        <vt:lpstr>Theme</vt:lpstr>
      </vt:variant>
      <vt:variant>
        <vt:i4>4</vt:i4>
      </vt:variant>
      <vt:variant>
        <vt:lpstr>Slide Titles</vt:lpstr>
      </vt:variant>
      <vt:variant>
        <vt:i4>7</vt:i4>
      </vt:variant>
    </vt:vector>
  </HeadingPairs>
  <TitlesOfParts>
    <vt:vector size="25" baseType="lpstr">
      <vt:lpstr>Architects Daughter</vt:lpstr>
      <vt:lpstr>Arial</vt:lpstr>
      <vt:lpstr>Arial Black</vt:lpstr>
      <vt:lpstr>Calibri</vt:lpstr>
      <vt:lpstr>Calibri Light</vt:lpstr>
      <vt:lpstr>Courier New</vt:lpstr>
      <vt:lpstr>Lucida Grande</vt:lpstr>
      <vt:lpstr>Museo For Dell 300</vt:lpstr>
      <vt:lpstr>Museo Sans For Dell</vt:lpstr>
      <vt:lpstr>Segoe UI</vt:lpstr>
      <vt:lpstr>Segoe UI Semibold</vt:lpstr>
      <vt:lpstr>Segoe UI Semilight</vt:lpstr>
      <vt:lpstr>Verdana</vt:lpstr>
      <vt:lpstr>Wingdings</vt:lpstr>
      <vt:lpstr>DellEMC_external_template</vt:lpstr>
      <vt:lpstr>2015 EMC Templates</vt:lpstr>
      <vt:lpstr>WinHEC_16_English_Color_Template</vt:lpstr>
      <vt:lpstr>Office Theme</vt:lpstr>
      <vt:lpstr>IoT WorkPlace Use Case</vt:lpstr>
      <vt:lpstr>PowerPoint Presentation</vt:lpstr>
      <vt:lpstr>Today!</vt:lpstr>
      <vt:lpstr>Microsoft offers a broad IoT portfolio</vt:lpstr>
      <vt:lpstr>End-to-End Microsoft IoT Solution </vt:lpstr>
      <vt:lpstr>Use Case demo </vt:lpstr>
      <vt:lpstr>PowerPoint Presentation</vt:lpstr>
    </vt:vector>
  </TitlesOfParts>
  <Company>Dell Inc</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Slide</dc:title>
  <dc:creator>Rajesh Pillai</dc:creator>
  <cp:keywords>Internal Use</cp:keywords>
  <cp:lastModifiedBy>Rajesh Pillai</cp:lastModifiedBy>
  <cp:revision>238</cp:revision>
  <cp:lastPrinted>2014-02-14T16:26:12Z</cp:lastPrinted>
  <dcterms:created xsi:type="dcterms:W3CDTF">2016-09-15T15:01:05Z</dcterms:created>
  <dcterms:modified xsi:type="dcterms:W3CDTF">2017-01-30T05:36:53Z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0x010100EAEEBEE83C66E54EA9BED83B0A9A60DB</vt:lpwstr>
  </property>
  <property fmtid="{D5CDD505-2E9C-101B-9397-08002B2CF9AE}" pid="3" name="TitusGUID">
    <vt:lpwstr>6b83fb70-f992-42a3-bd65-798715d6638b</vt:lpwstr>
  </property>
  <property fmtid="{D5CDD505-2E9C-101B-9397-08002B2CF9AE}" pid="4" name="DellClassification">
    <vt:lpwstr>Internal Use</vt:lpwstr>
  </property>
  <property fmtid="{D5CDD505-2E9C-101B-9397-08002B2CF9AE}" pid="5" name="DellSubLabels">
    <vt:lpwstr/>
  </property>
  <property fmtid="{D5CDD505-2E9C-101B-9397-08002B2CF9AE}" pid="6" name="DellVisual Markings (PPT)">
    <vt:lpwstr>Classification Footer</vt:lpwstr>
  </property>
  <property fmtid="{D5CDD505-2E9C-101B-9397-08002B2CF9AE}" pid="7" name="titusconfig">
    <vt:lpwstr>1.3BrandsTest</vt:lpwstr>
  </property>
</Properties>
</file>